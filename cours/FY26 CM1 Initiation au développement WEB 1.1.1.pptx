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6"/>
  </p:sldMasterIdLst>
  <p:notesMasterIdLst>
    <p:notesMasterId r:id="rId49"/>
  </p:notesMasterIdLst>
  <p:handoutMasterIdLst>
    <p:handoutMasterId r:id="rId50"/>
  </p:handoutMasterIdLst>
  <p:sldIdLst>
    <p:sldId id="2147471703" r:id="rId7"/>
    <p:sldId id="602" r:id="rId8"/>
    <p:sldId id="2147471034" r:id="rId9"/>
    <p:sldId id="2147471742" r:id="rId10"/>
    <p:sldId id="268" r:id="rId11"/>
    <p:sldId id="2147471753" r:id="rId12"/>
    <p:sldId id="2147471787" r:id="rId13"/>
    <p:sldId id="2147471804" r:id="rId14"/>
    <p:sldId id="2147471805" r:id="rId15"/>
    <p:sldId id="2147471802" r:id="rId16"/>
    <p:sldId id="2147471781" r:id="rId17"/>
    <p:sldId id="2147471795" r:id="rId18"/>
    <p:sldId id="2147471806" r:id="rId19"/>
    <p:sldId id="2147471789" r:id="rId20"/>
    <p:sldId id="2147471791" r:id="rId21"/>
    <p:sldId id="2147471808" r:id="rId22"/>
    <p:sldId id="2147471796" r:id="rId23"/>
    <p:sldId id="2147471807" r:id="rId24"/>
    <p:sldId id="2147471788" r:id="rId25"/>
    <p:sldId id="2147471790" r:id="rId26"/>
    <p:sldId id="2147471801" r:id="rId27"/>
    <p:sldId id="2147471813" r:id="rId28"/>
    <p:sldId id="2147471809" r:id="rId29"/>
    <p:sldId id="2147471815" r:id="rId30"/>
    <p:sldId id="2147471817" r:id="rId31"/>
    <p:sldId id="2147471816" r:id="rId32"/>
    <p:sldId id="2147471818" r:id="rId33"/>
    <p:sldId id="2147471810" r:id="rId34"/>
    <p:sldId id="2147471812" r:id="rId35"/>
    <p:sldId id="2147471829" r:id="rId36"/>
    <p:sldId id="2147471794" r:id="rId37"/>
    <p:sldId id="2147471800" r:id="rId38"/>
    <p:sldId id="2147471820" r:id="rId39"/>
    <p:sldId id="2147471792" r:id="rId40"/>
    <p:sldId id="2147471824" r:id="rId41"/>
    <p:sldId id="2147471825" r:id="rId42"/>
    <p:sldId id="2147471797" r:id="rId43"/>
    <p:sldId id="2147471819" r:id="rId44"/>
    <p:sldId id="2147471826" r:id="rId45"/>
    <p:sldId id="2147471827" r:id="rId46"/>
    <p:sldId id="2147471823" r:id="rId47"/>
    <p:sldId id="2147471828" r:id="rId48"/>
  </p:sldIdLst>
  <p:sldSz cx="12192000" cy="6858000"/>
  <p:notesSz cx="6858000" cy="9144000"/>
  <p:custDataLst>
    <p:tags r:id="rId5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uvageau, Joannie" initials="SJ" lastIdx="0" clrIdx="0">
    <p:extLst>
      <p:ext uri="{19B8F6BF-5375-455C-9EA6-DF929625EA0E}">
        <p15:presenceInfo xmlns:p15="http://schemas.microsoft.com/office/powerpoint/2012/main" userId="S-1-5-21-3641078771-3653456904-245653651-1738683" providerId="AD"/>
      </p:ext>
    </p:extLst>
  </p:cmAuthor>
  <p:cmAuthor id="2" name="Karen G Sellers" initials="KGS" lastIdx="0" clrIdx="1">
    <p:extLst>
      <p:ext uri="{19B8F6BF-5375-455C-9EA6-DF929625EA0E}">
        <p15:presenceInfo xmlns:p15="http://schemas.microsoft.com/office/powerpoint/2012/main" userId="S-1-5-21-682003330-1383384898-1801674531-29202" providerId="AD"/>
      </p:ext>
    </p:extLst>
  </p:cmAuthor>
  <p:cmAuthor id="3" name="louise.trottier" initials="l" lastIdx="0" clrIdx="2">
    <p:extLst>
      <p:ext uri="{19B8F6BF-5375-455C-9EA6-DF929625EA0E}">
        <p15:presenceInfo xmlns:p15="http://schemas.microsoft.com/office/powerpoint/2012/main" userId="louise.trottier" providerId="None"/>
      </p:ext>
    </p:extLst>
  </p:cmAuthor>
  <p:cmAuthor id="4" name="Trottier, Louise" initials="TL" lastIdx="0" clrIdx="3">
    <p:extLst>
      <p:ext uri="{19B8F6BF-5375-455C-9EA6-DF929625EA0E}">
        <p15:presenceInfo xmlns:p15="http://schemas.microsoft.com/office/powerpoint/2012/main" userId="S-1-5-21-3641078771-3653456904-245653651-819061" providerId="AD"/>
      </p:ext>
    </p:extLst>
  </p:cmAuthor>
  <p:cmAuthor id="5" name="LOUIS, Marie" initials="LM" lastIdx="6" clrIdx="4">
    <p:extLst>
      <p:ext uri="{19B8F6BF-5375-455C-9EA6-DF929625EA0E}">
        <p15:presenceInfo xmlns:p15="http://schemas.microsoft.com/office/powerpoint/2012/main" userId="LOUIS, Marie" providerId="None"/>
      </p:ext>
    </p:extLst>
  </p:cmAuthor>
  <p:cmAuthor id="6" name="Wolff, Marylin" initials="WM" lastIdx="3" clrIdx="5">
    <p:extLst>
      <p:ext uri="{19B8F6BF-5375-455C-9EA6-DF929625EA0E}">
        <p15:presenceInfo xmlns:p15="http://schemas.microsoft.com/office/powerpoint/2012/main" userId="S-1-5-21-3641078771-3653456904-245653651-133047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B200"/>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78267" autoAdjust="0"/>
  </p:normalViewPr>
  <p:slideViewPr>
    <p:cSldViewPr snapToGrid="0">
      <p:cViewPr>
        <p:scale>
          <a:sx n="75" d="100"/>
          <a:sy n="75" d="100"/>
        </p:scale>
        <p:origin x="418" y="43"/>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presProps" Target="presProps.xml"/><Relationship Id="rId5" Type="http://schemas.openxmlformats.org/officeDocument/2006/relationships/customXml" Target="../customXml/item5.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latin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3A2E8FD-2AFE-4B1E-9D19-015693014FEA}" type="datetimeFigureOut">
              <a:rPr lang="en-CA" smtClean="0">
                <a:latin typeface="Arial" pitchFamily="34" charset="0"/>
              </a:rPr>
              <a:t>2026-04-26</a:t>
            </a:fld>
            <a:endParaRPr lang="en-CA">
              <a:latin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latin typeface="Arial"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F3D0142-0A92-499C-9E53-36958F98D275}" type="slidenum">
              <a:rPr lang="en-CA" smtClean="0">
                <a:latin typeface="Arial" pitchFamily="34" charset="0"/>
              </a:rPr>
              <a:t>‹N°›</a:t>
            </a:fld>
            <a:endParaRPr lang="en-CA">
              <a:latin typeface="Arial" pitchFamily="34" charset="0"/>
            </a:endParaRPr>
          </a:p>
        </p:txBody>
      </p:sp>
    </p:spTree>
    <p:extLst>
      <p:ext uri="{BB962C8B-B14F-4D97-AF65-F5344CB8AC3E}">
        <p14:creationId xmlns:p14="http://schemas.microsoft.com/office/powerpoint/2010/main" val="9873460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defRPr>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defRPr>
            </a:lvl1pPr>
          </a:lstStyle>
          <a:p>
            <a:fld id="{B5D7A87D-1CDA-443F-BAE3-82C9C05446C3}" type="datetimeFigureOut">
              <a:rPr lang="en-CA" smtClean="0"/>
              <a:t>2026-04-26</a:t>
            </a:fld>
            <a:endParaRPr lang="en-CA"/>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a:lstStyle/>
          <a:p>
            <a:endParaRPr lang="fr-F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defRPr>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defRPr>
            </a:lvl1pPr>
          </a:lstStyle>
          <a:p>
            <a:fld id="{20B9C825-F38E-45BB-92C1-043DE61C9183}" type="slidenum">
              <a:rPr lang="en-CA" smtClean="0"/>
              <a:t>‹N°›</a:t>
            </a:fld>
            <a:endParaRPr lang="en-CA"/>
          </a:p>
        </p:txBody>
      </p:sp>
    </p:spTree>
    <p:extLst>
      <p:ext uri="{BB962C8B-B14F-4D97-AF65-F5344CB8AC3E}">
        <p14:creationId xmlns:p14="http://schemas.microsoft.com/office/powerpoint/2010/main" val="192272190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1</a:t>
            </a:fld>
            <a:endParaRPr lang="en-CA"/>
          </a:p>
        </p:txBody>
      </p:sp>
    </p:spTree>
    <p:extLst>
      <p:ext uri="{BB962C8B-B14F-4D97-AF65-F5344CB8AC3E}">
        <p14:creationId xmlns:p14="http://schemas.microsoft.com/office/powerpoint/2010/main" val="2420545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2</a:t>
            </a:fld>
            <a:endParaRPr lang="en-CA"/>
          </a:p>
        </p:txBody>
      </p:sp>
    </p:spTree>
    <p:extLst>
      <p:ext uri="{BB962C8B-B14F-4D97-AF65-F5344CB8AC3E}">
        <p14:creationId xmlns:p14="http://schemas.microsoft.com/office/powerpoint/2010/main" val="3559081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normAutofit/>
          </a:bodyPr>
          <a:lstStyle/>
          <a:p>
            <a:r>
              <a:rPr lang="fr-FR" dirty="0"/>
              <a:t>Fondateur</a:t>
            </a:r>
            <a:r>
              <a:rPr lang="fr-FR" baseline="0" dirty="0"/>
              <a:t> : </a:t>
            </a:r>
            <a:r>
              <a:rPr lang="fr-FR" dirty="0"/>
              <a:t>SERGE GODIN</a:t>
            </a:r>
          </a:p>
          <a:p>
            <a:endParaRPr lang="fr-FR" dirty="0"/>
          </a:p>
          <a:p>
            <a:r>
              <a:rPr lang="fr-FR" dirty="0"/>
              <a:t>Divisé en SBU -&gt; Strategic business unit :</a:t>
            </a:r>
            <a:r>
              <a:rPr lang="fr-FR" baseline="0" dirty="0"/>
              <a:t> </a:t>
            </a:r>
            <a:r>
              <a:rPr lang="fr-FR" dirty="0"/>
              <a:t>8</a:t>
            </a:r>
            <a:r>
              <a:rPr lang="fr-FR" baseline="0" dirty="0"/>
              <a:t> -&gt; la notre</a:t>
            </a:r>
            <a:r>
              <a:rPr lang="fr-FR" dirty="0"/>
              <a:t> : </a:t>
            </a:r>
            <a:r>
              <a:rPr lang="fr-FR" sz="1200" dirty="0">
                <a:solidFill>
                  <a:srgbClr val="000000"/>
                </a:solidFill>
                <a:effectLst/>
                <a:latin typeface="Arial" panose="020B0604020202020204" pitchFamily="34" charset="0"/>
                <a:ea typeface="Times New Roman" panose="02020603050405020304" pitchFamily="18" charset="0"/>
              </a:rPr>
              <a:t>Nord Est Europe</a:t>
            </a:r>
          </a:p>
          <a:p>
            <a:endParaRPr lang="fr-FR" sz="1200" baseline="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20B9C825-F38E-45BB-92C1-043DE61C9183}" type="slidenum">
              <a:rPr lang="en-CA" smtClean="0"/>
              <a:t>3</a:t>
            </a:fld>
            <a:endParaRPr lang="en-CA"/>
          </a:p>
        </p:txBody>
      </p:sp>
    </p:spTree>
    <p:extLst>
      <p:ext uri="{BB962C8B-B14F-4D97-AF65-F5344CB8AC3E}">
        <p14:creationId xmlns:p14="http://schemas.microsoft.com/office/powerpoint/2010/main" val="236733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sz="1200" dirty="0">
                <a:solidFill>
                  <a:srgbClr val="000000"/>
                </a:solidFill>
                <a:effectLst/>
                <a:latin typeface="Arial" panose="020B0604020202020204" pitchFamily="34" charset="0"/>
                <a:ea typeface="Times New Roman" panose="02020603050405020304" pitchFamily="18" charset="0"/>
              </a:rPr>
              <a:t>Institutions européennes (Banque Européenne d’Investissement, Parlement Européen, Cours de Justice et Cours des Comptes)</a:t>
            </a:r>
          </a:p>
          <a:p>
            <a:r>
              <a:rPr lang="fr-FR" sz="1200" dirty="0">
                <a:solidFill>
                  <a:srgbClr val="000000"/>
                </a:solidFill>
                <a:effectLst/>
                <a:latin typeface="Arial" panose="020B0604020202020204" pitchFamily="34" charset="0"/>
                <a:ea typeface="Times New Roman" panose="02020603050405020304" pitchFamily="18" charset="0"/>
              </a:rPr>
              <a:t>Organisations étatiques (</a:t>
            </a:r>
            <a:r>
              <a:rPr lang="fr-FR" sz="1200" b="1" dirty="0">
                <a:solidFill>
                  <a:srgbClr val="000000"/>
                </a:solidFill>
                <a:effectLst/>
                <a:latin typeface="Arial" panose="020B0604020202020204" pitchFamily="34" charset="0"/>
                <a:ea typeface="Times New Roman" panose="02020603050405020304" pitchFamily="18" charset="0"/>
              </a:rPr>
              <a:t>Police Grand-Ducale</a:t>
            </a:r>
            <a:r>
              <a:rPr lang="fr-FR" sz="1200" dirty="0">
                <a:solidFill>
                  <a:srgbClr val="000000"/>
                </a:solidFill>
                <a:effectLst/>
                <a:latin typeface="Arial" panose="020B0604020202020204" pitchFamily="34" charset="0"/>
                <a:ea typeface="Times New Roman" panose="02020603050405020304" pitchFamily="18" charset="0"/>
              </a:rPr>
              <a:t> et la Chambre des Députés)</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rgbClr val="000000"/>
                </a:solidFill>
                <a:effectLst/>
                <a:latin typeface="Arial" panose="020B0604020202020204" pitchFamily="34" charset="0"/>
                <a:ea typeface="Times New Roman" panose="02020603050405020304" pitchFamily="18" charset="0"/>
              </a:rPr>
              <a:t>Secteurs financiers (BGL, Banque Centrale du Luxembourg)</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Parler de l’ambiance CGI Lux</a:t>
            </a:r>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4</a:t>
            </a:fld>
            <a:endParaRPr lang="en-CA"/>
          </a:p>
        </p:txBody>
      </p:sp>
    </p:spTree>
    <p:extLst>
      <p:ext uri="{BB962C8B-B14F-4D97-AF65-F5344CB8AC3E}">
        <p14:creationId xmlns:p14="http://schemas.microsoft.com/office/powerpoint/2010/main" val="41911338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4 ans chez CGI avec le stage</a:t>
            </a:r>
          </a:p>
        </p:txBody>
      </p:sp>
      <p:sp>
        <p:nvSpPr>
          <p:cNvPr id="4" name="Espace réservé du numéro de diapositive 3"/>
          <p:cNvSpPr>
            <a:spLocks noGrp="1"/>
          </p:cNvSpPr>
          <p:nvPr>
            <p:ph type="sldNum" sz="quarter" idx="5"/>
          </p:nvPr>
        </p:nvSpPr>
        <p:spPr/>
        <p:txBody>
          <a:bodyPr/>
          <a:lstStyle/>
          <a:p>
            <a:fld id="{20B9C825-F38E-45BB-92C1-043DE61C9183}" type="slidenum">
              <a:rPr lang="en-CA" smtClean="0"/>
              <a:t>5</a:t>
            </a:fld>
            <a:endParaRPr lang="en-CA"/>
          </a:p>
        </p:txBody>
      </p:sp>
    </p:spTree>
    <p:extLst>
      <p:ext uri="{BB962C8B-B14F-4D97-AF65-F5344CB8AC3E}">
        <p14:creationId xmlns:p14="http://schemas.microsoft.com/office/powerpoint/2010/main" val="2643964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en-US">
                <a:latin typeface="Calibri"/>
                <a:ea typeface="Calibri"/>
                <a:cs typeface="Calibri"/>
              </a:rPr>
              <a:t>Expert technique Junior Java</a:t>
            </a:r>
          </a:p>
        </p:txBody>
      </p:sp>
      <p:sp>
        <p:nvSpPr>
          <p:cNvPr id="4" name="Slide Number Placeholder 3"/>
          <p:cNvSpPr>
            <a:spLocks noGrp="1"/>
          </p:cNvSpPr>
          <p:nvPr>
            <p:ph type="sldNum" sz="quarter" idx="5"/>
          </p:nvPr>
        </p:nvSpPr>
        <p:spPr/>
        <p:txBody>
          <a:bodyPr/>
          <a:lstStyle/>
          <a:p>
            <a:fld id="{20B9C825-F38E-45BB-92C1-043DE61C9183}" type="slidenum">
              <a:rPr lang="en-CA" smtClean="0"/>
              <a:t>6</a:t>
            </a:fld>
            <a:endParaRPr lang="en-CA"/>
          </a:p>
        </p:txBody>
      </p:sp>
    </p:spTree>
    <p:extLst>
      <p:ext uri="{BB962C8B-B14F-4D97-AF65-F5344CB8AC3E}">
        <p14:creationId xmlns:p14="http://schemas.microsoft.com/office/powerpoint/2010/main" val="2924071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DF1DA-1455-1EBB-176C-F0A3E629635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EC19EBB-F849-9296-A905-9E995C8A9CC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BFEA6A2-C35D-ED43-F451-BEC6B8B5820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B93597C-98AD-2285-A189-C8ABD895A264}"/>
              </a:ext>
            </a:extLst>
          </p:cNvPr>
          <p:cNvSpPr>
            <a:spLocks noGrp="1"/>
          </p:cNvSpPr>
          <p:nvPr>
            <p:ph type="sldNum" sz="quarter" idx="5"/>
          </p:nvPr>
        </p:nvSpPr>
        <p:spPr/>
        <p:txBody>
          <a:bodyPr/>
          <a:lstStyle/>
          <a:p>
            <a:fld id="{20B9C825-F38E-45BB-92C1-043DE61C9183}" type="slidenum">
              <a:rPr lang="en-CA" smtClean="0"/>
              <a:t>7</a:t>
            </a:fld>
            <a:endParaRPr lang="en-CA"/>
          </a:p>
        </p:txBody>
      </p:sp>
    </p:spTree>
    <p:extLst>
      <p:ext uri="{BB962C8B-B14F-4D97-AF65-F5344CB8AC3E}">
        <p14:creationId xmlns:p14="http://schemas.microsoft.com/office/powerpoint/2010/main" val="906254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441B0-4D24-E8C6-FE6E-832850D105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D2E9911-131E-2CA2-4B1E-341968D40B7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2A5F0DB-4F4C-5AD3-3012-FADEBFB227F8}"/>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00683693-0A44-C5C3-FF69-BF4615886FDF}"/>
              </a:ext>
            </a:extLst>
          </p:cNvPr>
          <p:cNvSpPr>
            <a:spLocks noGrp="1"/>
          </p:cNvSpPr>
          <p:nvPr>
            <p:ph type="sldNum" sz="quarter" idx="5"/>
          </p:nvPr>
        </p:nvSpPr>
        <p:spPr/>
        <p:txBody>
          <a:bodyPr/>
          <a:lstStyle/>
          <a:p>
            <a:fld id="{20B9C825-F38E-45BB-92C1-043DE61C9183}" type="slidenum">
              <a:rPr lang="en-CA" smtClean="0"/>
              <a:t>8</a:t>
            </a:fld>
            <a:endParaRPr lang="en-CA"/>
          </a:p>
        </p:txBody>
      </p:sp>
    </p:spTree>
    <p:extLst>
      <p:ext uri="{BB962C8B-B14F-4D97-AF65-F5344CB8AC3E}">
        <p14:creationId xmlns:p14="http://schemas.microsoft.com/office/powerpoint/2010/main" val="2246423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FAFB4-7B57-089B-0B7A-D1133492A53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4E96969-3837-B3B1-B30A-EFEFBB83573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EB17F07-B8EA-35B6-54D5-2A49E9967109}"/>
              </a:ext>
            </a:extLst>
          </p:cNvPr>
          <p:cNvSpPr>
            <a:spLocks noGrp="1"/>
          </p:cNvSpPr>
          <p:nvPr>
            <p:ph type="body" idx="1"/>
          </p:nvPr>
        </p:nvSpPr>
        <p:spPr/>
        <p:txBody>
          <a:bodyPr>
            <a:normAutofit/>
          </a:bodyPr>
          <a:lstStyle/>
          <a:p>
            <a:pPr marL="0" indent="0" defTabSz="990752">
              <a:buFont typeface="Calibri"/>
              <a:buNone/>
              <a:defRPr/>
            </a:pPr>
            <a:r>
              <a:rPr lang="fr-FR" dirty="0"/>
              <a:t>Serveur = servir, proposer un service</a:t>
            </a:r>
          </a:p>
        </p:txBody>
      </p:sp>
      <p:sp>
        <p:nvSpPr>
          <p:cNvPr id="4" name="Espace réservé du numéro de diapositive 3">
            <a:extLst>
              <a:ext uri="{FF2B5EF4-FFF2-40B4-BE49-F238E27FC236}">
                <a16:creationId xmlns:a16="http://schemas.microsoft.com/office/drawing/2014/main" id="{E432ACF0-C0E9-517D-DCEE-7B8876F5FB7E}"/>
              </a:ext>
            </a:extLst>
          </p:cNvPr>
          <p:cNvSpPr>
            <a:spLocks noGrp="1"/>
          </p:cNvSpPr>
          <p:nvPr>
            <p:ph type="sldNum" sz="quarter" idx="5"/>
          </p:nvPr>
        </p:nvSpPr>
        <p:spPr/>
        <p:txBody>
          <a:bodyPr/>
          <a:lstStyle/>
          <a:p>
            <a:fld id="{20B9C825-F38E-45BB-92C1-043DE61C9183}" type="slidenum">
              <a:rPr lang="en-CA" smtClean="0"/>
              <a:t>9</a:t>
            </a:fld>
            <a:endParaRPr lang="en-CA"/>
          </a:p>
        </p:txBody>
      </p:sp>
    </p:spTree>
    <p:extLst>
      <p:ext uri="{BB962C8B-B14F-4D97-AF65-F5344CB8AC3E}">
        <p14:creationId xmlns:p14="http://schemas.microsoft.com/office/powerpoint/2010/main" val="3342979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FA12F-A2B4-2A50-A446-F3D93FF33FD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C13F861-277D-475B-48AC-1DF00A081C3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A3E6E23-2FE1-BFB6-ECA3-DAFB64D472C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52CD9DB-7AE7-B5C8-4EE2-E336DB9354CE}"/>
              </a:ext>
            </a:extLst>
          </p:cNvPr>
          <p:cNvSpPr>
            <a:spLocks noGrp="1"/>
          </p:cNvSpPr>
          <p:nvPr>
            <p:ph type="sldNum" sz="quarter" idx="5"/>
          </p:nvPr>
        </p:nvSpPr>
        <p:spPr/>
        <p:txBody>
          <a:bodyPr/>
          <a:lstStyle/>
          <a:p>
            <a:fld id="{20B9C825-F38E-45BB-92C1-043DE61C9183}" type="slidenum">
              <a:rPr lang="en-CA" smtClean="0"/>
              <a:t>10</a:t>
            </a:fld>
            <a:endParaRPr lang="en-CA"/>
          </a:p>
        </p:txBody>
      </p:sp>
    </p:spTree>
    <p:extLst>
      <p:ext uri="{BB962C8B-B14F-4D97-AF65-F5344CB8AC3E}">
        <p14:creationId xmlns:p14="http://schemas.microsoft.com/office/powerpoint/2010/main" val="138880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DEE20-58F4-4637-F772-01AAB16A837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67C0503-51EF-5172-8A75-B9A4C7B7A84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AB630EA-D99E-D9DC-75C7-9FCA66D9F31A}"/>
              </a:ext>
            </a:extLst>
          </p:cNvPr>
          <p:cNvSpPr>
            <a:spLocks noGrp="1"/>
          </p:cNvSpPr>
          <p:nvPr>
            <p:ph type="body" idx="1"/>
          </p:nvPr>
        </p:nvSpPr>
        <p:spPr/>
        <p:txBody>
          <a:bodyPr>
            <a:normAutofit/>
          </a:bodyPr>
          <a:lstStyle/>
          <a:p>
            <a:pPr marL="0" indent="0" defTabSz="990752">
              <a:buFont typeface="Calibri"/>
              <a:buNone/>
              <a:defRPr/>
            </a:pPr>
            <a:r>
              <a:rPr lang="fr-FR" dirty="0"/>
              <a:t>Serveur = servir, proposer un service</a:t>
            </a:r>
          </a:p>
        </p:txBody>
      </p:sp>
      <p:sp>
        <p:nvSpPr>
          <p:cNvPr id="4" name="Espace réservé du numéro de diapositive 3">
            <a:extLst>
              <a:ext uri="{FF2B5EF4-FFF2-40B4-BE49-F238E27FC236}">
                <a16:creationId xmlns:a16="http://schemas.microsoft.com/office/drawing/2014/main" id="{93709A66-59BD-51FC-D884-FD95A10B2A06}"/>
              </a:ext>
            </a:extLst>
          </p:cNvPr>
          <p:cNvSpPr>
            <a:spLocks noGrp="1"/>
          </p:cNvSpPr>
          <p:nvPr>
            <p:ph type="sldNum" sz="quarter" idx="5"/>
          </p:nvPr>
        </p:nvSpPr>
        <p:spPr/>
        <p:txBody>
          <a:bodyPr/>
          <a:lstStyle/>
          <a:p>
            <a:fld id="{20B9C825-F38E-45BB-92C1-043DE61C9183}" type="slidenum">
              <a:rPr lang="en-CA" smtClean="0"/>
              <a:t>11</a:t>
            </a:fld>
            <a:endParaRPr lang="en-CA"/>
          </a:p>
        </p:txBody>
      </p:sp>
    </p:spTree>
    <p:extLst>
      <p:ext uri="{BB962C8B-B14F-4D97-AF65-F5344CB8AC3E}">
        <p14:creationId xmlns:p14="http://schemas.microsoft.com/office/powerpoint/2010/main" val="3514899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D474E-D45B-F29A-DA08-350DA301EB3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B701113-B516-407B-85F9-7523CC45D9E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D4112D1-B3A4-0D35-BE89-B902F5ABDE1D}"/>
              </a:ext>
            </a:extLst>
          </p:cNvPr>
          <p:cNvSpPr>
            <a:spLocks noGrp="1"/>
          </p:cNvSpPr>
          <p:nvPr>
            <p:ph type="body" idx="1"/>
          </p:nvPr>
        </p:nvSpPr>
        <p:spPr/>
        <p:txBody>
          <a:bodyPr>
            <a:normAutofit/>
          </a:bodyPr>
          <a:lstStyle/>
          <a:p>
            <a:pPr marL="0" indent="0" defTabSz="990752">
              <a:buFont typeface="Calibri"/>
              <a:buNone/>
              <a:defRPr/>
            </a:pPr>
            <a:r>
              <a:rPr lang="fr-FR" dirty="0"/>
              <a:t>Plusieurs terminaux (navigateur, application mobile, objet connecté, …) requêtent un serveur (serveur d’application, base de données, …).</a:t>
            </a:r>
          </a:p>
          <a:p>
            <a:pPr marL="0" indent="0" defTabSz="990752">
              <a:buFont typeface="Calibri"/>
              <a:buNone/>
              <a:defRPr/>
            </a:pPr>
            <a:r>
              <a:rPr lang="fr-FR" dirty="0"/>
              <a:t>Ce serveur peut à son tour faire appelle à d’autres serveur ce qui le rend client de ces derniers.</a:t>
            </a:r>
          </a:p>
        </p:txBody>
      </p:sp>
      <p:sp>
        <p:nvSpPr>
          <p:cNvPr id="4" name="Espace réservé du numéro de diapositive 3">
            <a:extLst>
              <a:ext uri="{FF2B5EF4-FFF2-40B4-BE49-F238E27FC236}">
                <a16:creationId xmlns:a16="http://schemas.microsoft.com/office/drawing/2014/main" id="{BC545B36-27F1-A419-926C-4C94B8E42306}"/>
              </a:ext>
            </a:extLst>
          </p:cNvPr>
          <p:cNvSpPr>
            <a:spLocks noGrp="1"/>
          </p:cNvSpPr>
          <p:nvPr>
            <p:ph type="sldNum" sz="quarter" idx="5"/>
          </p:nvPr>
        </p:nvSpPr>
        <p:spPr/>
        <p:txBody>
          <a:bodyPr/>
          <a:lstStyle/>
          <a:p>
            <a:fld id="{20B9C825-F38E-45BB-92C1-043DE61C9183}" type="slidenum">
              <a:rPr lang="en-CA" smtClean="0"/>
              <a:t>12</a:t>
            </a:fld>
            <a:endParaRPr lang="en-CA"/>
          </a:p>
        </p:txBody>
      </p:sp>
    </p:spTree>
    <p:extLst>
      <p:ext uri="{BB962C8B-B14F-4D97-AF65-F5344CB8AC3E}">
        <p14:creationId xmlns:p14="http://schemas.microsoft.com/office/powerpoint/2010/main" val="3904770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275F8-5003-0007-827C-8D0A78FC936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D9CE12-060F-F487-6DEA-32BD4C0046E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EB672E3-A93D-7817-AE39-9FF56F72912B}"/>
              </a:ext>
            </a:extLst>
          </p:cNvPr>
          <p:cNvSpPr>
            <a:spLocks noGrp="1"/>
          </p:cNvSpPr>
          <p:nvPr>
            <p:ph type="body" idx="1"/>
          </p:nvPr>
        </p:nvSpPr>
        <p:spPr/>
        <p:txBody>
          <a:bodyPr>
            <a:normAutofit/>
          </a:bodyPr>
          <a:lstStyle/>
          <a:p>
            <a:pPr marL="285750" indent="-285750" fontAlgn="base">
              <a:buFont typeface="Arial" panose="020B0604020202020204" pitchFamily="34" charset="0"/>
              <a:buChar char="•"/>
            </a:pPr>
            <a:endParaRPr lang="fr-FR" dirty="0"/>
          </a:p>
        </p:txBody>
      </p:sp>
      <p:sp>
        <p:nvSpPr>
          <p:cNvPr id="4" name="Espace réservé du numéro de diapositive 3">
            <a:extLst>
              <a:ext uri="{FF2B5EF4-FFF2-40B4-BE49-F238E27FC236}">
                <a16:creationId xmlns:a16="http://schemas.microsoft.com/office/drawing/2014/main" id="{0994968E-579F-AD23-922D-9A511260DACF}"/>
              </a:ext>
            </a:extLst>
          </p:cNvPr>
          <p:cNvSpPr>
            <a:spLocks noGrp="1"/>
          </p:cNvSpPr>
          <p:nvPr>
            <p:ph type="sldNum" sz="quarter" idx="5"/>
          </p:nvPr>
        </p:nvSpPr>
        <p:spPr/>
        <p:txBody>
          <a:bodyPr/>
          <a:lstStyle/>
          <a:p>
            <a:fld id="{20B9C825-F38E-45BB-92C1-043DE61C9183}" type="slidenum">
              <a:rPr lang="en-CA" smtClean="0"/>
              <a:t>13</a:t>
            </a:fld>
            <a:endParaRPr lang="en-CA"/>
          </a:p>
        </p:txBody>
      </p:sp>
    </p:spTree>
    <p:extLst>
      <p:ext uri="{BB962C8B-B14F-4D97-AF65-F5344CB8AC3E}">
        <p14:creationId xmlns:p14="http://schemas.microsoft.com/office/powerpoint/2010/main" val="1284462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DA71C-7422-22AF-AE3B-E2763604C96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1659A3-EBEE-6792-1888-8D128A1490A9}"/>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A93F3A5-741B-7E57-EAA3-C3150A7EACD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659A68C-78CC-4A80-3D4C-6A036597AD4F}"/>
              </a:ext>
            </a:extLst>
          </p:cNvPr>
          <p:cNvSpPr>
            <a:spLocks noGrp="1"/>
          </p:cNvSpPr>
          <p:nvPr>
            <p:ph type="sldNum" sz="quarter" idx="5"/>
          </p:nvPr>
        </p:nvSpPr>
        <p:spPr/>
        <p:txBody>
          <a:bodyPr/>
          <a:lstStyle/>
          <a:p>
            <a:fld id="{20B9C825-F38E-45BB-92C1-043DE61C9183}" type="slidenum">
              <a:rPr lang="en-CA" smtClean="0"/>
              <a:t>14</a:t>
            </a:fld>
            <a:endParaRPr lang="en-CA"/>
          </a:p>
        </p:txBody>
      </p:sp>
    </p:spTree>
    <p:extLst>
      <p:ext uri="{BB962C8B-B14F-4D97-AF65-F5344CB8AC3E}">
        <p14:creationId xmlns:p14="http://schemas.microsoft.com/office/powerpoint/2010/main" val="399619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8A8AB-FC43-F689-1291-5C55BF7F1A8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DB4CC67-4BB1-1050-9498-024DE1260B7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11F9A22-AA6F-7889-9D27-3092D4F7F151}"/>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50AEAD38-3238-D307-86AD-FA1D0F9BFE88}"/>
              </a:ext>
            </a:extLst>
          </p:cNvPr>
          <p:cNvSpPr>
            <a:spLocks noGrp="1"/>
          </p:cNvSpPr>
          <p:nvPr>
            <p:ph type="sldNum" sz="quarter" idx="5"/>
          </p:nvPr>
        </p:nvSpPr>
        <p:spPr/>
        <p:txBody>
          <a:bodyPr/>
          <a:lstStyle/>
          <a:p>
            <a:fld id="{20B9C825-F38E-45BB-92C1-043DE61C9183}" type="slidenum">
              <a:rPr lang="en-CA" smtClean="0"/>
              <a:t>15</a:t>
            </a:fld>
            <a:endParaRPr lang="en-CA"/>
          </a:p>
        </p:txBody>
      </p:sp>
    </p:spTree>
    <p:extLst>
      <p:ext uri="{BB962C8B-B14F-4D97-AF65-F5344CB8AC3E}">
        <p14:creationId xmlns:p14="http://schemas.microsoft.com/office/powerpoint/2010/main" val="422841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B4A5A-D706-9137-8DA1-ACE9264EE4F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92B5ECE-7F49-63FA-70DC-DB8B14BFB16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A9D1BED-B411-AAFB-97E4-1BC923B40242}"/>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E564A72B-A2F3-95E7-AE33-698ECD2EE5C5}"/>
              </a:ext>
            </a:extLst>
          </p:cNvPr>
          <p:cNvSpPr>
            <a:spLocks noGrp="1"/>
          </p:cNvSpPr>
          <p:nvPr>
            <p:ph type="sldNum" sz="quarter" idx="5"/>
          </p:nvPr>
        </p:nvSpPr>
        <p:spPr/>
        <p:txBody>
          <a:bodyPr/>
          <a:lstStyle/>
          <a:p>
            <a:fld id="{20B9C825-F38E-45BB-92C1-043DE61C9183}" type="slidenum">
              <a:rPr lang="en-CA" smtClean="0"/>
              <a:t>16</a:t>
            </a:fld>
            <a:endParaRPr lang="en-CA"/>
          </a:p>
        </p:txBody>
      </p:sp>
    </p:spTree>
    <p:extLst>
      <p:ext uri="{BB962C8B-B14F-4D97-AF65-F5344CB8AC3E}">
        <p14:creationId xmlns:p14="http://schemas.microsoft.com/office/powerpoint/2010/main" val="3891366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ACD0B-9993-0733-102D-A8FFBA6688E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D89C37C-BDA5-3F83-F14D-E06153DA622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A42F708-8EDF-EF11-B264-1FF505D9128F}"/>
              </a:ext>
            </a:extLst>
          </p:cNvPr>
          <p:cNvSpPr>
            <a:spLocks noGrp="1"/>
          </p:cNvSpPr>
          <p:nvPr>
            <p:ph type="body" idx="1"/>
          </p:nvPr>
        </p:nvSpPr>
        <p:spPr/>
        <p:txBody>
          <a:bodyPr>
            <a:normAutofit/>
          </a:bodyPr>
          <a:lstStyle/>
          <a:p>
            <a:pPr marL="0" indent="0" defTabSz="990752">
              <a:buFont typeface="Calibri"/>
              <a:buNone/>
              <a:defRPr/>
            </a:pPr>
            <a:r>
              <a:rPr lang="fr-FR" dirty="0"/>
              <a:t>Frontend : Interface Homme Machine (IHM) (application WEB, application mobile)</a:t>
            </a:r>
          </a:p>
          <a:p>
            <a:pPr marL="0" indent="0" defTabSz="990752">
              <a:buFont typeface="Calibri"/>
              <a:buNone/>
              <a:defRPr/>
            </a:pPr>
            <a:r>
              <a:rPr lang="fr-FR" dirty="0"/>
              <a:t>Backend : APIs, base de données, système de fichiers</a:t>
            </a:r>
          </a:p>
          <a:p>
            <a:pPr marL="0" indent="0" defTabSz="990752">
              <a:buFont typeface="Calibri"/>
              <a:buNone/>
              <a:defRPr/>
            </a:pPr>
            <a:endParaRPr lang="fr-FR" dirty="0"/>
          </a:p>
          <a:p>
            <a:pPr marL="0" indent="0" defTabSz="990752">
              <a:buFont typeface="Calibri"/>
              <a:buNone/>
              <a:defRPr/>
            </a:pPr>
            <a:r>
              <a:rPr lang="fr-FR" dirty="0"/>
              <a:t>L’ensemble forme une application.</a:t>
            </a:r>
          </a:p>
        </p:txBody>
      </p:sp>
      <p:sp>
        <p:nvSpPr>
          <p:cNvPr id="4" name="Espace réservé du numéro de diapositive 3">
            <a:extLst>
              <a:ext uri="{FF2B5EF4-FFF2-40B4-BE49-F238E27FC236}">
                <a16:creationId xmlns:a16="http://schemas.microsoft.com/office/drawing/2014/main" id="{39A61082-3B48-FE4C-BFFC-638F4B650498}"/>
              </a:ext>
            </a:extLst>
          </p:cNvPr>
          <p:cNvSpPr>
            <a:spLocks noGrp="1"/>
          </p:cNvSpPr>
          <p:nvPr>
            <p:ph type="sldNum" sz="quarter" idx="5"/>
          </p:nvPr>
        </p:nvSpPr>
        <p:spPr/>
        <p:txBody>
          <a:bodyPr/>
          <a:lstStyle/>
          <a:p>
            <a:fld id="{20B9C825-F38E-45BB-92C1-043DE61C9183}" type="slidenum">
              <a:rPr lang="en-CA" smtClean="0"/>
              <a:t>17</a:t>
            </a:fld>
            <a:endParaRPr lang="en-CA"/>
          </a:p>
        </p:txBody>
      </p:sp>
    </p:spTree>
    <p:extLst>
      <p:ext uri="{BB962C8B-B14F-4D97-AF65-F5344CB8AC3E}">
        <p14:creationId xmlns:p14="http://schemas.microsoft.com/office/powerpoint/2010/main" val="21939358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EAE36-C110-AA47-9B3B-928841D2BF4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A302014-A090-68A6-F0BA-E582FC153C3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A0F66CF-1148-C9D0-85C6-5F976BE50B97}"/>
              </a:ext>
            </a:extLst>
          </p:cNvPr>
          <p:cNvSpPr>
            <a:spLocks noGrp="1"/>
          </p:cNvSpPr>
          <p:nvPr>
            <p:ph type="body" idx="1"/>
          </p:nvPr>
        </p:nvSpPr>
        <p:spPr/>
        <p:txBody>
          <a:bodyPr>
            <a:normAutofit/>
          </a:bodyPr>
          <a:lstStyle/>
          <a:p>
            <a:pPr marL="285750" indent="-285750" fontAlgn="base">
              <a:buFont typeface="Arial" panose="020B0604020202020204" pitchFamily="34" charset="0"/>
              <a:buChar char="•"/>
            </a:pPr>
            <a:r>
              <a:rPr lang="fr-FR" dirty="0"/>
              <a:t>Respect des responsabilités</a:t>
            </a:r>
          </a:p>
          <a:p>
            <a:pPr marL="742950" lvl="1" indent="-285750" fontAlgn="base">
              <a:buFont typeface="Arial" panose="020B0604020202020204" pitchFamily="34" charset="0"/>
              <a:buChar char="•"/>
            </a:pPr>
            <a:r>
              <a:rPr lang="fr-FR" dirty="0"/>
              <a:t>Front =&gt; Affichage</a:t>
            </a:r>
          </a:p>
          <a:p>
            <a:pPr marL="742950" lvl="1" indent="-285750" fontAlgn="base">
              <a:buFont typeface="Arial" panose="020B0604020202020204" pitchFamily="34" charset="0"/>
              <a:buChar char="•"/>
            </a:pPr>
            <a:r>
              <a:rPr lang="fr-FR" dirty="0"/>
              <a:t>Back =&gt; logique</a:t>
            </a:r>
          </a:p>
          <a:p>
            <a:pPr marL="285750" indent="-285750" fontAlgn="base">
              <a:buFont typeface="Arial" panose="020B0604020202020204" pitchFamily="34" charset="0"/>
              <a:buChar char="•"/>
            </a:pPr>
            <a:r>
              <a:rPr lang="fr-FR" dirty="0"/>
              <a:t>Maintenabilité</a:t>
            </a:r>
          </a:p>
          <a:p>
            <a:pPr marL="742950" lvl="1" indent="-285750" fontAlgn="base">
              <a:buFont typeface="Arial" panose="020B0604020202020204" pitchFamily="34" charset="0"/>
              <a:buChar char="•"/>
            </a:pPr>
            <a:r>
              <a:rPr lang="fr-FR" dirty="0"/>
              <a:t>Comme chaque module a sa propre responsabilité, il est plus facile de faire évoluer l’application</a:t>
            </a:r>
          </a:p>
          <a:p>
            <a:pPr marL="742950" lvl="1" indent="-285750" fontAlgn="base">
              <a:buFont typeface="Arial" panose="020B0604020202020204" pitchFamily="34" charset="0"/>
              <a:buChar char="•"/>
            </a:pPr>
            <a:r>
              <a:rPr lang="fr-FR" dirty="0"/>
              <a:t>La logique métier côté backend peut-être utilisée par plusieurs clients</a:t>
            </a:r>
          </a:p>
          <a:p>
            <a:pPr marL="742950" lvl="1" indent="-285750" fontAlgn="base">
              <a:buFont typeface="Arial" panose="020B0604020202020204" pitchFamily="34" charset="0"/>
              <a:buChar char="•"/>
            </a:pPr>
            <a:r>
              <a:rPr lang="fr-FR" dirty="0"/>
              <a:t>On identifie plus facilement des profiles spécialisés (développeur frontend, développeur backend, développeur </a:t>
            </a:r>
            <a:r>
              <a:rPr lang="fr-FR" dirty="0" err="1"/>
              <a:t>fullstack</a:t>
            </a:r>
            <a:r>
              <a:rPr lang="fr-FR" dirty="0"/>
              <a:t>)</a:t>
            </a:r>
          </a:p>
          <a:p>
            <a:pPr marL="285750" indent="-285750" fontAlgn="base">
              <a:buFont typeface="Arial" panose="020B0604020202020204" pitchFamily="34" charset="0"/>
              <a:buChar char="•"/>
            </a:pPr>
            <a:r>
              <a:rPr lang="fr-FR" noProof="0" dirty="0"/>
              <a:t>Performances</a:t>
            </a:r>
          </a:p>
          <a:p>
            <a:pPr marL="742950" lvl="1" indent="-285750" fontAlgn="base">
              <a:buFont typeface="Arial" panose="020B0604020202020204" pitchFamily="34" charset="0"/>
              <a:buChar char="•"/>
            </a:pPr>
            <a:r>
              <a:rPr lang="fr-FR" noProof="0" dirty="0"/>
              <a:t>Langages orienté backend sont plus performant que les langages frontend (précompilés)</a:t>
            </a:r>
          </a:p>
          <a:p>
            <a:pPr marL="742950" lvl="1" indent="-285750" fontAlgn="base">
              <a:buFont typeface="Arial" panose="020B0604020202020204" pitchFamily="34" charset="0"/>
              <a:buChar char="•"/>
            </a:pPr>
            <a:r>
              <a:rPr lang="fr-FR" noProof="0" dirty="0"/>
              <a:t>Donc plus performant d’implémenter la logique métier dans le backend</a:t>
            </a:r>
          </a:p>
          <a:p>
            <a:pPr marL="285750" indent="-285750" fontAlgn="base">
              <a:buFont typeface="Arial" panose="020B0604020202020204" pitchFamily="34" charset="0"/>
              <a:buChar char="•"/>
            </a:pPr>
            <a:r>
              <a:rPr lang="fr-FR" dirty="0"/>
              <a:t>Sécurité</a:t>
            </a:r>
          </a:p>
          <a:p>
            <a:pPr marL="742950" lvl="1" indent="-285750" fontAlgn="base">
              <a:buFont typeface="Arial" panose="020B0604020202020204" pitchFamily="34" charset="0"/>
              <a:buChar char="•"/>
            </a:pPr>
            <a:r>
              <a:rPr lang="fr-FR" noProof="0" dirty="0"/>
              <a:t>Le frontend est côté client (navigateur, application mobile)</a:t>
            </a:r>
          </a:p>
          <a:p>
            <a:pPr marL="742950" lvl="1" indent="-285750" fontAlgn="base">
              <a:buFont typeface="Arial" panose="020B0604020202020204" pitchFamily="34" charset="0"/>
              <a:buChar char="•"/>
            </a:pPr>
            <a:r>
              <a:rPr lang="fr-FR" noProof="0" dirty="0"/>
              <a:t>Risquer d’y stocker de la logique métier</a:t>
            </a:r>
          </a:p>
          <a:p>
            <a:pPr marL="742950" lvl="1" indent="-285750" fontAlgn="base">
              <a:buFont typeface="Arial" panose="020B0604020202020204" pitchFamily="34" charset="0"/>
              <a:buChar char="•"/>
            </a:pPr>
            <a:r>
              <a:rPr lang="fr-FR" noProof="0" dirty="0"/>
              <a:t>Un serveur est toujours plus sécurisé.</a:t>
            </a:r>
          </a:p>
        </p:txBody>
      </p:sp>
      <p:sp>
        <p:nvSpPr>
          <p:cNvPr id="4" name="Espace réservé du numéro de diapositive 3">
            <a:extLst>
              <a:ext uri="{FF2B5EF4-FFF2-40B4-BE49-F238E27FC236}">
                <a16:creationId xmlns:a16="http://schemas.microsoft.com/office/drawing/2014/main" id="{45A79394-A015-5663-1BE5-DC8FF09C2C15}"/>
              </a:ext>
            </a:extLst>
          </p:cNvPr>
          <p:cNvSpPr>
            <a:spLocks noGrp="1"/>
          </p:cNvSpPr>
          <p:nvPr>
            <p:ph type="sldNum" sz="quarter" idx="5"/>
          </p:nvPr>
        </p:nvSpPr>
        <p:spPr/>
        <p:txBody>
          <a:bodyPr/>
          <a:lstStyle/>
          <a:p>
            <a:fld id="{20B9C825-F38E-45BB-92C1-043DE61C9183}" type="slidenum">
              <a:rPr lang="en-CA" smtClean="0"/>
              <a:t>18</a:t>
            </a:fld>
            <a:endParaRPr lang="en-CA"/>
          </a:p>
        </p:txBody>
      </p:sp>
    </p:spTree>
    <p:extLst>
      <p:ext uri="{BB962C8B-B14F-4D97-AF65-F5344CB8AC3E}">
        <p14:creationId xmlns:p14="http://schemas.microsoft.com/office/powerpoint/2010/main" val="25814150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A3CCE-AC99-634A-01AC-4AF18284E8F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5AF381A-873F-825E-7899-29CF1456975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09BF95A-5DC9-33CF-5120-2CC55094E8C3}"/>
              </a:ext>
            </a:extLst>
          </p:cNvPr>
          <p:cNvSpPr>
            <a:spLocks noGrp="1"/>
          </p:cNvSpPr>
          <p:nvPr>
            <p:ph type="body" idx="1"/>
          </p:nvPr>
        </p:nvSpPr>
        <p:spPr/>
        <p:txBody>
          <a:bodyPr>
            <a:normAutofit/>
          </a:bodyPr>
          <a:lstStyle/>
          <a:p>
            <a:pPr marL="171450" indent="-171450" defTabSz="990752">
              <a:buFontTx/>
              <a:buChar char="-"/>
              <a:defRPr/>
            </a:pPr>
            <a:r>
              <a:rPr lang="fr-FR" dirty="0"/>
              <a:t>Tri de données </a:t>
            </a:r>
          </a:p>
          <a:p>
            <a:pPr marL="628650" lvl="1" indent="-171450" defTabSz="990752">
              <a:buFontTx/>
              <a:buChar char="-"/>
              <a:defRPr/>
            </a:pPr>
            <a:r>
              <a:rPr lang="fr-FR" dirty="0"/>
              <a:t>Tri simple à la volée dans un tableau =&gt; frontend</a:t>
            </a:r>
          </a:p>
          <a:p>
            <a:pPr marL="628650" lvl="1" indent="-171450" defTabSz="990752">
              <a:buFontTx/>
              <a:buChar char="-"/>
              <a:defRPr/>
            </a:pPr>
            <a:r>
              <a:rPr lang="fr-FR" dirty="0"/>
              <a:t>Tri complexe impliquant des règles métier =&gt; backend</a:t>
            </a:r>
          </a:p>
          <a:p>
            <a:pPr marL="628650" lvl="1" indent="-171450" defTabSz="990752">
              <a:buFontTx/>
              <a:buChar char="-"/>
              <a:defRPr/>
            </a:pPr>
            <a:r>
              <a:rPr lang="fr-FR" dirty="0"/>
              <a:t>Tri par défaut après récupération des données =&gt; backend</a:t>
            </a:r>
          </a:p>
          <a:p>
            <a:pPr marL="171450" lvl="0" indent="-171450" defTabSz="990752">
              <a:buFontTx/>
              <a:buChar char="-"/>
              <a:defRPr/>
            </a:pPr>
            <a:r>
              <a:rPr lang="fr-FR" dirty="0"/>
              <a:t>Stockage et récupération des données =&gt; backend</a:t>
            </a:r>
          </a:p>
          <a:p>
            <a:pPr marL="171450" lvl="0" indent="-171450" defTabSz="990752">
              <a:buFontTx/>
              <a:buChar char="-"/>
              <a:defRPr/>
            </a:pPr>
            <a:r>
              <a:rPr lang="fr-FR" dirty="0"/>
              <a:t>Authentification et autorisation</a:t>
            </a:r>
          </a:p>
          <a:p>
            <a:pPr marL="628650" lvl="1" indent="-171450" defTabSz="990752">
              <a:buFontTx/>
              <a:buChar char="-"/>
              <a:defRPr/>
            </a:pPr>
            <a:r>
              <a:rPr lang="fr-FR" dirty="0"/>
              <a:t>Vérification du mot de passe et du login =&gt; backend</a:t>
            </a:r>
          </a:p>
          <a:p>
            <a:pPr marL="628650" lvl="1" indent="-171450" defTabSz="990752">
              <a:buFontTx/>
              <a:buChar char="-"/>
              <a:defRPr/>
            </a:pPr>
            <a:r>
              <a:rPr lang="fr-FR" dirty="0"/>
              <a:t>Redirection vers page de connexion ou d’erreur =&gt; frontend</a:t>
            </a:r>
          </a:p>
          <a:p>
            <a:pPr marL="171450" lvl="0" indent="-171450" defTabSz="990752">
              <a:buFontTx/>
              <a:buChar char="-"/>
              <a:defRPr/>
            </a:pPr>
            <a:r>
              <a:rPr lang="fr-FR" dirty="0"/>
              <a:t>Validation d’un formulaire</a:t>
            </a:r>
          </a:p>
          <a:p>
            <a:pPr marL="628650" lvl="1" indent="-171450" defTabSz="990752">
              <a:buFontTx/>
              <a:buChar char="-"/>
              <a:defRPr/>
            </a:pPr>
            <a:r>
              <a:rPr lang="fr-FR" dirty="0"/>
              <a:t>Validation rapide (format email, numéro de téléphone, etc.) =&gt; frontend</a:t>
            </a:r>
          </a:p>
          <a:p>
            <a:pPr marL="628650" lvl="1" indent="-171450" defTabSz="990752">
              <a:buFontTx/>
              <a:buChar char="-"/>
              <a:defRPr/>
            </a:pPr>
            <a:r>
              <a:rPr lang="fr-FR" dirty="0"/>
              <a:t>Validation complexe (règle métier, dépendances entre champs, …) =&gt; backend</a:t>
            </a:r>
          </a:p>
          <a:p>
            <a:pPr marL="171450" lvl="0" indent="-171450" defTabSz="990752">
              <a:buFontTx/>
              <a:buChar char="-"/>
              <a:defRPr/>
            </a:pPr>
            <a:r>
              <a:rPr lang="fr-FR" dirty="0"/>
              <a:t>Gestion mode sombre / clair =&gt; frontend</a:t>
            </a:r>
          </a:p>
          <a:p>
            <a:pPr marL="171450" lvl="0" indent="-171450" defTabSz="990752">
              <a:buFontTx/>
              <a:buChar char="-"/>
              <a:defRPr/>
            </a:pPr>
            <a:r>
              <a:rPr lang="fr-FR" dirty="0"/>
              <a:t>Accessibilité =&gt; frontend</a:t>
            </a:r>
          </a:p>
          <a:p>
            <a:pPr marL="171450" lvl="0" indent="-171450" defTabSz="990752">
              <a:buFontTx/>
              <a:buChar char="-"/>
              <a:defRPr/>
            </a:pPr>
            <a:r>
              <a:rPr lang="fr-FR" dirty="0"/>
              <a:t>Génération d’un PDF =&gt; backend</a:t>
            </a:r>
          </a:p>
          <a:p>
            <a:pPr marL="171450" lvl="0" indent="-171450" defTabSz="990752">
              <a:buFontTx/>
              <a:buChar char="-"/>
              <a:defRPr/>
            </a:pPr>
            <a:r>
              <a:rPr lang="fr-FR" dirty="0"/>
              <a:t>Envoi automatique d’emails =&gt; backend</a:t>
            </a:r>
          </a:p>
          <a:p>
            <a:pPr marL="171450" lvl="0" indent="-171450" defTabSz="990752">
              <a:buFontTx/>
              <a:buChar char="-"/>
              <a:defRPr/>
            </a:pPr>
            <a:endParaRPr lang="fr-FR" dirty="0"/>
          </a:p>
        </p:txBody>
      </p:sp>
      <p:sp>
        <p:nvSpPr>
          <p:cNvPr id="4" name="Espace réservé du numéro de diapositive 3">
            <a:extLst>
              <a:ext uri="{FF2B5EF4-FFF2-40B4-BE49-F238E27FC236}">
                <a16:creationId xmlns:a16="http://schemas.microsoft.com/office/drawing/2014/main" id="{8026A71A-2012-E318-BDEF-7B421B2F47AB}"/>
              </a:ext>
            </a:extLst>
          </p:cNvPr>
          <p:cNvSpPr>
            <a:spLocks noGrp="1"/>
          </p:cNvSpPr>
          <p:nvPr>
            <p:ph type="sldNum" sz="quarter" idx="5"/>
          </p:nvPr>
        </p:nvSpPr>
        <p:spPr/>
        <p:txBody>
          <a:bodyPr/>
          <a:lstStyle/>
          <a:p>
            <a:fld id="{20B9C825-F38E-45BB-92C1-043DE61C9183}" type="slidenum">
              <a:rPr lang="en-CA" smtClean="0"/>
              <a:t>19</a:t>
            </a:fld>
            <a:endParaRPr lang="en-CA"/>
          </a:p>
        </p:txBody>
      </p:sp>
    </p:spTree>
    <p:extLst>
      <p:ext uri="{BB962C8B-B14F-4D97-AF65-F5344CB8AC3E}">
        <p14:creationId xmlns:p14="http://schemas.microsoft.com/office/powerpoint/2010/main" val="25094176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9816C-B71F-ABF1-1310-31C5A56981B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494C69-1DA8-7BC4-6917-9F6A7F69A07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AEBC3B3-F873-73A3-A454-A7379D97239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76B35E1-BE57-F1C3-1C4E-8D2582CEE750}"/>
              </a:ext>
            </a:extLst>
          </p:cNvPr>
          <p:cNvSpPr>
            <a:spLocks noGrp="1"/>
          </p:cNvSpPr>
          <p:nvPr>
            <p:ph type="sldNum" sz="quarter" idx="5"/>
          </p:nvPr>
        </p:nvSpPr>
        <p:spPr/>
        <p:txBody>
          <a:bodyPr/>
          <a:lstStyle/>
          <a:p>
            <a:fld id="{20B9C825-F38E-45BB-92C1-043DE61C9183}" type="slidenum">
              <a:rPr lang="en-CA" smtClean="0"/>
              <a:t>20</a:t>
            </a:fld>
            <a:endParaRPr lang="en-CA"/>
          </a:p>
        </p:txBody>
      </p:sp>
    </p:spTree>
    <p:extLst>
      <p:ext uri="{BB962C8B-B14F-4D97-AF65-F5344CB8AC3E}">
        <p14:creationId xmlns:p14="http://schemas.microsoft.com/office/powerpoint/2010/main" val="35046553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8A81B-60DB-93EF-E98F-76CDCC3BD2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04FDD1B-8DFC-D58D-FA25-180D5FA6929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8F1604B-09EB-3AB4-FF10-519C172189D8}"/>
              </a:ext>
            </a:extLst>
          </p:cNvPr>
          <p:cNvSpPr>
            <a:spLocks noGrp="1"/>
          </p:cNvSpPr>
          <p:nvPr>
            <p:ph type="body" idx="1"/>
          </p:nvPr>
        </p:nvSpPr>
        <p:spPr/>
        <p:txBody>
          <a:bodyPr>
            <a:normAutofit/>
          </a:bodyPr>
          <a:lstStyle/>
          <a:p>
            <a:pPr marL="0" indent="0" fontAlgn="base">
              <a:lnSpc>
                <a:spcPct val="150000"/>
              </a:lnSpc>
              <a:buFont typeface="Arial" panose="020B0604020202020204" pitchFamily="34" charset="0"/>
              <a:buNone/>
            </a:pPr>
            <a:r>
              <a:rPr lang="fr-FR" sz="1200" dirty="0"/>
              <a:t>HTTP définit comment un client et un serveur s’échangent des données</a:t>
            </a:r>
          </a:p>
          <a:p>
            <a:pPr marL="0" indent="0" fontAlgn="base">
              <a:lnSpc>
                <a:spcPct val="150000"/>
              </a:lnSpc>
              <a:buFont typeface="Arial" panose="020B0604020202020204" pitchFamily="34" charset="0"/>
              <a:buNone/>
            </a:pPr>
            <a:r>
              <a:rPr lang="fr-FR" sz="1200" dirty="0"/>
              <a:t>Un navigateur WEB est un client HTTP</a:t>
            </a:r>
          </a:p>
        </p:txBody>
      </p:sp>
      <p:sp>
        <p:nvSpPr>
          <p:cNvPr id="4" name="Espace réservé du numéro de diapositive 3">
            <a:extLst>
              <a:ext uri="{FF2B5EF4-FFF2-40B4-BE49-F238E27FC236}">
                <a16:creationId xmlns:a16="http://schemas.microsoft.com/office/drawing/2014/main" id="{092EF5FD-B2F6-05CA-738D-8CB2A2A2EA1B}"/>
              </a:ext>
            </a:extLst>
          </p:cNvPr>
          <p:cNvSpPr>
            <a:spLocks noGrp="1"/>
          </p:cNvSpPr>
          <p:nvPr>
            <p:ph type="sldNum" sz="quarter" idx="5"/>
          </p:nvPr>
        </p:nvSpPr>
        <p:spPr/>
        <p:txBody>
          <a:bodyPr/>
          <a:lstStyle/>
          <a:p>
            <a:fld id="{20B9C825-F38E-45BB-92C1-043DE61C9183}" type="slidenum">
              <a:rPr lang="en-CA" smtClean="0"/>
              <a:t>21</a:t>
            </a:fld>
            <a:endParaRPr lang="en-CA"/>
          </a:p>
        </p:txBody>
      </p:sp>
    </p:spTree>
    <p:extLst>
      <p:ext uri="{BB962C8B-B14F-4D97-AF65-F5344CB8AC3E}">
        <p14:creationId xmlns:p14="http://schemas.microsoft.com/office/powerpoint/2010/main" val="19988668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0909C-DE75-81F6-6A45-418C23D9B04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2B08CFA-D9AB-5D2D-47CF-330810E8EC5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57BB69E-E020-A5F6-4CA1-2626F49B420F}"/>
              </a:ext>
            </a:extLst>
          </p:cNvPr>
          <p:cNvSpPr>
            <a:spLocks noGrp="1"/>
          </p:cNvSpPr>
          <p:nvPr>
            <p:ph type="body" idx="1"/>
          </p:nvPr>
        </p:nvSpPr>
        <p:spPr/>
        <p:txBody>
          <a:bodyPr>
            <a:normAutofit/>
          </a:bodyPr>
          <a:lstStyle/>
          <a:p>
            <a:pPr marL="228600" indent="-228600" defTabSz="990752">
              <a:buFont typeface="+mj-lt"/>
              <a:buAutoNum type="arabicPeriod"/>
              <a:defRPr/>
            </a:pPr>
            <a:r>
              <a:rPr lang="fr-FR" dirty="0"/>
              <a:t>Headers = description du message (couples de clés/valeurs)</a:t>
            </a:r>
          </a:p>
          <a:p>
            <a:pPr marL="228600" indent="-228600" defTabSz="990752">
              <a:buFont typeface="+mj-lt"/>
              <a:buAutoNum type="arabicPeriod"/>
              <a:defRPr/>
            </a:pPr>
            <a:endParaRPr lang="fr-FR" dirty="0"/>
          </a:p>
        </p:txBody>
      </p:sp>
      <p:sp>
        <p:nvSpPr>
          <p:cNvPr id="4" name="Espace réservé du numéro de diapositive 3">
            <a:extLst>
              <a:ext uri="{FF2B5EF4-FFF2-40B4-BE49-F238E27FC236}">
                <a16:creationId xmlns:a16="http://schemas.microsoft.com/office/drawing/2014/main" id="{949490A4-DEB2-7416-093F-75123A6EC9CB}"/>
              </a:ext>
            </a:extLst>
          </p:cNvPr>
          <p:cNvSpPr>
            <a:spLocks noGrp="1"/>
          </p:cNvSpPr>
          <p:nvPr>
            <p:ph type="sldNum" sz="quarter" idx="5"/>
          </p:nvPr>
        </p:nvSpPr>
        <p:spPr/>
        <p:txBody>
          <a:bodyPr/>
          <a:lstStyle/>
          <a:p>
            <a:fld id="{20B9C825-F38E-45BB-92C1-043DE61C9183}" type="slidenum">
              <a:rPr lang="en-CA" smtClean="0"/>
              <a:t>22</a:t>
            </a:fld>
            <a:endParaRPr lang="en-CA"/>
          </a:p>
        </p:txBody>
      </p:sp>
    </p:spTree>
    <p:extLst>
      <p:ext uri="{BB962C8B-B14F-4D97-AF65-F5344CB8AC3E}">
        <p14:creationId xmlns:p14="http://schemas.microsoft.com/office/powerpoint/2010/main" val="6209476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08785-DDCE-BC08-23EC-D2BC6079828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914347B-4CAE-7D5B-59B5-EBD7D9EB100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C20F97C-CC72-C1AE-4C88-88DC7ECEEF24}"/>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FE81672B-0D78-5802-C81B-566FFFF65B7F}"/>
              </a:ext>
            </a:extLst>
          </p:cNvPr>
          <p:cNvSpPr>
            <a:spLocks noGrp="1"/>
          </p:cNvSpPr>
          <p:nvPr>
            <p:ph type="sldNum" sz="quarter" idx="5"/>
          </p:nvPr>
        </p:nvSpPr>
        <p:spPr/>
        <p:txBody>
          <a:bodyPr/>
          <a:lstStyle/>
          <a:p>
            <a:fld id="{20B9C825-F38E-45BB-92C1-043DE61C9183}" type="slidenum">
              <a:rPr lang="en-CA" smtClean="0"/>
              <a:t>23</a:t>
            </a:fld>
            <a:endParaRPr lang="en-CA"/>
          </a:p>
        </p:txBody>
      </p:sp>
    </p:spTree>
    <p:extLst>
      <p:ext uri="{BB962C8B-B14F-4D97-AF65-F5344CB8AC3E}">
        <p14:creationId xmlns:p14="http://schemas.microsoft.com/office/powerpoint/2010/main" val="18991571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65AB9-8BF8-9F67-AC5E-F4B19980A16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DFB8A5-75B3-3315-63EA-1A361C82F6F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DDF12FC-B296-7A2C-1D0D-224662301B3F}"/>
              </a:ext>
            </a:extLst>
          </p:cNvPr>
          <p:cNvSpPr>
            <a:spLocks noGrp="1"/>
          </p:cNvSpPr>
          <p:nvPr>
            <p:ph type="body" idx="1"/>
          </p:nvPr>
        </p:nvSpPr>
        <p:spPr/>
        <p:txBody>
          <a:bodyPr>
            <a:normAutofit fontScale="92500" lnSpcReduction="20000"/>
          </a:bodyPr>
          <a:lstStyle/>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method</a:t>
            </a:r>
            <a:r>
              <a:rPr lang="fr-FR" sz="1200" b="1" i="0" u="none" kern="1200" dirty="0">
                <a:solidFill>
                  <a:srgbClr val="000000"/>
                </a:solidFill>
                <a:effectLst/>
                <a:latin typeface="Arial" pitchFamily="34" charset="0"/>
                <a:ea typeface="+mn-ea"/>
                <a:cs typeface="+mn-cs"/>
              </a:rPr>
              <a:t>&gt;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La méthode/verbe HTTP est un mot qui décrit la signification de la requête et le résultat souhaité,</a:t>
            </a: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request-target</a:t>
            </a:r>
            <a:r>
              <a:rPr lang="fr-FR" sz="1200" b="1" i="0" u="none" kern="1200" dirty="0">
                <a:solidFill>
                  <a:srgbClr val="000000"/>
                </a:solidFill>
                <a:effectLst/>
                <a:latin typeface="Arial" pitchFamily="34" charset="0"/>
                <a:ea typeface="+mn-ea"/>
                <a:cs typeface="+mn-cs"/>
              </a:rPr>
              <a:t>&gt;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La cible de la requête est généralement une URL absolue ou relative, et est caractérisée par le contexte de la requête (chemin vers la ressource). Le format de la cible dépend de la méthode HTTP utilisée et du contexte de la requête. </a:t>
            </a: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protocol</a:t>
            </a:r>
            <a:r>
              <a:rPr lang="fr-FR" sz="1200" b="1" i="0" u="none" kern="1200" dirty="0">
                <a:solidFill>
                  <a:srgbClr val="000000"/>
                </a:solidFill>
                <a:effectLst/>
                <a:latin typeface="Arial" pitchFamily="34" charset="0"/>
                <a:ea typeface="+mn-ea"/>
                <a:cs typeface="+mn-cs"/>
              </a:rPr>
              <a:t>&gt;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La version HTTP, qui définit la structure du reste du message, agissant comme un indicateur de la version attendue pour la réponse. Il s'agit presque toujours de HTTP/1.1, car HTTP/0.9 et HTTP/1.0 sont obsolètes. Dans HTTP/2 et au-delà, la version du protocole n'est pas incluse dans les messages car elle est comprise lors de l'établissement de la connexion.</a:t>
            </a: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Header « Content-type »</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Permet au destinataire de savoir comment interpréter le body (client ou serveur), décrit la nature du contenu, savoir comment le décoder/</a:t>
            </a:r>
            <a:r>
              <a:rPr lang="fr-FR" sz="1200" b="0" i="0" u="none" kern="1200" dirty="0" err="1">
                <a:solidFill>
                  <a:srgbClr val="000000"/>
                </a:solidFill>
                <a:effectLst/>
                <a:latin typeface="Arial" pitchFamily="34" charset="0"/>
                <a:ea typeface="+mn-ea"/>
                <a:cs typeface="+mn-cs"/>
              </a:rPr>
              <a:t>parser</a:t>
            </a:r>
            <a:r>
              <a:rPr lang="fr-FR" sz="1200" b="0" i="0" u="none" kern="1200" dirty="0">
                <a:solidFill>
                  <a:srgbClr val="000000"/>
                </a:solidFill>
                <a:effectLst/>
                <a:latin typeface="Arial" pitchFamily="34" charset="0"/>
                <a:ea typeface="+mn-ea"/>
                <a:cs typeface="+mn-cs"/>
              </a:rPr>
              <a:t>.</a:t>
            </a:r>
          </a:p>
          <a:p>
            <a:pPr marL="171450" indent="-171450" defTabSz="990752">
              <a:buFont typeface="Arial" panose="020B0604020202020204" pitchFamily="34" charset="0"/>
              <a:buChar char="•"/>
              <a:defRPr/>
            </a:pPr>
            <a:r>
              <a:rPr lang="fr-FR" b="1" u="none" dirty="0">
                <a:solidFill>
                  <a:srgbClr val="000000"/>
                </a:solidFill>
              </a:rPr>
              <a:t>application/</a:t>
            </a:r>
            <a:r>
              <a:rPr lang="fr-FR" b="1" u="none" dirty="0" err="1">
                <a:solidFill>
                  <a:srgbClr val="000000"/>
                </a:solidFill>
              </a:rPr>
              <a:t>json</a:t>
            </a:r>
            <a:r>
              <a:rPr lang="fr-FR" b="1" u="none" dirty="0">
                <a:solidFill>
                  <a:srgbClr val="000000"/>
                </a:solidFill>
              </a:rPr>
              <a:t> </a:t>
            </a:r>
            <a:r>
              <a:rPr lang="fr-FR" u="none" dirty="0">
                <a:solidFill>
                  <a:srgbClr val="000000"/>
                </a:solidFill>
              </a:rPr>
              <a:t>=&gt; le plus utilisé, échange d’information sous la forme d’objets</a:t>
            </a:r>
          </a:p>
          <a:p>
            <a:pPr marL="171450" indent="-171450" defTabSz="990752">
              <a:buFont typeface="Arial" panose="020B0604020202020204" pitchFamily="34" charset="0"/>
              <a:buChar char="•"/>
              <a:defRPr/>
            </a:pPr>
            <a:r>
              <a:rPr lang="fr-FR" b="1" u="none" dirty="0">
                <a:solidFill>
                  <a:srgbClr val="000000"/>
                </a:solidFill>
              </a:rPr>
              <a:t>application/octet-</a:t>
            </a:r>
            <a:r>
              <a:rPr lang="fr-FR" b="1" u="none" dirty="0" err="1">
                <a:solidFill>
                  <a:srgbClr val="000000"/>
                </a:solidFill>
              </a:rPr>
              <a:t>stream</a:t>
            </a:r>
            <a:r>
              <a:rPr lang="fr-FR" b="1" u="none" dirty="0">
                <a:solidFill>
                  <a:srgbClr val="000000"/>
                </a:solidFill>
              </a:rPr>
              <a:t> </a:t>
            </a:r>
            <a:r>
              <a:rPr lang="fr-FR" u="none" dirty="0">
                <a:solidFill>
                  <a:srgbClr val="000000"/>
                </a:solidFill>
              </a:rPr>
              <a:t>=&gt; transfère de données en binaire</a:t>
            </a:r>
          </a:p>
          <a:p>
            <a:pPr marL="171450" indent="-171450" defTabSz="990752">
              <a:buFont typeface="Arial" panose="020B0604020202020204" pitchFamily="34" charset="0"/>
              <a:buChar char="•"/>
              <a:defRPr/>
            </a:pPr>
            <a:r>
              <a:rPr lang="fr-FR" b="1" u="none" dirty="0" err="1">
                <a:solidFill>
                  <a:srgbClr val="000000"/>
                </a:solidFill>
              </a:rPr>
              <a:t>multipart</a:t>
            </a:r>
            <a:r>
              <a:rPr lang="fr-FR" b="1" u="none" dirty="0">
                <a:solidFill>
                  <a:srgbClr val="000000"/>
                </a:solidFill>
              </a:rPr>
              <a:t>/</a:t>
            </a:r>
            <a:r>
              <a:rPr lang="fr-FR" b="1" u="none" dirty="0" err="1">
                <a:solidFill>
                  <a:srgbClr val="000000"/>
                </a:solidFill>
              </a:rPr>
              <a:t>form</a:t>
            </a:r>
            <a:r>
              <a:rPr lang="fr-FR" b="1" u="none" dirty="0">
                <a:solidFill>
                  <a:srgbClr val="000000"/>
                </a:solidFill>
              </a:rPr>
              <a:t>-data </a:t>
            </a:r>
            <a:r>
              <a:rPr lang="fr-FR" u="none" dirty="0">
                <a:solidFill>
                  <a:srgbClr val="000000"/>
                </a:solidFill>
              </a:rPr>
              <a:t>=&gt; transfère en plusieurs parties (</a:t>
            </a:r>
            <a:r>
              <a:rPr lang="fr-FR" i="1" u="none" dirty="0" err="1">
                <a:solidFill>
                  <a:srgbClr val="000000"/>
                </a:solidFill>
              </a:rPr>
              <a:t>multipart</a:t>
            </a:r>
            <a:r>
              <a:rPr lang="fr-FR" sz="1100" i="0" u="none" dirty="0">
                <a:solidFill>
                  <a:srgbClr val="000000"/>
                </a:solidFill>
              </a:rPr>
              <a:t>) de données de différentes natures</a:t>
            </a:r>
            <a:endParaRPr lang="fr-FR" i="1" u="none" dirty="0">
              <a:solidFill>
                <a:srgbClr val="000000"/>
              </a:solidFill>
            </a:endParaRPr>
          </a:p>
          <a:p>
            <a:pPr marL="171450" indent="-171450" defTabSz="990752">
              <a:buFont typeface="Arial" panose="020B0604020202020204" pitchFamily="34" charset="0"/>
              <a:buChar char="•"/>
              <a:defRPr/>
            </a:pPr>
            <a:r>
              <a:rPr lang="fr-FR" b="1" u="none" dirty="0" err="1">
                <a:solidFill>
                  <a:srgbClr val="000000"/>
                </a:solidFill>
              </a:rPr>
              <a:t>text</a:t>
            </a:r>
            <a:r>
              <a:rPr lang="fr-FR" b="1" u="none" dirty="0">
                <a:solidFill>
                  <a:srgbClr val="000000"/>
                </a:solidFill>
              </a:rPr>
              <a:t>/plain </a:t>
            </a:r>
            <a:r>
              <a:rPr lang="fr-FR" u="none" dirty="0">
                <a:solidFill>
                  <a:srgbClr val="000000"/>
                </a:solidFill>
              </a:rPr>
              <a:t>=&gt; texte brut</a:t>
            </a:r>
          </a:p>
          <a:p>
            <a:pPr marL="0" indent="0" defTabSz="990752">
              <a:buFont typeface="Calibri"/>
              <a:buNone/>
              <a:defRPr/>
            </a:pPr>
            <a:endParaRPr lang="fr-FR" u="none" dirty="0">
              <a:solidFill>
                <a:srgbClr val="000000"/>
              </a:solidFill>
            </a:endParaRPr>
          </a:p>
          <a:p>
            <a:pPr marL="0" indent="0" defTabSz="990752">
              <a:buFont typeface="Calibri"/>
              <a:buNone/>
              <a:defRPr/>
            </a:pPr>
            <a:r>
              <a:rPr lang="fr-FR" b="1" u="none" dirty="0">
                <a:solidFill>
                  <a:srgbClr val="000000"/>
                </a:solidFill>
              </a:rPr>
              <a:t>Body</a:t>
            </a:r>
          </a:p>
          <a:p>
            <a:pPr marL="0" indent="0" defTabSz="990752">
              <a:buFont typeface="Calibri"/>
              <a:buNone/>
              <a:defRPr/>
            </a:pPr>
            <a:r>
              <a:rPr lang="fr-FR" u="none" dirty="0">
                <a:solidFill>
                  <a:srgbClr val="000000"/>
                </a:solidFill>
              </a:rPr>
              <a:t>Contient l’information du message (texte, fichier, objet, etc.). Ici, c’est un objet JSON contenant 2 champs.</a:t>
            </a:r>
          </a:p>
          <a:p>
            <a:pPr marL="0" indent="0" defTabSz="990752">
              <a:buFont typeface="Calibri"/>
              <a:buNone/>
              <a:defRPr/>
            </a:pPr>
            <a:endParaRPr lang="fr-FR" u="none" dirty="0">
              <a:solidFill>
                <a:srgbClr val="000000"/>
              </a:solidFill>
            </a:endParaRPr>
          </a:p>
        </p:txBody>
      </p:sp>
      <p:sp>
        <p:nvSpPr>
          <p:cNvPr id="4" name="Espace réservé du numéro de diapositive 3">
            <a:extLst>
              <a:ext uri="{FF2B5EF4-FFF2-40B4-BE49-F238E27FC236}">
                <a16:creationId xmlns:a16="http://schemas.microsoft.com/office/drawing/2014/main" id="{ED01385C-6564-60C1-0E0C-DE44A69CCA41}"/>
              </a:ext>
            </a:extLst>
          </p:cNvPr>
          <p:cNvSpPr>
            <a:spLocks noGrp="1"/>
          </p:cNvSpPr>
          <p:nvPr>
            <p:ph type="sldNum" sz="quarter" idx="5"/>
          </p:nvPr>
        </p:nvSpPr>
        <p:spPr/>
        <p:txBody>
          <a:bodyPr/>
          <a:lstStyle/>
          <a:p>
            <a:fld id="{20B9C825-F38E-45BB-92C1-043DE61C9183}" type="slidenum">
              <a:rPr lang="en-CA" smtClean="0"/>
              <a:t>24</a:t>
            </a:fld>
            <a:endParaRPr lang="en-CA"/>
          </a:p>
        </p:txBody>
      </p:sp>
    </p:spTree>
    <p:extLst>
      <p:ext uri="{BB962C8B-B14F-4D97-AF65-F5344CB8AC3E}">
        <p14:creationId xmlns:p14="http://schemas.microsoft.com/office/powerpoint/2010/main" val="9186684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16C33-2CBC-97F5-A8B3-43710190765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AF2B093-CC82-C73E-C1CC-FF4D3E15781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1750A27-F35F-0E48-5CFE-AC800209C718}"/>
              </a:ext>
            </a:extLst>
          </p:cNvPr>
          <p:cNvSpPr>
            <a:spLocks noGrp="1"/>
          </p:cNvSpPr>
          <p:nvPr>
            <p:ph type="body" idx="1"/>
          </p:nvPr>
        </p:nvSpPr>
        <p:spPr/>
        <p:txBody>
          <a:bodyPr>
            <a:normAutofit/>
          </a:bodyPr>
          <a:lstStyle/>
          <a:p>
            <a:pPr marL="0" indent="0" defTabSz="990752">
              <a:buFont typeface="Calibri"/>
              <a:buNone/>
              <a:defRPr/>
            </a:pPr>
            <a:endParaRPr lang="fr-FR" u="none" dirty="0">
              <a:solidFill>
                <a:srgbClr val="000000"/>
              </a:solidFill>
            </a:endParaRPr>
          </a:p>
        </p:txBody>
      </p:sp>
      <p:sp>
        <p:nvSpPr>
          <p:cNvPr id="4" name="Espace réservé du numéro de diapositive 3">
            <a:extLst>
              <a:ext uri="{FF2B5EF4-FFF2-40B4-BE49-F238E27FC236}">
                <a16:creationId xmlns:a16="http://schemas.microsoft.com/office/drawing/2014/main" id="{866BE9BA-E465-39B7-890C-73854F9D6CEE}"/>
              </a:ext>
            </a:extLst>
          </p:cNvPr>
          <p:cNvSpPr>
            <a:spLocks noGrp="1"/>
          </p:cNvSpPr>
          <p:nvPr>
            <p:ph type="sldNum" sz="quarter" idx="5"/>
          </p:nvPr>
        </p:nvSpPr>
        <p:spPr/>
        <p:txBody>
          <a:bodyPr/>
          <a:lstStyle/>
          <a:p>
            <a:fld id="{20B9C825-F38E-45BB-92C1-043DE61C9183}" type="slidenum">
              <a:rPr lang="en-CA" smtClean="0"/>
              <a:t>25</a:t>
            </a:fld>
            <a:endParaRPr lang="en-CA"/>
          </a:p>
        </p:txBody>
      </p:sp>
    </p:spTree>
    <p:extLst>
      <p:ext uri="{BB962C8B-B14F-4D97-AF65-F5344CB8AC3E}">
        <p14:creationId xmlns:p14="http://schemas.microsoft.com/office/powerpoint/2010/main" val="11851306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70D8A-95D9-949C-ACEE-F31A2C3D4A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33693A-F388-B341-8CA5-262224FB8E6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34625BB-CA10-B772-45D8-4313696FE80A}"/>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2E8A89F4-261B-409C-1448-A2DD08C13EE5}"/>
              </a:ext>
            </a:extLst>
          </p:cNvPr>
          <p:cNvSpPr>
            <a:spLocks noGrp="1"/>
          </p:cNvSpPr>
          <p:nvPr>
            <p:ph type="sldNum" sz="quarter" idx="5"/>
          </p:nvPr>
        </p:nvSpPr>
        <p:spPr/>
        <p:txBody>
          <a:bodyPr/>
          <a:lstStyle/>
          <a:p>
            <a:fld id="{20B9C825-F38E-45BB-92C1-043DE61C9183}" type="slidenum">
              <a:rPr lang="en-CA" smtClean="0"/>
              <a:t>26</a:t>
            </a:fld>
            <a:endParaRPr lang="en-CA"/>
          </a:p>
        </p:txBody>
      </p:sp>
    </p:spTree>
    <p:extLst>
      <p:ext uri="{BB962C8B-B14F-4D97-AF65-F5344CB8AC3E}">
        <p14:creationId xmlns:p14="http://schemas.microsoft.com/office/powerpoint/2010/main" val="23509823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CA516-E1CA-6E7E-8099-060B8518747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5D2B754-A006-3FC7-0D01-FA6AA43A950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3B70F1C-E906-403C-9AF8-2962254FCA55}"/>
              </a:ext>
            </a:extLst>
          </p:cNvPr>
          <p:cNvSpPr>
            <a:spLocks noGrp="1"/>
          </p:cNvSpPr>
          <p:nvPr>
            <p:ph type="body" idx="1"/>
          </p:nvPr>
        </p:nvSpPr>
        <p:spPr/>
        <p:txBody>
          <a:bodyPr>
            <a:normAutofit/>
          </a:bodyPr>
          <a:lstStyle/>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status</a:t>
            </a:r>
            <a:r>
              <a:rPr lang="fr-FR" sz="1200" b="1" i="0" u="none" kern="1200" dirty="0">
                <a:solidFill>
                  <a:srgbClr val="000000"/>
                </a:solidFill>
                <a:effectLst/>
                <a:latin typeface="Arial" pitchFamily="34" charset="0"/>
                <a:ea typeface="+mn-ea"/>
                <a:cs typeface="+mn-cs"/>
              </a:rPr>
              <a:t>-code&gt;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Valeur numérique indiquant l’état de la réponse (succès ou échec) ou la marche suivre.</a:t>
            </a:r>
          </a:p>
          <a:p>
            <a:pPr marL="0" indent="0" defTabSz="990752">
              <a:buFont typeface="Calibri"/>
              <a:buNone/>
              <a:defRPr/>
            </a:pPr>
            <a:endParaRPr lang="fr-FR" sz="1200" b="0" i="0" u="none" kern="1200" dirty="0">
              <a:solidFill>
                <a:srgbClr val="000000"/>
              </a:solidFill>
              <a:effectLst/>
              <a:latin typeface="Arial" pitchFamily="34" charset="0"/>
              <a:ea typeface="+mn-ea"/>
              <a:cs typeface="+mn-cs"/>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protocol</a:t>
            </a:r>
            <a:r>
              <a:rPr lang="fr-FR" sz="1200" b="1" i="0" u="none" kern="1200" dirty="0">
                <a:solidFill>
                  <a:srgbClr val="000000"/>
                </a:solidFill>
                <a:effectLst/>
                <a:latin typeface="Arial" pitchFamily="34" charset="0"/>
                <a:ea typeface="+mn-ea"/>
                <a:cs typeface="+mn-cs"/>
              </a:rPr>
              <a:t>&gt;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La version HTTP, qui définit la structure du reste du message, agissant comme un indicateur de la version attendue pour la réponse. Il s'agit presque toujours de HTTP/1.1, car HTTP/0.9 et HTTP/1.0 sont obsolètes. Dans HTTP/2 et au-delà, la version du protocole n'est pas incluse dans les messages car elle est comprise lors de l'établissement de la connexion.</a:t>
            </a:r>
          </a:p>
          <a:p>
            <a:pPr marL="0" indent="0" defTabSz="990752">
              <a:buFont typeface="Calibri"/>
              <a:buNone/>
              <a:defRPr/>
            </a:pPr>
            <a:endParaRPr lang="fr-FR" u="none" dirty="0">
              <a:solidFill>
                <a:srgbClr val="000000"/>
              </a:solidFill>
            </a:endParaRPr>
          </a:p>
          <a:p>
            <a:pPr marL="0" indent="0" defTabSz="990752">
              <a:buFont typeface="Calibri"/>
              <a:buNone/>
              <a:defRPr/>
            </a:pPr>
            <a:r>
              <a:rPr lang="fr-FR" sz="1200" b="1" i="0" u="none" kern="1200" dirty="0">
                <a:solidFill>
                  <a:srgbClr val="000000"/>
                </a:solidFill>
                <a:effectLst/>
                <a:latin typeface="Arial" pitchFamily="34" charset="0"/>
                <a:ea typeface="+mn-ea"/>
                <a:cs typeface="+mn-cs"/>
              </a:rPr>
              <a:t>&lt;</a:t>
            </a:r>
            <a:r>
              <a:rPr lang="fr-FR" sz="1200" b="1" i="0" u="none" kern="1200" dirty="0" err="1">
                <a:solidFill>
                  <a:srgbClr val="000000"/>
                </a:solidFill>
                <a:effectLst/>
                <a:latin typeface="Arial" pitchFamily="34" charset="0"/>
                <a:ea typeface="+mn-ea"/>
                <a:cs typeface="+mn-cs"/>
              </a:rPr>
              <a:t>reason</a:t>
            </a:r>
            <a:r>
              <a:rPr lang="fr-FR" sz="1200" b="1" i="0" u="none" kern="1200" dirty="0">
                <a:solidFill>
                  <a:srgbClr val="000000"/>
                </a:solidFill>
                <a:effectLst/>
                <a:latin typeface="Arial" pitchFamily="34" charset="0"/>
                <a:ea typeface="+mn-ea"/>
                <a:cs typeface="+mn-cs"/>
              </a:rPr>
              <a:t>-phrase&gt;</a:t>
            </a:r>
          </a:p>
          <a:p>
            <a:pPr marL="0" indent="0" defTabSz="990752">
              <a:buFont typeface="Calibri"/>
              <a:buNone/>
              <a:defRPr/>
            </a:pPr>
            <a:r>
              <a:rPr lang="fr-FR" sz="1200" b="0" i="0" u="none" kern="1200" dirty="0">
                <a:solidFill>
                  <a:srgbClr val="000000"/>
                </a:solidFill>
                <a:effectLst/>
                <a:latin typeface="Arial" pitchFamily="34" charset="0"/>
                <a:ea typeface="+mn-ea"/>
                <a:cs typeface="+mn-cs"/>
              </a:rPr>
              <a:t>Description textuelle du code de statut (en quelques mots). </a:t>
            </a:r>
          </a:p>
          <a:p>
            <a:pPr marL="0" indent="0" defTabSz="990752">
              <a:buFont typeface="Calibri"/>
              <a:buNone/>
              <a:defRPr/>
            </a:pPr>
            <a:endParaRPr lang="fr-FR" u="none" dirty="0">
              <a:solidFill>
                <a:srgbClr val="000000"/>
              </a:solidFill>
            </a:endParaRPr>
          </a:p>
        </p:txBody>
      </p:sp>
      <p:sp>
        <p:nvSpPr>
          <p:cNvPr id="4" name="Espace réservé du numéro de diapositive 3">
            <a:extLst>
              <a:ext uri="{FF2B5EF4-FFF2-40B4-BE49-F238E27FC236}">
                <a16:creationId xmlns:a16="http://schemas.microsoft.com/office/drawing/2014/main" id="{DA0B4981-FA24-F91F-7BF5-E967AEF2EEDB}"/>
              </a:ext>
            </a:extLst>
          </p:cNvPr>
          <p:cNvSpPr>
            <a:spLocks noGrp="1"/>
          </p:cNvSpPr>
          <p:nvPr>
            <p:ph type="sldNum" sz="quarter" idx="5"/>
          </p:nvPr>
        </p:nvSpPr>
        <p:spPr/>
        <p:txBody>
          <a:bodyPr/>
          <a:lstStyle/>
          <a:p>
            <a:fld id="{20B9C825-F38E-45BB-92C1-043DE61C9183}" type="slidenum">
              <a:rPr lang="en-CA" smtClean="0"/>
              <a:t>27</a:t>
            </a:fld>
            <a:endParaRPr lang="en-CA"/>
          </a:p>
        </p:txBody>
      </p:sp>
    </p:spTree>
    <p:extLst>
      <p:ext uri="{BB962C8B-B14F-4D97-AF65-F5344CB8AC3E}">
        <p14:creationId xmlns:p14="http://schemas.microsoft.com/office/powerpoint/2010/main" val="12400047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90964-0A69-1A0D-C718-E6B77FA7430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8751BD3-E594-EA3C-A015-F06248A74B87}"/>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6B5915D-E459-5311-0A0F-2F570F185C57}"/>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2D4BE195-94DD-B415-1A07-0DB7799B23F2}"/>
              </a:ext>
            </a:extLst>
          </p:cNvPr>
          <p:cNvSpPr>
            <a:spLocks noGrp="1"/>
          </p:cNvSpPr>
          <p:nvPr>
            <p:ph type="sldNum" sz="quarter" idx="5"/>
          </p:nvPr>
        </p:nvSpPr>
        <p:spPr/>
        <p:txBody>
          <a:bodyPr/>
          <a:lstStyle/>
          <a:p>
            <a:fld id="{20B9C825-F38E-45BB-92C1-043DE61C9183}" type="slidenum">
              <a:rPr lang="en-CA" smtClean="0"/>
              <a:t>28</a:t>
            </a:fld>
            <a:endParaRPr lang="en-CA"/>
          </a:p>
        </p:txBody>
      </p:sp>
    </p:spTree>
    <p:extLst>
      <p:ext uri="{BB962C8B-B14F-4D97-AF65-F5344CB8AC3E}">
        <p14:creationId xmlns:p14="http://schemas.microsoft.com/office/powerpoint/2010/main" val="5735572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6E1F2-BB57-6C64-D2DE-45E4A107689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20C835E-DD9D-3976-97B6-E6CDDBFC746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116B40E-2503-179A-71F5-83DC0FCB5DB0}"/>
              </a:ext>
            </a:extLst>
          </p:cNvPr>
          <p:cNvSpPr>
            <a:spLocks noGrp="1"/>
          </p:cNvSpPr>
          <p:nvPr>
            <p:ph type="body" idx="1"/>
          </p:nvPr>
        </p:nvSpPr>
        <p:spPr/>
        <p:txBody>
          <a:bodyPr>
            <a:normAutofit/>
          </a:bodyPr>
          <a:lstStyle/>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sz="1200" dirty="0"/>
              <a:t>Authentification = </a:t>
            </a:r>
            <a:r>
              <a:rPr lang="fr-FR" sz="1200" b="0" i="0" kern="1200" dirty="0">
                <a:solidFill>
                  <a:schemeClr val="tx1"/>
                </a:solidFill>
                <a:effectLst/>
                <a:latin typeface="Arial" pitchFamily="34" charset="0"/>
                <a:ea typeface="+mn-ea"/>
                <a:cs typeface="+mn-cs"/>
              </a:rPr>
              <a:t>L’</a:t>
            </a:r>
            <a:r>
              <a:rPr lang="fr-FR" sz="1200" b="1" i="0" kern="1200" dirty="0">
                <a:solidFill>
                  <a:schemeClr val="tx1"/>
                </a:solidFill>
                <a:effectLst/>
                <a:latin typeface="Arial" pitchFamily="34" charset="0"/>
                <a:ea typeface="+mn-ea"/>
                <a:cs typeface="+mn-cs"/>
              </a:rPr>
              <a:t>authentification</a:t>
            </a:r>
            <a:r>
              <a:rPr lang="fr-FR" sz="1200" b="0" i="0" kern="1200" dirty="0">
                <a:solidFill>
                  <a:schemeClr val="tx1"/>
                </a:solidFill>
                <a:effectLst/>
                <a:latin typeface="Arial" pitchFamily="34" charset="0"/>
                <a:ea typeface="+mn-ea"/>
                <a:cs typeface="+mn-cs"/>
              </a:rPr>
              <a:t> est le processus qui permet de </a:t>
            </a:r>
            <a:r>
              <a:rPr lang="fr-FR" sz="1200" b="1" i="0" kern="1200" dirty="0">
                <a:solidFill>
                  <a:schemeClr val="tx1"/>
                </a:solidFill>
                <a:effectLst/>
                <a:latin typeface="Arial" pitchFamily="34" charset="0"/>
                <a:ea typeface="+mn-ea"/>
                <a:cs typeface="+mn-cs"/>
              </a:rPr>
              <a:t>vérifier l’identité</a:t>
            </a:r>
            <a:r>
              <a:rPr lang="fr-FR" sz="1200" b="0" i="0" kern="1200" dirty="0">
                <a:solidFill>
                  <a:schemeClr val="tx1"/>
                </a:solidFill>
                <a:effectLst/>
                <a:latin typeface="Arial" pitchFamily="34" charset="0"/>
                <a:ea typeface="+mn-ea"/>
                <a:cs typeface="+mn-cs"/>
              </a:rPr>
              <a:t> d’un utilisateur, d’une machine ou d’une application. Vous montrez que c’est bien vous.</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Entrer un </a:t>
            </a:r>
            <a:r>
              <a:rPr lang="fr-FR" sz="1200" b="1" i="0" kern="1200" dirty="0">
                <a:solidFill>
                  <a:schemeClr val="tx1"/>
                </a:solidFill>
                <a:effectLst/>
                <a:latin typeface="Arial" pitchFamily="34" charset="0"/>
                <a:ea typeface="+mn-ea"/>
                <a:cs typeface="+mn-cs"/>
              </a:rPr>
              <a:t>mot de passe</a:t>
            </a:r>
            <a:r>
              <a:rPr lang="fr-FR" sz="1200" b="0" i="0" kern="1200" dirty="0">
                <a:solidFill>
                  <a:schemeClr val="tx1"/>
                </a:solidFill>
                <a:effectLst/>
                <a:latin typeface="Arial" pitchFamily="34" charset="0"/>
                <a:ea typeface="+mn-ea"/>
                <a:cs typeface="+mn-cs"/>
              </a:rPr>
              <a:t>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S’authentifier via </a:t>
            </a:r>
            <a:r>
              <a:rPr lang="fr-FR" sz="1200" b="1" i="0" kern="1200" dirty="0">
                <a:solidFill>
                  <a:schemeClr val="tx1"/>
                </a:solidFill>
                <a:effectLst/>
                <a:latin typeface="Arial" pitchFamily="34" charset="0"/>
                <a:ea typeface="+mn-ea"/>
                <a:cs typeface="+mn-cs"/>
              </a:rPr>
              <a:t>Google / Microsoft / GitHub</a:t>
            </a:r>
            <a:r>
              <a:rPr lang="fr-FR" sz="1200" b="0" i="0" kern="1200" dirty="0">
                <a:solidFill>
                  <a:schemeClr val="tx1"/>
                </a:solidFill>
                <a:effectLst/>
                <a:latin typeface="Arial" pitchFamily="34" charset="0"/>
                <a:ea typeface="+mn-ea"/>
                <a:cs typeface="+mn-cs"/>
              </a:rPr>
              <a:t>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Scanner son </a:t>
            </a:r>
            <a:r>
              <a:rPr lang="fr-FR" sz="1200" b="1" i="0" kern="1200" dirty="0">
                <a:solidFill>
                  <a:schemeClr val="tx1"/>
                </a:solidFill>
                <a:effectLst/>
                <a:latin typeface="Arial" pitchFamily="34" charset="0"/>
                <a:ea typeface="+mn-ea"/>
                <a:cs typeface="+mn-cs"/>
              </a:rPr>
              <a:t>empreinte digitale</a:t>
            </a:r>
            <a:r>
              <a:rPr lang="fr-FR" sz="1200" b="0" i="0" kern="1200" dirty="0">
                <a:solidFill>
                  <a:schemeClr val="tx1"/>
                </a:solidFill>
                <a:effectLst/>
                <a:latin typeface="Arial" pitchFamily="34" charset="0"/>
                <a:ea typeface="+mn-ea"/>
                <a:cs typeface="+mn-cs"/>
              </a:rPr>
              <a:t> sur un smartphone</a:t>
            </a:r>
          </a:p>
          <a:p>
            <a:pPr marL="0" marR="0" lvl="0" indent="0" algn="l" defTabSz="990752" rtl="0" eaLnBrk="1" fontAlgn="auto" latinLnBrk="0" hangingPunct="1">
              <a:lnSpc>
                <a:spcPct val="100000"/>
              </a:lnSpc>
              <a:spcBef>
                <a:spcPts val="0"/>
              </a:spcBef>
              <a:spcAft>
                <a:spcPts val="0"/>
              </a:spcAft>
              <a:buClrTx/>
              <a:buSzTx/>
              <a:buFont typeface="Calibri"/>
              <a:buNone/>
              <a:tabLst/>
              <a:defRPr/>
            </a:pPr>
            <a:endParaRPr lang="fr-FR" sz="1200" b="0" i="0" kern="1200" dirty="0">
              <a:solidFill>
                <a:schemeClr val="tx1"/>
              </a:solidFill>
              <a:effectLst/>
              <a:latin typeface="Arial" pitchFamily="34" charset="0"/>
              <a:ea typeface="+mn-ea"/>
              <a:cs typeface="+mn-cs"/>
            </a:endParaRP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sz="1200" b="0" i="0" kern="1200" dirty="0">
                <a:solidFill>
                  <a:schemeClr val="tx1"/>
                </a:solidFill>
                <a:effectLst/>
                <a:latin typeface="Arial" pitchFamily="34" charset="0"/>
                <a:ea typeface="+mn-ea"/>
                <a:cs typeface="+mn-cs"/>
              </a:rPr>
              <a:t>Autorisation = L’utilisateur authentifier a-t-il les droits d’accéder au service ou à la ressource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1" i="0" kern="1200" dirty="0">
                <a:solidFill>
                  <a:schemeClr val="tx1"/>
                </a:solidFill>
                <a:effectLst/>
                <a:latin typeface="Arial" pitchFamily="34" charset="0"/>
                <a:ea typeface="+mn-ea"/>
                <a:cs typeface="+mn-cs"/>
              </a:rPr>
              <a:t>Accéder à l’espace admin</a:t>
            </a:r>
            <a:r>
              <a:rPr lang="fr-FR" sz="1200" b="0" i="0" kern="1200" dirty="0">
                <a:solidFill>
                  <a:schemeClr val="tx1"/>
                </a:solidFill>
                <a:effectLst/>
                <a:latin typeface="Arial" pitchFamily="34" charset="0"/>
                <a:ea typeface="+mn-ea"/>
                <a:cs typeface="+mn-cs"/>
              </a:rPr>
              <a:t> ?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1" i="0" kern="1200" dirty="0">
                <a:solidFill>
                  <a:schemeClr val="tx1"/>
                </a:solidFill>
                <a:effectLst/>
                <a:latin typeface="Arial" pitchFamily="34" charset="0"/>
                <a:ea typeface="+mn-ea"/>
                <a:cs typeface="+mn-cs"/>
              </a:rPr>
              <a:t>Supprimer un utilisateur</a:t>
            </a:r>
            <a:r>
              <a:rPr lang="fr-FR" sz="1200" b="0" i="0" kern="1200" dirty="0">
                <a:solidFill>
                  <a:schemeClr val="tx1"/>
                </a:solidFill>
                <a:effectLst/>
                <a:latin typeface="Arial" pitchFamily="34" charset="0"/>
                <a:ea typeface="+mn-ea"/>
                <a:cs typeface="+mn-cs"/>
              </a:rPr>
              <a:t> ?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1" i="0" kern="1200" dirty="0">
                <a:solidFill>
                  <a:schemeClr val="tx1"/>
                </a:solidFill>
                <a:effectLst/>
                <a:latin typeface="Arial" pitchFamily="34" charset="0"/>
                <a:ea typeface="+mn-ea"/>
                <a:cs typeface="+mn-cs"/>
              </a:rPr>
              <a:t>Modifier une facture</a:t>
            </a:r>
            <a:r>
              <a:rPr lang="fr-FR" sz="1200" b="0" i="0" kern="1200" dirty="0">
                <a:solidFill>
                  <a:schemeClr val="tx1"/>
                </a:solidFill>
                <a:effectLst/>
                <a:latin typeface="Arial" pitchFamily="34" charset="0"/>
                <a:ea typeface="+mn-ea"/>
                <a:cs typeface="+mn-cs"/>
              </a:rPr>
              <a:t>, </a:t>
            </a:r>
            <a:r>
              <a:rPr lang="fr-FR" sz="1200" b="1" i="0" kern="1200" dirty="0">
                <a:solidFill>
                  <a:schemeClr val="tx1"/>
                </a:solidFill>
                <a:effectLst/>
                <a:latin typeface="Arial" pitchFamily="34" charset="0"/>
                <a:ea typeface="+mn-ea"/>
                <a:cs typeface="+mn-cs"/>
              </a:rPr>
              <a:t>mettre à jour un produit</a:t>
            </a:r>
            <a:r>
              <a:rPr lang="fr-FR" sz="1200" b="0" i="0" kern="1200" dirty="0">
                <a:solidFill>
                  <a:schemeClr val="tx1"/>
                </a:solidFill>
                <a:effectLst/>
                <a:latin typeface="Arial" pitchFamily="34" charset="0"/>
                <a:ea typeface="+mn-ea"/>
                <a:cs typeface="+mn-cs"/>
              </a:rPr>
              <a:t>, </a:t>
            </a:r>
            <a:r>
              <a:rPr lang="fr-FR" sz="1200" b="1" i="0" kern="1200" dirty="0">
                <a:solidFill>
                  <a:schemeClr val="tx1"/>
                </a:solidFill>
                <a:effectLst/>
                <a:latin typeface="Arial" pitchFamily="34" charset="0"/>
                <a:ea typeface="+mn-ea"/>
                <a:cs typeface="+mn-cs"/>
              </a:rPr>
              <a:t>voir les données d’un autre client</a:t>
            </a:r>
            <a:r>
              <a:rPr lang="fr-FR" sz="1200" b="0" i="0" kern="1200" dirty="0">
                <a:solidFill>
                  <a:schemeClr val="tx1"/>
                </a:solidFill>
                <a:effectLst/>
                <a:latin typeface="Arial" pitchFamily="34" charset="0"/>
                <a:ea typeface="+mn-ea"/>
                <a:cs typeface="+mn-cs"/>
              </a:rPr>
              <a:t> ? </a:t>
            </a:r>
          </a:p>
          <a:p>
            <a:pPr marL="171450" marR="0" lvl="0" indent="-171450" algn="l" defTabSz="99075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0" i="0" kern="1200" dirty="0">
                <a:solidFill>
                  <a:schemeClr val="tx1"/>
                </a:solidFill>
                <a:effectLst/>
                <a:latin typeface="Arial" pitchFamily="34" charset="0"/>
                <a:ea typeface="+mn-ea"/>
                <a:cs typeface="+mn-cs"/>
              </a:rPr>
              <a:t>Son rôle (user, admin, manager…) détermine ce que tu peux faire.</a:t>
            </a:r>
          </a:p>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FDAB73CE-FF2E-D161-49E9-B1CE4C98D1A9}"/>
              </a:ext>
            </a:extLst>
          </p:cNvPr>
          <p:cNvSpPr>
            <a:spLocks noGrp="1"/>
          </p:cNvSpPr>
          <p:nvPr>
            <p:ph type="sldNum" sz="quarter" idx="5"/>
          </p:nvPr>
        </p:nvSpPr>
        <p:spPr/>
        <p:txBody>
          <a:bodyPr/>
          <a:lstStyle/>
          <a:p>
            <a:fld id="{20B9C825-F38E-45BB-92C1-043DE61C9183}" type="slidenum">
              <a:rPr lang="en-CA" smtClean="0"/>
              <a:t>29</a:t>
            </a:fld>
            <a:endParaRPr lang="en-CA"/>
          </a:p>
        </p:txBody>
      </p:sp>
    </p:spTree>
    <p:extLst>
      <p:ext uri="{BB962C8B-B14F-4D97-AF65-F5344CB8AC3E}">
        <p14:creationId xmlns:p14="http://schemas.microsoft.com/office/powerpoint/2010/main" val="40858950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DAEDD-412E-0424-F98D-35B794886B2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653A05C-3C1A-2CA7-4BB0-E79086AC1DD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F51156E-F649-6B6A-87A2-D9FA458E5938}"/>
              </a:ext>
            </a:extLst>
          </p:cNvPr>
          <p:cNvSpPr>
            <a:spLocks noGrp="1"/>
          </p:cNvSpPr>
          <p:nvPr>
            <p:ph type="body" idx="1"/>
          </p:nvPr>
        </p:nvSpPr>
        <p:spPr/>
        <p:txBody>
          <a:bodyPr>
            <a:normAutofit/>
          </a:bodyPr>
          <a:lstStyle/>
          <a:p>
            <a:pPr marL="171450" lvl="0" indent="-171450" defTabSz="990752">
              <a:buFontTx/>
              <a:buChar char="-"/>
              <a:defRPr/>
            </a:pPr>
            <a:endParaRPr lang="fr-FR" dirty="0"/>
          </a:p>
        </p:txBody>
      </p:sp>
      <p:sp>
        <p:nvSpPr>
          <p:cNvPr id="4" name="Espace réservé du numéro de diapositive 3">
            <a:extLst>
              <a:ext uri="{FF2B5EF4-FFF2-40B4-BE49-F238E27FC236}">
                <a16:creationId xmlns:a16="http://schemas.microsoft.com/office/drawing/2014/main" id="{78464186-39F0-E73D-DBCE-DA5F29324FF5}"/>
              </a:ext>
            </a:extLst>
          </p:cNvPr>
          <p:cNvSpPr>
            <a:spLocks noGrp="1"/>
          </p:cNvSpPr>
          <p:nvPr>
            <p:ph type="sldNum" sz="quarter" idx="5"/>
          </p:nvPr>
        </p:nvSpPr>
        <p:spPr/>
        <p:txBody>
          <a:bodyPr/>
          <a:lstStyle/>
          <a:p>
            <a:fld id="{20B9C825-F38E-45BB-92C1-043DE61C9183}" type="slidenum">
              <a:rPr lang="en-CA" smtClean="0"/>
              <a:t>30</a:t>
            </a:fld>
            <a:endParaRPr lang="en-CA"/>
          </a:p>
        </p:txBody>
      </p:sp>
    </p:spTree>
    <p:extLst>
      <p:ext uri="{BB962C8B-B14F-4D97-AF65-F5344CB8AC3E}">
        <p14:creationId xmlns:p14="http://schemas.microsoft.com/office/powerpoint/2010/main" val="19582682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0E0D4-C6E9-2000-DB4D-012F0AC3D31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0CBAFC2-D154-68D8-E279-12B5E578691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A3AC9D3-AF3A-0533-C328-5FBBF39295CF}"/>
              </a:ext>
            </a:extLst>
          </p:cNvPr>
          <p:cNvSpPr>
            <a:spLocks noGrp="1"/>
          </p:cNvSpPr>
          <p:nvPr>
            <p:ph type="body" idx="1"/>
          </p:nvPr>
        </p:nvSpPr>
        <p:spPr/>
        <p:txBody>
          <a:bodyPr>
            <a:normAutofit/>
          </a:bodyPr>
          <a:lstStyle/>
          <a:p>
            <a:pPr marL="0" indent="0" defTabSz="990752">
              <a:buFont typeface="Calibri"/>
              <a:buNone/>
              <a:defRPr/>
            </a:pPr>
            <a:r>
              <a:rPr lang="fr-FR" dirty="0"/>
              <a:t>Format = </a:t>
            </a:r>
            <a:r>
              <a:rPr lang="fr-FR" altLang="fr-FR" sz="1200" b="1" dirty="0">
                <a:latin typeface="Courier New" panose="02070309020205020404" pitchFamily="49" charset="0"/>
                <a:cs typeface="Courier New" panose="02070309020205020404" pitchFamily="49" charset="0"/>
              </a:rPr>
              <a:t>"clé": valeur</a:t>
            </a:r>
          </a:p>
          <a:p>
            <a:pPr marL="0" indent="0" defTabSz="990752">
              <a:buFont typeface="Calibri"/>
              <a:buNone/>
              <a:defRPr/>
            </a:pPr>
            <a:endParaRPr lang="fr-FR" sz="1200" dirty="0">
              <a:latin typeface="Courier New" panose="02070309020205020404" pitchFamily="49" charset="0"/>
              <a:cs typeface="Courier New" panose="02070309020205020404" pitchFamily="49" charset="0"/>
            </a:endParaRPr>
          </a:p>
          <a:p>
            <a:pPr marL="0" indent="0" defTabSz="990752">
              <a:buFont typeface="Calibri"/>
              <a:buNone/>
              <a:defRPr/>
            </a:pPr>
            <a:r>
              <a:rPr lang="fr-FR" sz="1200" dirty="0">
                <a:latin typeface="Courier New" panose="02070309020205020404" pitchFamily="49" charset="0"/>
                <a:cs typeface="Courier New" panose="02070309020205020404" pitchFamily="49" charset="0"/>
              </a:rPr>
              <a:t>Chaque couple ou élément d’une liste est suivi d’une </a:t>
            </a:r>
            <a:r>
              <a:rPr lang="fr-FR" sz="1200" b="1" dirty="0">
                <a:latin typeface="Courier New" panose="02070309020205020404" pitchFamily="49" charset="0"/>
                <a:cs typeface="Courier New" panose="02070309020205020404" pitchFamily="49" charset="0"/>
              </a:rPr>
              <a:t>virgule</a:t>
            </a:r>
            <a:r>
              <a:rPr lang="fr-FR" sz="1200" dirty="0">
                <a:latin typeface="Courier New" panose="02070309020205020404" pitchFamily="49" charset="0"/>
                <a:cs typeface="Courier New" panose="02070309020205020404" pitchFamily="49" charset="0"/>
              </a:rPr>
              <a:t> (sauf le dernier)</a:t>
            </a:r>
            <a:endParaRPr lang="fr-FR" dirty="0"/>
          </a:p>
        </p:txBody>
      </p:sp>
      <p:sp>
        <p:nvSpPr>
          <p:cNvPr id="4" name="Espace réservé du numéro de diapositive 3">
            <a:extLst>
              <a:ext uri="{FF2B5EF4-FFF2-40B4-BE49-F238E27FC236}">
                <a16:creationId xmlns:a16="http://schemas.microsoft.com/office/drawing/2014/main" id="{372CD0DA-6759-7E30-E8B9-7F32E699CACE}"/>
              </a:ext>
            </a:extLst>
          </p:cNvPr>
          <p:cNvSpPr>
            <a:spLocks noGrp="1"/>
          </p:cNvSpPr>
          <p:nvPr>
            <p:ph type="sldNum" sz="quarter" idx="5"/>
          </p:nvPr>
        </p:nvSpPr>
        <p:spPr/>
        <p:txBody>
          <a:bodyPr/>
          <a:lstStyle/>
          <a:p>
            <a:fld id="{20B9C825-F38E-45BB-92C1-043DE61C9183}" type="slidenum">
              <a:rPr lang="en-CA" smtClean="0"/>
              <a:t>31</a:t>
            </a:fld>
            <a:endParaRPr lang="en-CA"/>
          </a:p>
        </p:txBody>
      </p:sp>
    </p:spTree>
    <p:extLst>
      <p:ext uri="{BB962C8B-B14F-4D97-AF65-F5344CB8AC3E}">
        <p14:creationId xmlns:p14="http://schemas.microsoft.com/office/powerpoint/2010/main" val="10268216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C9126-F99D-83F5-49A6-D5C6231C2A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CE4E7B4-5C3A-3163-B935-F1C42220438A}"/>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C6EF0DA2-CFA9-AD31-9E45-000A52A3C3C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D09A267-37CC-9A6E-40AE-5B247C97B729}"/>
              </a:ext>
            </a:extLst>
          </p:cNvPr>
          <p:cNvSpPr>
            <a:spLocks noGrp="1"/>
          </p:cNvSpPr>
          <p:nvPr>
            <p:ph type="sldNum" sz="quarter" idx="5"/>
          </p:nvPr>
        </p:nvSpPr>
        <p:spPr/>
        <p:txBody>
          <a:bodyPr/>
          <a:lstStyle/>
          <a:p>
            <a:fld id="{20B9C825-F38E-45BB-92C1-043DE61C9183}" type="slidenum">
              <a:rPr lang="en-CA" smtClean="0"/>
              <a:t>32</a:t>
            </a:fld>
            <a:endParaRPr lang="en-CA"/>
          </a:p>
        </p:txBody>
      </p:sp>
    </p:spTree>
    <p:extLst>
      <p:ext uri="{BB962C8B-B14F-4D97-AF65-F5344CB8AC3E}">
        <p14:creationId xmlns:p14="http://schemas.microsoft.com/office/powerpoint/2010/main" val="16582729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452C1-6F30-ADF7-F752-B8E7E8B1DBD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2BA1532-5E6F-B8F9-B336-49F83E6C549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475062A-2FFC-323E-6624-2D17B6F94C2D}"/>
              </a:ext>
            </a:extLst>
          </p:cNvPr>
          <p:cNvSpPr>
            <a:spLocks noGrp="1"/>
          </p:cNvSpPr>
          <p:nvPr>
            <p:ph type="body" idx="1"/>
          </p:nvPr>
        </p:nvSpPr>
        <p:spPr/>
        <p:txBody>
          <a:bodyPr>
            <a:normAutofit/>
          </a:bodyPr>
          <a:lstStyle/>
          <a:p>
            <a:pPr marL="0" indent="0" defTabSz="990752">
              <a:buFont typeface="Calibri"/>
              <a:buNone/>
              <a:defRPr/>
            </a:pPr>
            <a:r>
              <a:rPr lang="fr-FR" dirty="0"/>
              <a:t>Définition d’une API est souvent vague et peut varier suivant les sources et personnes.</a:t>
            </a:r>
          </a:p>
          <a:p>
            <a:pPr marL="0" indent="0" defTabSz="990752">
              <a:buFont typeface="Calibri"/>
              <a:buNone/>
              <a:defRPr/>
            </a:pPr>
            <a:endParaRPr lang="fr-FR" dirty="0"/>
          </a:p>
          <a:p>
            <a:pPr marL="0" indent="0" defTabSz="990752">
              <a:buFont typeface="Calibri"/>
              <a:buNone/>
              <a:defRPr/>
            </a:pPr>
            <a:r>
              <a:rPr lang="fr-FR" dirty="0"/>
              <a:t>API = ensemble d’</a:t>
            </a:r>
            <a:r>
              <a:rPr lang="fr-FR" dirty="0" err="1"/>
              <a:t>endpoints</a:t>
            </a:r>
            <a:r>
              <a:rPr lang="fr-FR" dirty="0"/>
              <a:t> permettant de récupérer ou envoyer des données ou effectuer une action</a:t>
            </a:r>
          </a:p>
        </p:txBody>
      </p:sp>
      <p:sp>
        <p:nvSpPr>
          <p:cNvPr id="4" name="Espace réservé du numéro de diapositive 3">
            <a:extLst>
              <a:ext uri="{FF2B5EF4-FFF2-40B4-BE49-F238E27FC236}">
                <a16:creationId xmlns:a16="http://schemas.microsoft.com/office/drawing/2014/main" id="{902B9BD1-FCAD-F216-F834-6FF52439806D}"/>
              </a:ext>
            </a:extLst>
          </p:cNvPr>
          <p:cNvSpPr>
            <a:spLocks noGrp="1"/>
          </p:cNvSpPr>
          <p:nvPr>
            <p:ph type="sldNum" sz="quarter" idx="5"/>
          </p:nvPr>
        </p:nvSpPr>
        <p:spPr/>
        <p:txBody>
          <a:bodyPr/>
          <a:lstStyle/>
          <a:p>
            <a:fld id="{20B9C825-F38E-45BB-92C1-043DE61C9183}" type="slidenum">
              <a:rPr lang="en-CA" smtClean="0"/>
              <a:t>33</a:t>
            </a:fld>
            <a:endParaRPr lang="en-CA"/>
          </a:p>
        </p:txBody>
      </p:sp>
    </p:spTree>
    <p:extLst>
      <p:ext uri="{BB962C8B-B14F-4D97-AF65-F5344CB8AC3E}">
        <p14:creationId xmlns:p14="http://schemas.microsoft.com/office/powerpoint/2010/main" val="33293638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9FBC2-BAF3-8BAA-947B-48B255F8F9A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3E9FF36-8BAC-DAF2-4920-70097387C1E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EF36815-5DDF-EB0E-3A76-56EACD5D28DE}"/>
              </a:ext>
            </a:extLst>
          </p:cNvPr>
          <p:cNvSpPr>
            <a:spLocks noGrp="1"/>
          </p:cNvSpPr>
          <p:nvPr>
            <p:ph type="body" idx="1"/>
          </p:nvPr>
        </p:nvSpPr>
        <p:spPr/>
        <p:txBody>
          <a:bodyPr>
            <a:normAutofit/>
          </a:bodyPr>
          <a:lstStyle/>
          <a:p>
            <a:pPr marL="0" indent="0" defTabSz="990752">
              <a:buFont typeface="Calibri"/>
              <a:buNone/>
              <a:defRPr/>
            </a:pPr>
            <a:r>
              <a:rPr lang="fr-FR" dirty="0"/>
              <a:t>Sans état = le serveur n’est pas censé garder en mémoire l’état du client. Chaque requête est indépendante.</a:t>
            </a:r>
          </a:p>
          <a:p>
            <a:pPr marL="0" indent="0" defTabSz="990752">
              <a:buFont typeface="Calibri"/>
              <a:buNone/>
              <a:defRPr/>
            </a:pPr>
            <a:endParaRPr lang="fr-FR" dirty="0"/>
          </a:p>
          <a:p>
            <a:pPr marL="0" indent="0" defTabSz="990752">
              <a:buFont typeface="Calibri"/>
              <a:buNone/>
              <a:defRPr/>
            </a:pPr>
            <a:r>
              <a:rPr lang="fr-FR" dirty="0"/>
              <a:t>REST peut fonctionner sans HTTP mais c’est extrêmement rare. Dans 99% des cas, on retrouve HTTP + REST.</a:t>
            </a:r>
          </a:p>
        </p:txBody>
      </p:sp>
      <p:sp>
        <p:nvSpPr>
          <p:cNvPr id="4" name="Espace réservé du numéro de diapositive 3">
            <a:extLst>
              <a:ext uri="{FF2B5EF4-FFF2-40B4-BE49-F238E27FC236}">
                <a16:creationId xmlns:a16="http://schemas.microsoft.com/office/drawing/2014/main" id="{7B0026F6-CC2E-7D3A-D5C2-738FCF0142C8}"/>
              </a:ext>
            </a:extLst>
          </p:cNvPr>
          <p:cNvSpPr>
            <a:spLocks noGrp="1"/>
          </p:cNvSpPr>
          <p:nvPr>
            <p:ph type="sldNum" sz="quarter" idx="5"/>
          </p:nvPr>
        </p:nvSpPr>
        <p:spPr/>
        <p:txBody>
          <a:bodyPr/>
          <a:lstStyle/>
          <a:p>
            <a:fld id="{20B9C825-F38E-45BB-92C1-043DE61C9183}" type="slidenum">
              <a:rPr lang="en-CA" smtClean="0"/>
              <a:t>34</a:t>
            </a:fld>
            <a:endParaRPr lang="en-CA"/>
          </a:p>
        </p:txBody>
      </p:sp>
    </p:spTree>
    <p:extLst>
      <p:ext uri="{BB962C8B-B14F-4D97-AF65-F5344CB8AC3E}">
        <p14:creationId xmlns:p14="http://schemas.microsoft.com/office/powerpoint/2010/main" val="34451879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54444-C962-44C7-CB10-8F05CBEBAE2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B314636-5DB1-98C0-A870-1BAB54604ED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A98D13F-A7C7-46DE-C623-CB5BA3744C42}"/>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EF353A6C-85C9-F15B-8353-52161E104422}"/>
              </a:ext>
            </a:extLst>
          </p:cNvPr>
          <p:cNvSpPr>
            <a:spLocks noGrp="1"/>
          </p:cNvSpPr>
          <p:nvPr>
            <p:ph type="sldNum" sz="quarter" idx="5"/>
          </p:nvPr>
        </p:nvSpPr>
        <p:spPr/>
        <p:txBody>
          <a:bodyPr/>
          <a:lstStyle/>
          <a:p>
            <a:fld id="{20B9C825-F38E-45BB-92C1-043DE61C9183}" type="slidenum">
              <a:rPr lang="en-CA" smtClean="0"/>
              <a:t>35</a:t>
            </a:fld>
            <a:endParaRPr lang="en-CA"/>
          </a:p>
        </p:txBody>
      </p:sp>
    </p:spTree>
    <p:extLst>
      <p:ext uri="{BB962C8B-B14F-4D97-AF65-F5344CB8AC3E}">
        <p14:creationId xmlns:p14="http://schemas.microsoft.com/office/powerpoint/2010/main" val="24480582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FD9B9-2AEF-4551-844D-BCD6F39F3A2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11AFEF-A3C3-583E-DD6F-39FEB1BE61C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CDEC598-8E2B-3831-17BE-C58E6D3B100E}"/>
              </a:ext>
            </a:extLst>
          </p:cNvPr>
          <p:cNvSpPr>
            <a:spLocks noGrp="1"/>
          </p:cNvSpPr>
          <p:nvPr>
            <p:ph type="body" idx="1"/>
          </p:nvPr>
        </p:nvSpPr>
        <p:spPr/>
        <p:txBody>
          <a:bodyPr>
            <a:normAutofit/>
          </a:bodyPr>
          <a:lstStyle/>
          <a:p>
            <a:pPr marL="0" indent="0" defTabSz="990752">
              <a:buFont typeface="Calibri"/>
              <a:buNone/>
              <a:defRPr/>
            </a:pPr>
            <a:r>
              <a:rPr lang="fr-FR" dirty="0"/>
              <a:t>Avez-vous remarqué le piège </a:t>
            </a:r>
            <a:r>
              <a:rPr lang="fr-FR" dirty="0">
                <a:sym typeface="Wingdings" panose="05000000000000000000" pitchFamily="2" charset="2"/>
              </a:rPr>
              <a:t> GET avec body (mauvaise pratique) </a:t>
            </a:r>
          </a:p>
          <a:p>
            <a:pPr marL="0" indent="0" defTabSz="990752">
              <a:buFont typeface="Calibri"/>
              <a:buNone/>
              <a:defRPr/>
            </a:pPr>
            <a:r>
              <a:rPr lang="fr-FR" dirty="0">
                <a:sym typeface="Wingdings" panose="05000000000000000000" pitchFamily="2" charset="2"/>
              </a:rPr>
              <a:t>Un GET ne doit pas contenir de body !!</a:t>
            </a:r>
            <a:endParaRPr lang="fr-FR" dirty="0"/>
          </a:p>
        </p:txBody>
      </p:sp>
      <p:sp>
        <p:nvSpPr>
          <p:cNvPr id="4" name="Espace réservé du numéro de diapositive 3">
            <a:extLst>
              <a:ext uri="{FF2B5EF4-FFF2-40B4-BE49-F238E27FC236}">
                <a16:creationId xmlns:a16="http://schemas.microsoft.com/office/drawing/2014/main" id="{9B29AD59-2CE0-0966-35E4-8FFF223A16C0}"/>
              </a:ext>
            </a:extLst>
          </p:cNvPr>
          <p:cNvSpPr>
            <a:spLocks noGrp="1"/>
          </p:cNvSpPr>
          <p:nvPr>
            <p:ph type="sldNum" sz="quarter" idx="5"/>
          </p:nvPr>
        </p:nvSpPr>
        <p:spPr/>
        <p:txBody>
          <a:bodyPr/>
          <a:lstStyle/>
          <a:p>
            <a:fld id="{20B9C825-F38E-45BB-92C1-043DE61C9183}" type="slidenum">
              <a:rPr lang="en-CA" smtClean="0"/>
              <a:t>36</a:t>
            </a:fld>
            <a:endParaRPr lang="en-CA"/>
          </a:p>
        </p:txBody>
      </p:sp>
    </p:spTree>
    <p:extLst>
      <p:ext uri="{BB962C8B-B14F-4D97-AF65-F5344CB8AC3E}">
        <p14:creationId xmlns:p14="http://schemas.microsoft.com/office/powerpoint/2010/main" val="30617950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3004C-DCAF-A4F5-5F47-A35A1C60BC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9ED017-28E0-5A31-11A3-D32E19DE989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F402A56-FDF0-BA69-DD1C-576AFA2A504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5EEDF13-9559-BD6E-5B27-05C5351A91EB}"/>
              </a:ext>
            </a:extLst>
          </p:cNvPr>
          <p:cNvSpPr>
            <a:spLocks noGrp="1"/>
          </p:cNvSpPr>
          <p:nvPr>
            <p:ph type="sldNum" sz="quarter" idx="5"/>
          </p:nvPr>
        </p:nvSpPr>
        <p:spPr/>
        <p:txBody>
          <a:bodyPr/>
          <a:lstStyle/>
          <a:p>
            <a:fld id="{20B9C825-F38E-45BB-92C1-043DE61C9183}" type="slidenum">
              <a:rPr lang="en-CA" smtClean="0"/>
              <a:t>37</a:t>
            </a:fld>
            <a:endParaRPr lang="en-CA"/>
          </a:p>
        </p:txBody>
      </p:sp>
    </p:spTree>
    <p:extLst>
      <p:ext uri="{BB962C8B-B14F-4D97-AF65-F5344CB8AC3E}">
        <p14:creationId xmlns:p14="http://schemas.microsoft.com/office/powerpoint/2010/main" val="36173157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02B95-6DA7-7547-CFC8-F7A2CFE0BB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FCB6E4D-BEB8-6E35-C4B8-40ABB16B84C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67CD513-FD63-F133-E4FE-B2CF04C9ACEB}"/>
              </a:ext>
            </a:extLst>
          </p:cNvPr>
          <p:cNvSpPr>
            <a:spLocks noGrp="1"/>
          </p:cNvSpPr>
          <p:nvPr>
            <p:ph type="body" idx="1"/>
          </p:nvPr>
        </p:nvSpPr>
        <p:spPr/>
        <p:txBody>
          <a:bodyPr>
            <a:normAutofit/>
          </a:bodyPr>
          <a:lstStyle/>
          <a:p>
            <a:pPr marL="0" indent="0" defTabSz="990752">
              <a:buFont typeface="Calibri"/>
              <a:buNone/>
              <a:defRPr/>
            </a:pPr>
            <a:r>
              <a:rPr lang="fr-FR" dirty="0"/>
              <a:t>On parle aussi de « contrat front-back » lorsque l’API est appelée par une frontend.</a:t>
            </a:r>
          </a:p>
          <a:p>
            <a:pPr marL="0" indent="0" defTabSz="990752">
              <a:buFont typeface="Calibri"/>
              <a:buNone/>
              <a:defRPr/>
            </a:pPr>
            <a:endParaRPr lang="fr-FR" dirty="0"/>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sz="1200" b="1" dirty="0"/>
              <a:t>Permet de travailler en parallèle </a:t>
            </a:r>
            <a:r>
              <a:rPr lang="fr-FR" sz="1200" dirty="0">
                <a:sym typeface="Wingdings" panose="05000000000000000000" pitchFamily="2" charset="2"/>
              </a:rPr>
              <a:t> possibilité de </a:t>
            </a:r>
            <a:r>
              <a:rPr lang="fr-FR" sz="1200" dirty="0" err="1">
                <a:sym typeface="Wingdings" panose="05000000000000000000" pitchFamily="2" charset="2"/>
              </a:rPr>
              <a:t>mocker</a:t>
            </a:r>
            <a:r>
              <a:rPr lang="fr-FR" sz="1200" dirty="0">
                <a:sym typeface="Wingdings" panose="05000000000000000000" pitchFamily="2" charset="2"/>
              </a:rPr>
              <a:t>/simuler les échanges avec l’API étant donné qu’on connait les entrées et sorties. L’API n’a pas besoin d’être prête au moment de développer notre service. On évite les dépendances fortes entre les équipes. Facilite les tests.</a:t>
            </a:r>
            <a:endParaRPr lang="fr-FR" sz="1200" dirty="0"/>
          </a:p>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87D19058-E3B9-8EBF-8E55-887FA69198FA}"/>
              </a:ext>
            </a:extLst>
          </p:cNvPr>
          <p:cNvSpPr>
            <a:spLocks noGrp="1"/>
          </p:cNvSpPr>
          <p:nvPr>
            <p:ph type="sldNum" sz="quarter" idx="5"/>
          </p:nvPr>
        </p:nvSpPr>
        <p:spPr/>
        <p:txBody>
          <a:bodyPr/>
          <a:lstStyle/>
          <a:p>
            <a:fld id="{20B9C825-F38E-45BB-92C1-043DE61C9183}" type="slidenum">
              <a:rPr lang="en-CA" smtClean="0"/>
              <a:t>38</a:t>
            </a:fld>
            <a:endParaRPr lang="en-CA"/>
          </a:p>
        </p:txBody>
      </p:sp>
    </p:spTree>
    <p:extLst>
      <p:ext uri="{BB962C8B-B14F-4D97-AF65-F5344CB8AC3E}">
        <p14:creationId xmlns:p14="http://schemas.microsoft.com/office/powerpoint/2010/main" val="16090156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0C477-7D5E-B8F7-20B6-99F69E7A73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4715265-0A3D-5B29-0141-F6BAC7B21BA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7F871B1-D013-5B30-E2F4-AB8F53255671}"/>
              </a:ext>
            </a:extLst>
          </p:cNvPr>
          <p:cNvSpPr>
            <a:spLocks noGrp="1"/>
          </p:cNvSpPr>
          <p:nvPr>
            <p:ph type="body" idx="1"/>
          </p:nvPr>
        </p:nvSpPr>
        <p:spPr/>
        <p:txBody>
          <a:bodyPr>
            <a:normAutofit/>
          </a:bodyPr>
          <a:lstStyle/>
          <a:p>
            <a:pPr marL="0" indent="0" defTabSz="990752">
              <a:buFont typeface="Calibri"/>
              <a:buNone/>
              <a:defRPr/>
            </a:pPr>
            <a:endParaRPr lang="fr-FR" dirty="0"/>
          </a:p>
        </p:txBody>
      </p:sp>
      <p:sp>
        <p:nvSpPr>
          <p:cNvPr id="4" name="Espace réservé du numéro de diapositive 3">
            <a:extLst>
              <a:ext uri="{FF2B5EF4-FFF2-40B4-BE49-F238E27FC236}">
                <a16:creationId xmlns:a16="http://schemas.microsoft.com/office/drawing/2014/main" id="{DAF77ACA-4785-9EE7-EEF1-1C897DC1A722}"/>
              </a:ext>
            </a:extLst>
          </p:cNvPr>
          <p:cNvSpPr>
            <a:spLocks noGrp="1"/>
          </p:cNvSpPr>
          <p:nvPr>
            <p:ph type="sldNum" sz="quarter" idx="5"/>
          </p:nvPr>
        </p:nvSpPr>
        <p:spPr/>
        <p:txBody>
          <a:bodyPr/>
          <a:lstStyle/>
          <a:p>
            <a:fld id="{20B9C825-F38E-45BB-92C1-043DE61C9183}" type="slidenum">
              <a:rPr lang="en-CA" smtClean="0"/>
              <a:t>39</a:t>
            </a:fld>
            <a:endParaRPr lang="en-CA"/>
          </a:p>
        </p:txBody>
      </p:sp>
    </p:spTree>
    <p:extLst>
      <p:ext uri="{BB962C8B-B14F-4D97-AF65-F5344CB8AC3E}">
        <p14:creationId xmlns:p14="http://schemas.microsoft.com/office/powerpoint/2010/main" val="20624302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E7547-93CB-D4A9-D117-00390A6CAAD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698716F-EF03-09D1-3B2F-6618C2C4FCB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B35B4AA-6004-A515-74B3-C912D3F34212}"/>
              </a:ext>
            </a:extLst>
          </p:cNvPr>
          <p:cNvSpPr>
            <a:spLocks noGrp="1"/>
          </p:cNvSpPr>
          <p:nvPr>
            <p:ph type="body" idx="1"/>
          </p:nvPr>
        </p:nvSpPr>
        <p:spPr/>
        <p:txBody>
          <a:bodyPr>
            <a:normAutofit/>
          </a:bodyPr>
          <a:lstStyle/>
          <a:p>
            <a:pPr marL="0" indent="0" defTabSz="990752">
              <a:buFont typeface="Calibri"/>
              <a:buNone/>
              <a:defRPr/>
            </a:pPr>
            <a:r>
              <a:rPr lang="fr-FR" dirty="0"/>
              <a:t>JSON = 379 caractères</a:t>
            </a:r>
          </a:p>
          <a:p>
            <a:pPr marL="0" indent="0" defTabSz="990752">
              <a:buFont typeface="Calibri"/>
              <a:buNone/>
              <a:defRPr/>
            </a:pPr>
            <a:r>
              <a:rPr lang="fr-FR" dirty="0"/>
              <a:t>YAML = 235 caractères</a:t>
            </a:r>
          </a:p>
          <a:p>
            <a:pPr marL="0" indent="0" defTabSz="990752">
              <a:buFont typeface="Calibri"/>
              <a:buNone/>
              <a:defRPr/>
            </a:pPr>
            <a:endParaRPr lang="fr-FR" dirty="0"/>
          </a:p>
          <a:p>
            <a:pPr marL="0" indent="0" defTabSz="990752">
              <a:buFont typeface="Calibri"/>
              <a:buNone/>
              <a:defRPr/>
            </a:pPr>
            <a:r>
              <a:rPr lang="fr-FR" dirty="0"/>
              <a:t>Pourquoi ne pas utiliser YAML à la place de JSON dans le transfère de données : </a:t>
            </a: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 </a:t>
            </a:r>
            <a:r>
              <a:rPr lang="fr-FR" sz="1200" b="0" i="0" kern="1200" dirty="0">
                <a:solidFill>
                  <a:schemeClr val="tx1"/>
                </a:solidFill>
                <a:effectLst/>
                <a:latin typeface="Arial" pitchFamily="34" charset="0"/>
                <a:ea typeface="+mn-ea"/>
                <a:cs typeface="+mn-cs"/>
              </a:rPr>
              <a:t>YAML n’est pas adapté au transport de données dans les APIs (sensible à l’indentation, difficile à </a:t>
            </a:r>
            <a:r>
              <a:rPr lang="fr-FR" sz="1200" b="0" i="0" kern="1200" dirty="0" err="1">
                <a:solidFill>
                  <a:schemeClr val="tx1"/>
                </a:solidFill>
                <a:effectLst/>
                <a:latin typeface="Arial" pitchFamily="34" charset="0"/>
                <a:ea typeface="+mn-ea"/>
                <a:cs typeface="+mn-cs"/>
              </a:rPr>
              <a:t>parser</a:t>
            </a:r>
            <a:r>
              <a:rPr lang="fr-FR" sz="1200" b="0" i="0" kern="1200" dirty="0">
                <a:solidFill>
                  <a:schemeClr val="tx1"/>
                </a:solidFill>
                <a:effectLst/>
                <a:latin typeface="Arial" pitchFamily="34" charset="0"/>
                <a:ea typeface="+mn-ea"/>
                <a:cs typeface="+mn-cs"/>
              </a:rPr>
              <a:t> de manière sûre)</a:t>
            </a: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 </a:t>
            </a:r>
            <a:r>
              <a:rPr lang="fr-FR" sz="1200" b="0" i="0" kern="1200" dirty="0">
                <a:solidFill>
                  <a:schemeClr val="tx1"/>
                </a:solidFill>
                <a:effectLst/>
                <a:latin typeface="Arial" pitchFamily="34" charset="0"/>
                <a:ea typeface="+mn-ea"/>
                <a:cs typeface="+mn-cs"/>
              </a:rPr>
              <a:t>Les navigateurs ne supportent pas le YAML</a:t>
            </a:r>
          </a:p>
          <a:p>
            <a:pPr marL="0" marR="0" lvl="0" indent="0" algn="l" defTabSz="990752" rtl="0" eaLnBrk="1" fontAlgn="auto" latinLnBrk="0" hangingPunct="1">
              <a:lnSpc>
                <a:spcPct val="100000"/>
              </a:lnSpc>
              <a:spcBef>
                <a:spcPts val="0"/>
              </a:spcBef>
              <a:spcAft>
                <a:spcPts val="0"/>
              </a:spcAft>
              <a:buClrTx/>
              <a:buSzTx/>
              <a:buFont typeface="Calibri"/>
              <a:buNone/>
              <a:tabLst/>
              <a:defRPr/>
            </a:pPr>
            <a:r>
              <a:rPr lang="fr-FR" dirty="0"/>
              <a:t>- </a:t>
            </a:r>
            <a:r>
              <a:rPr lang="fr-FR" sz="1200" b="0" i="0" kern="1200" dirty="0">
                <a:solidFill>
                  <a:schemeClr val="tx1"/>
                </a:solidFill>
                <a:effectLst/>
                <a:latin typeface="Arial" pitchFamily="34" charset="0"/>
                <a:ea typeface="+mn-ea"/>
                <a:cs typeface="+mn-cs"/>
              </a:rPr>
              <a:t>JSON est plus performant et plus simple pour les machines</a:t>
            </a:r>
          </a:p>
          <a:p>
            <a:pPr marL="0" indent="0" defTabSz="990752">
              <a:buFont typeface="Calibri"/>
              <a:buNone/>
              <a:defRPr/>
            </a:pPr>
            <a:r>
              <a:rPr lang="fr-FR" dirty="0"/>
              <a:t>- JSON est déjà un standard</a:t>
            </a:r>
          </a:p>
        </p:txBody>
      </p:sp>
      <p:sp>
        <p:nvSpPr>
          <p:cNvPr id="4" name="Espace réservé du numéro de diapositive 3">
            <a:extLst>
              <a:ext uri="{FF2B5EF4-FFF2-40B4-BE49-F238E27FC236}">
                <a16:creationId xmlns:a16="http://schemas.microsoft.com/office/drawing/2014/main" id="{504247F6-2066-EC2B-FCA6-B2E2ACA8C23D}"/>
              </a:ext>
            </a:extLst>
          </p:cNvPr>
          <p:cNvSpPr>
            <a:spLocks noGrp="1"/>
          </p:cNvSpPr>
          <p:nvPr>
            <p:ph type="sldNum" sz="quarter" idx="5"/>
          </p:nvPr>
        </p:nvSpPr>
        <p:spPr/>
        <p:txBody>
          <a:bodyPr/>
          <a:lstStyle/>
          <a:p>
            <a:fld id="{20B9C825-F38E-45BB-92C1-043DE61C9183}" type="slidenum">
              <a:rPr lang="en-CA" smtClean="0"/>
              <a:t>40</a:t>
            </a:fld>
            <a:endParaRPr lang="en-CA"/>
          </a:p>
        </p:txBody>
      </p:sp>
    </p:spTree>
    <p:extLst>
      <p:ext uri="{BB962C8B-B14F-4D97-AF65-F5344CB8AC3E}">
        <p14:creationId xmlns:p14="http://schemas.microsoft.com/office/powerpoint/2010/main" val="26145029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E9214-F06F-AC73-4C9B-725C1C43DC7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5F9096F-F080-1330-7255-F8759EB0A3F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561D5710-73F8-09D3-8C22-3514A0466CD9}"/>
              </a:ext>
            </a:extLst>
          </p:cNvPr>
          <p:cNvSpPr>
            <a:spLocks noGrp="1"/>
          </p:cNvSpPr>
          <p:nvPr>
            <p:ph type="body" idx="1"/>
          </p:nvPr>
        </p:nvSpPr>
        <p:spPr/>
        <p:txBody>
          <a:bodyPr>
            <a:normAutofit/>
          </a:bodyPr>
          <a:lstStyle/>
          <a:p>
            <a:pPr marL="0" indent="0" defTabSz="990752">
              <a:buFont typeface="Calibri"/>
              <a:buNone/>
              <a:defRPr/>
            </a:pPr>
            <a:r>
              <a:rPr lang="fr-FR" sz="1200" dirty="0"/>
              <a:t>Swagger </a:t>
            </a:r>
            <a:r>
              <a:rPr lang="fr-FR" sz="1200" dirty="0" err="1"/>
              <a:t>Codegen</a:t>
            </a:r>
            <a:r>
              <a:rPr lang="fr-FR" sz="1200" dirty="0"/>
              <a:t> / </a:t>
            </a:r>
            <a:r>
              <a:rPr lang="fr-FR" sz="1200" dirty="0" err="1"/>
              <a:t>OpenAPI</a:t>
            </a:r>
            <a:r>
              <a:rPr lang="fr-FR" sz="1200" dirty="0"/>
              <a:t> </a:t>
            </a:r>
            <a:r>
              <a:rPr lang="fr-FR" sz="1200" dirty="0" err="1"/>
              <a:t>Generator</a:t>
            </a:r>
            <a:r>
              <a:rPr lang="fr-FR" sz="1200" dirty="0"/>
              <a:t> </a:t>
            </a:r>
            <a:r>
              <a:rPr lang="fr-FR" sz="1200" dirty="0">
                <a:sym typeface="Wingdings" panose="05000000000000000000" pitchFamily="2" charset="2"/>
              </a:rPr>
              <a:t> génération du squelette des </a:t>
            </a:r>
            <a:r>
              <a:rPr lang="fr-FR" sz="1200" dirty="0" err="1">
                <a:sym typeface="Wingdings" panose="05000000000000000000" pitchFamily="2" charset="2"/>
              </a:rPr>
              <a:t>endpoints</a:t>
            </a:r>
            <a:r>
              <a:rPr lang="fr-FR" sz="1200" dirty="0">
                <a:sym typeface="Wingdings" panose="05000000000000000000" pitchFamily="2" charset="2"/>
              </a:rPr>
              <a:t> côté serveur et/ou des clients.</a:t>
            </a:r>
            <a:endParaRPr lang="fr-FR" dirty="0"/>
          </a:p>
          <a:p>
            <a:pPr marL="0" indent="0" defTabSz="990752">
              <a:buFont typeface="Calibri"/>
              <a:buNone/>
              <a:defRPr/>
            </a:pPr>
            <a:endParaRPr lang="fr-FR" dirty="0"/>
          </a:p>
          <a:p>
            <a:pPr marL="0" indent="0" defTabSz="990752">
              <a:buFont typeface="Calibri"/>
              <a:buNone/>
              <a:defRPr/>
            </a:pPr>
            <a:r>
              <a:rPr lang="fr-FR" dirty="0"/>
              <a:t>DEMO Swagger UI avec le </a:t>
            </a:r>
            <a:r>
              <a:rPr lang="fr-FR" dirty="0" err="1"/>
              <a:t>petstore</a:t>
            </a:r>
            <a:r>
              <a:rPr lang="fr-FR" dirty="0"/>
              <a:t> + tests</a:t>
            </a:r>
          </a:p>
          <a:p>
            <a:pPr marL="0" indent="0" defTabSz="990752">
              <a:buFont typeface="Calibri"/>
              <a:buNone/>
              <a:defRPr/>
            </a:pPr>
            <a:endParaRPr lang="fr-FR" dirty="0"/>
          </a:p>
          <a:p>
            <a:pPr marL="0" indent="0" defTabSz="990752">
              <a:buFont typeface="Calibri"/>
              <a:buNone/>
              <a:defRPr/>
            </a:pPr>
            <a:r>
              <a:rPr lang="fr-FR" dirty="0"/>
              <a:t>Attention, la convention de nommage du </a:t>
            </a:r>
            <a:r>
              <a:rPr lang="fr-FR" dirty="0" err="1"/>
              <a:t>petstore</a:t>
            </a:r>
            <a:r>
              <a:rPr lang="fr-FR" dirty="0"/>
              <a:t> n’est pas idéale (</a:t>
            </a:r>
            <a:r>
              <a:rPr lang="fr-FR" dirty="0" err="1"/>
              <a:t>camelCase</a:t>
            </a:r>
            <a:r>
              <a:rPr lang="fr-FR" dirty="0"/>
              <a:t>) </a:t>
            </a:r>
            <a:r>
              <a:rPr lang="fr-FR" dirty="0">
                <a:sym typeface="Wingdings" panose="05000000000000000000" pitchFamily="2" charset="2"/>
              </a:rPr>
              <a:t> il est préférable d’utiliser du kebab-case</a:t>
            </a:r>
            <a:endParaRPr lang="fr-FR" dirty="0"/>
          </a:p>
        </p:txBody>
      </p:sp>
      <p:sp>
        <p:nvSpPr>
          <p:cNvPr id="4" name="Espace réservé du numéro de diapositive 3">
            <a:extLst>
              <a:ext uri="{FF2B5EF4-FFF2-40B4-BE49-F238E27FC236}">
                <a16:creationId xmlns:a16="http://schemas.microsoft.com/office/drawing/2014/main" id="{11C6DDDB-9C04-1A4F-F9AA-175D802B3DC4}"/>
              </a:ext>
            </a:extLst>
          </p:cNvPr>
          <p:cNvSpPr>
            <a:spLocks noGrp="1"/>
          </p:cNvSpPr>
          <p:nvPr>
            <p:ph type="sldNum" sz="quarter" idx="5"/>
          </p:nvPr>
        </p:nvSpPr>
        <p:spPr/>
        <p:txBody>
          <a:bodyPr/>
          <a:lstStyle/>
          <a:p>
            <a:fld id="{20B9C825-F38E-45BB-92C1-043DE61C9183}" type="slidenum">
              <a:rPr lang="en-CA" smtClean="0"/>
              <a:t>41</a:t>
            </a:fld>
            <a:endParaRPr lang="en-CA"/>
          </a:p>
        </p:txBody>
      </p:sp>
    </p:spTree>
    <p:extLst>
      <p:ext uri="{BB962C8B-B14F-4D97-AF65-F5344CB8AC3E}">
        <p14:creationId xmlns:p14="http://schemas.microsoft.com/office/powerpoint/2010/main" val="24276503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F8FFD-AB7A-A754-2025-FAB9FD4BA9E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69912EE-5430-AB95-27E9-3E40BE91D59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D32621CA-EDC3-5018-4680-D200D2C0FBA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235C4E0-22CF-C59E-B03A-044087C28929}"/>
              </a:ext>
            </a:extLst>
          </p:cNvPr>
          <p:cNvSpPr>
            <a:spLocks noGrp="1"/>
          </p:cNvSpPr>
          <p:nvPr>
            <p:ph type="sldNum" sz="quarter" idx="5"/>
          </p:nvPr>
        </p:nvSpPr>
        <p:spPr/>
        <p:txBody>
          <a:bodyPr/>
          <a:lstStyle/>
          <a:p>
            <a:fld id="{20B9C825-F38E-45BB-92C1-043DE61C9183}" type="slidenum">
              <a:rPr lang="en-CA" smtClean="0"/>
              <a:t>42</a:t>
            </a:fld>
            <a:endParaRPr lang="en-CA"/>
          </a:p>
        </p:txBody>
      </p:sp>
    </p:spTree>
    <p:extLst>
      <p:ext uri="{BB962C8B-B14F-4D97-AF65-F5344CB8AC3E}">
        <p14:creationId xmlns:p14="http://schemas.microsoft.com/office/powerpoint/2010/main" val="2339088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n-tête de sec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5E4144-6646-C747-B762-94F6E0C3EFB5}"/>
              </a:ext>
            </a:extLst>
          </p:cNvPr>
          <p:cNvSpPr/>
          <p:nvPr userDrawn="1"/>
        </p:nvSpPr>
        <p:spPr bwMode="gray">
          <a:xfrm flipH="1">
            <a:off x="0" y="0"/>
            <a:ext cx="12199459" cy="6858000"/>
          </a:xfrm>
          <a:prstGeom prst="rect">
            <a:avLst/>
          </a:pr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lstStyle/>
          <a:p>
            <a:pPr lvl="0" algn="ctr">
              <a:spcBef>
                <a:spcPct val="0"/>
              </a:spcBef>
              <a:buClrTx/>
              <a:buSzPct val="90000"/>
            </a:pPr>
            <a:endParaRPr lang="en-CA" sz="1600" b="1">
              <a:solidFill>
                <a:schemeClr val="bg1"/>
              </a:solidFill>
              <a:cs typeface="Arial" pitchFamily="34" charset="0"/>
            </a:endParaRPr>
          </a:p>
        </p:txBody>
      </p:sp>
      <p:sp>
        <p:nvSpPr>
          <p:cNvPr id="13" name="Subtitle 2"/>
          <p:cNvSpPr>
            <a:spLocks noGrp="1"/>
          </p:cNvSpPr>
          <p:nvPr>
            <p:ph type="subTitle" idx="1" hasCustomPrompt="1"/>
          </p:nvPr>
        </p:nvSpPr>
        <p:spPr bwMode="white">
          <a:xfrm>
            <a:off x="785230" y="3119636"/>
            <a:ext cx="6119812"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noProof="0"/>
              <a:t>Sous-titre, si requis</a:t>
            </a:r>
          </a:p>
        </p:txBody>
      </p:sp>
      <p:sp>
        <p:nvSpPr>
          <p:cNvPr id="11" name="Titr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48799" y="635964"/>
            <a:ext cx="6139363" cy="2226506"/>
          </a:xfrm>
        </p:spPr>
        <p:txBody>
          <a:bodyPr>
            <a:noAutofit/>
          </a:bodyPr>
          <a:lstStyle>
            <a:lvl1pPr>
              <a:defRPr sz="4800" baseline="0">
                <a:solidFill>
                  <a:schemeClr val="bg2"/>
                </a:solidFill>
              </a:defRPr>
            </a:lvl1pPr>
          </a:lstStyle>
          <a:p>
            <a:r>
              <a:rPr lang="en-CA"/>
              <a:t>Titre de la diapositive de transition</a:t>
            </a:r>
          </a:p>
        </p:txBody>
      </p:sp>
      <p:sp>
        <p:nvSpPr>
          <p:cNvPr id="9" name="Slide Number Placeholder 5">
            <a:extLst>
              <a:ext uri="{FF2B5EF4-FFF2-40B4-BE49-F238E27FC236}">
                <a16:creationId xmlns:a16="http://schemas.microsoft.com/office/drawing/2014/main" id="{3FF155A6-933D-3F47-A921-0C019D14B70F}"/>
              </a:ext>
            </a:extLst>
          </p:cNvPr>
          <p:cNvSpPr>
            <a:spLocks noGrp="1"/>
          </p:cNvSpPr>
          <p:nvPr>
            <p:ph type="sldNum" sz="quarter" idx="4"/>
          </p:nvPr>
        </p:nvSpPr>
        <p:spPr bwMode="black">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bg2"/>
                </a:solidFill>
                <a:latin typeface="+mn-lt"/>
                <a:ea typeface="+mn-ea"/>
                <a:cs typeface="Arial" pitchFamily="34" charset="0"/>
              </a:defRPr>
            </a:lvl1pPr>
          </a:lstStyle>
          <a:p>
            <a:fld id="{525A3C56-E491-49B2-93F3-63532DF516BC}" type="slidenum">
              <a:rPr lang="en-CA" smtClean="0"/>
              <a:t>‹N°›</a:t>
            </a:fld>
            <a:endParaRPr lang="en-CA"/>
          </a:p>
        </p:txBody>
      </p:sp>
      <p:sp>
        <p:nvSpPr>
          <p:cNvPr id="12" name="TextBox 95" descr="Copyright_box&#10;">
            <a:extLst>
              <a:ext uri="{FF2B5EF4-FFF2-40B4-BE49-F238E27FC236}">
                <a16:creationId xmlns:a16="http://schemas.microsoft.com/office/drawing/2014/main" id="{7A8DA9F1-CF08-104D-87AD-2C7918C70554}"/>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Tree>
  </p:cSld>
  <p:clrMapOvr>
    <a:masterClrMapping/>
  </p:clrMapOv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tête de section 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55E4144-6646-C747-B762-94F6E0C3EFB5}"/>
              </a:ext>
            </a:extLst>
          </p:cNvPr>
          <p:cNvSpPr/>
          <p:nvPr userDrawn="1"/>
        </p:nvSpPr>
        <p:spPr bwMode="gray">
          <a:xfrm flipH="1">
            <a:off x="0" y="0"/>
            <a:ext cx="12199459" cy="6858000"/>
          </a:xfrm>
          <a:prstGeom prst="rect">
            <a:avLst/>
          </a:pr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13" name="Subtitle 2"/>
          <p:cNvSpPr>
            <a:spLocks noGrp="1"/>
          </p:cNvSpPr>
          <p:nvPr>
            <p:ph type="subTitle" idx="1" hasCustomPrompt="1"/>
          </p:nvPr>
        </p:nvSpPr>
        <p:spPr bwMode="white">
          <a:xfrm>
            <a:off x="785230" y="3119636"/>
            <a:ext cx="6119812"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noProof="0"/>
              <a:t>Sous-titre, si requis</a:t>
            </a:r>
          </a:p>
        </p:txBody>
      </p:sp>
      <p:sp>
        <p:nvSpPr>
          <p:cNvPr id="11" name="Titr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48799" y="635964"/>
            <a:ext cx="6139363" cy="2226506"/>
          </a:xfrm>
        </p:spPr>
        <p:txBody>
          <a:bodyPr>
            <a:noAutofit/>
          </a:bodyPr>
          <a:lstStyle>
            <a:lvl1pPr>
              <a:defRPr sz="4800" baseline="0">
                <a:solidFill>
                  <a:schemeClr val="bg2"/>
                </a:solidFill>
              </a:defRPr>
            </a:lvl1pPr>
          </a:lstStyle>
          <a:p>
            <a:r>
              <a:rPr lang="en-CA"/>
              <a:t>Titre de la diapositive de transition</a:t>
            </a:r>
          </a:p>
        </p:txBody>
      </p:sp>
      <p:sp>
        <p:nvSpPr>
          <p:cNvPr id="9" name="Slide Number Placeholder 5">
            <a:extLst>
              <a:ext uri="{FF2B5EF4-FFF2-40B4-BE49-F238E27FC236}">
                <a16:creationId xmlns:a16="http://schemas.microsoft.com/office/drawing/2014/main" id="{3FF155A6-933D-3F47-A921-0C019D14B70F}"/>
              </a:ext>
            </a:extLst>
          </p:cNvPr>
          <p:cNvSpPr>
            <a:spLocks noGrp="1"/>
          </p:cNvSpPr>
          <p:nvPr>
            <p:ph type="sldNum" sz="quarter" idx="4"/>
          </p:nvPr>
        </p:nvSpPr>
        <p:spPr bwMode="black">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bg2"/>
                </a:solidFill>
                <a:latin typeface="+mn-lt"/>
                <a:ea typeface="+mn-ea"/>
                <a:cs typeface="Arial" pitchFamily="34" charset="0"/>
              </a:defRPr>
            </a:lvl1pPr>
          </a:lstStyle>
          <a:p>
            <a:fld id="{525A3C56-E491-49B2-93F3-63532DF516BC}" type="slidenum">
              <a:rPr lang="en-CA" smtClean="0"/>
              <a:t>‹N°›</a:t>
            </a:fld>
            <a:endParaRPr lang="en-CA"/>
          </a:p>
        </p:txBody>
      </p:sp>
      <p:sp>
        <p:nvSpPr>
          <p:cNvPr id="12" name="TextBox 95" descr="Copyright_box&#10;">
            <a:extLst>
              <a:ext uri="{FF2B5EF4-FFF2-40B4-BE49-F238E27FC236}">
                <a16:creationId xmlns:a16="http://schemas.microsoft.com/office/drawing/2014/main" id="{7A8DA9F1-CF08-104D-87AD-2C7918C70554}"/>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Tree>
    <p:extLst>
      <p:ext uri="{BB962C8B-B14F-4D97-AF65-F5344CB8AC3E}">
        <p14:creationId xmlns:p14="http://schemas.microsoft.com/office/powerpoint/2010/main" val="1489351374"/>
      </p:ext>
    </p:extLst>
  </p:cSld>
  <p:clrMapOvr>
    <a:masterClrMapping/>
  </p:clrMapOvr>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e de transiti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9E6FA33-5AE1-1746-A782-76A96554072E}"/>
              </a:ext>
            </a:extLst>
          </p:cNvPr>
          <p:cNvSpPr/>
          <p:nvPr userDrawn="1"/>
        </p:nvSpPr>
        <p:spPr bwMode="ltGray">
          <a:xfrm>
            <a:off x="0" y="3429000"/>
            <a:ext cx="6127200" cy="3429000"/>
          </a:xfrm>
          <a:prstGeom prst="rect">
            <a:avLst/>
          </a:pr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15" name="Rectangle 14">
            <a:extLst>
              <a:ext uri="{FF2B5EF4-FFF2-40B4-BE49-F238E27FC236}">
                <a16:creationId xmlns:a16="http://schemas.microsoft.com/office/drawing/2014/main" id="{A7547183-0E79-CD42-B263-F90CF9ABE40C}"/>
              </a:ext>
            </a:extLst>
          </p:cNvPr>
          <p:cNvSpPr/>
          <p:nvPr userDrawn="1"/>
        </p:nvSpPr>
        <p:spPr bwMode="ltGray">
          <a:xfrm>
            <a:off x="0" y="0"/>
            <a:ext cx="6126957" cy="3429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3" name="Espace réservé du numéro de diapositive 2"/>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12" name="Espace réservé pour une image  54">
            <a:extLst>
              <a:ext uri="{FF2B5EF4-FFF2-40B4-BE49-F238E27FC236}">
                <a16:creationId xmlns:a16="http://schemas.microsoft.com/office/drawing/2014/main" id="{563D07F9-3377-B74F-B8B8-D9CBB4BD47DF}"/>
              </a:ext>
            </a:extLst>
          </p:cNvPr>
          <p:cNvSpPr>
            <a:spLocks noGrp="1"/>
          </p:cNvSpPr>
          <p:nvPr>
            <p:ph type="pic" sz="quarter" idx="12" hasCustomPrompt="1"/>
          </p:nvPr>
        </p:nvSpPr>
        <p:spPr>
          <a:xfrm>
            <a:off x="6888163" y="765174"/>
            <a:ext cx="4537075" cy="5327651"/>
          </a:xfrm>
          <a:prstGeom prst="rect">
            <a:avLst/>
          </a:prstGeom>
        </p:spPr>
        <p:txBody>
          <a:bodyPr>
            <a:noAutofit/>
          </a:bodyPr>
          <a:lstStyle>
            <a:lvl1pPr marL="0" indent="0">
              <a:buNone/>
              <a:defRPr sz="1200"/>
            </a:lvl1pPr>
          </a:lstStyle>
          <a:p>
            <a:r>
              <a:rPr lang="fr-CA" sz="1200">
                <a:cs typeface="Arial" pitchFamily="34" charset="0"/>
              </a:rPr>
              <a:t>Cliquer sur l’icône « Images » pour y intégrer une nouvelle image hébergée sur votre ordinateur.</a:t>
            </a:r>
            <a:endParaRPr lang="fr-FR"/>
          </a:p>
        </p:txBody>
      </p:sp>
      <p:sp>
        <p:nvSpPr>
          <p:cNvPr id="13" name="Titr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748800" y="635963"/>
            <a:ext cx="4591550" cy="2512589"/>
          </a:xfrm>
        </p:spPr>
        <p:txBody>
          <a:bodyPr>
            <a:noAutofit/>
          </a:bodyPr>
          <a:lstStyle>
            <a:lvl1pPr>
              <a:defRPr sz="4800">
                <a:solidFill>
                  <a:schemeClr val="bg2"/>
                </a:solidFill>
              </a:defRPr>
            </a:lvl1pPr>
          </a:lstStyle>
          <a:p>
            <a:r>
              <a:rPr lang="en-CA"/>
              <a:t>Titre de la diapositive de transition</a:t>
            </a:r>
          </a:p>
        </p:txBody>
      </p:sp>
      <p:sp>
        <p:nvSpPr>
          <p:cNvPr id="14" name="Espace réservé du texte 9">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766763" y="3733013"/>
            <a:ext cx="4573587" cy="2359811"/>
          </a:xfrm>
          <a:prstGeom prst="rect">
            <a:avLst/>
          </a:prstGeom>
        </p:spPr>
        <p:txBody>
          <a:bodyPr lIns="0" tIns="0" rIns="0" bIns="0">
            <a:noAutofit/>
          </a:bodyPr>
          <a:lstStyle>
            <a:lvl1pPr marL="0" indent="0">
              <a:spcBef>
                <a:spcPct val="0"/>
              </a:spcBef>
              <a:buNone/>
              <a:defRPr sz="2400">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r>
              <a:rPr lang="en-CA" noProof="0"/>
              <a:t>Sous-titre, si requis</a:t>
            </a:r>
          </a:p>
        </p:txBody>
      </p:sp>
      <p:sp>
        <p:nvSpPr>
          <p:cNvPr id="10" name="TextBox 95" descr="Copyright_box&#10;">
            <a:extLst>
              <a:ext uri="{FF2B5EF4-FFF2-40B4-BE49-F238E27FC236}">
                <a16:creationId xmlns:a16="http://schemas.microsoft.com/office/drawing/2014/main" id="{D02A02E0-0D17-AB40-909D-5C93015337FF}"/>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Tree>
    <p:extLst>
      <p:ext uri="{BB962C8B-B14F-4D97-AF65-F5344CB8AC3E}">
        <p14:creationId xmlns:p14="http://schemas.microsoft.com/office/powerpoint/2010/main" val="272169028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rdre du jour">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FA5DBCA-C3A7-554C-80CD-9B2E51986E2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5" name="Titre 1">
            <a:extLst>
              <a:ext uri="{FF2B5EF4-FFF2-40B4-BE49-F238E27FC236}">
                <a16:creationId xmlns:a16="http://schemas.microsoft.com/office/drawing/2014/main" id="{A9726D2F-24A7-BE46-9285-211A5860678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Ordre du jour/Programme</a:t>
            </a:r>
          </a:p>
        </p:txBody>
      </p:sp>
      <p:sp>
        <p:nvSpPr>
          <p:cNvPr id="8" name="Espace réservé du texte 6">
            <a:extLst>
              <a:ext uri="{FF2B5EF4-FFF2-40B4-BE49-F238E27FC236}">
                <a16:creationId xmlns:a16="http://schemas.microsoft.com/office/drawing/2014/main" id="{D6910EBF-08E6-8540-896A-4B5E41727340}"/>
              </a:ext>
            </a:extLst>
          </p:cNvPr>
          <p:cNvSpPr>
            <a:spLocks noGrp="1"/>
          </p:cNvSpPr>
          <p:nvPr>
            <p:ph type="body" sz="quarter" idx="12" hasCustomPrompt="1"/>
          </p:nvPr>
        </p:nvSpPr>
        <p:spPr>
          <a:xfrm>
            <a:off x="3082132" y="3183284"/>
            <a:ext cx="1511300" cy="1501606"/>
          </a:xfrm>
          <a:prstGeom prst="rect">
            <a:avLst/>
          </a:prstGeom>
        </p:spPr>
        <p:txBody>
          <a:bodyPr wrap="square" lIns="0" tIns="0" rIns="0" bIns="0">
            <a:noAutofit/>
          </a:bodyPr>
          <a:lstStyle>
            <a:lvl1pPr marL="12700" indent="-12700" algn="l">
              <a:buNone/>
              <a:defRPr sz="1600"/>
            </a:lvl1pPr>
          </a:lstStyle>
          <a:p>
            <a:pPr algn="l"/>
            <a:r>
              <a:rPr lang="en-GB"/>
              <a:t>Point 2</a:t>
            </a:r>
          </a:p>
        </p:txBody>
      </p:sp>
      <p:sp>
        <p:nvSpPr>
          <p:cNvPr id="20" name="Espace réservé du texte 6">
            <a:extLst>
              <a:ext uri="{FF2B5EF4-FFF2-40B4-BE49-F238E27FC236}">
                <a16:creationId xmlns:a16="http://schemas.microsoft.com/office/drawing/2014/main" id="{59A27FAB-0B96-BC42-A996-4CFEF0565413}"/>
              </a:ext>
            </a:extLst>
          </p:cNvPr>
          <p:cNvSpPr>
            <a:spLocks noGrp="1"/>
          </p:cNvSpPr>
          <p:nvPr>
            <p:ph type="body" sz="quarter" idx="13" hasCustomPrompt="1"/>
          </p:nvPr>
        </p:nvSpPr>
        <p:spPr>
          <a:xfrm>
            <a:off x="5375275" y="3183284"/>
            <a:ext cx="1495426" cy="1501606"/>
          </a:xfrm>
          <a:prstGeom prst="rect">
            <a:avLst/>
          </a:prstGeom>
        </p:spPr>
        <p:txBody>
          <a:bodyPr wrap="square" lIns="0" tIns="0" rIns="0" bIns="0">
            <a:noAutofit/>
          </a:bodyPr>
          <a:lstStyle>
            <a:lvl1pPr marL="12700" indent="-12700" algn="l">
              <a:buNone/>
              <a:defRPr sz="1600"/>
            </a:lvl1pPr>
          </a:lstStyle>
          <a:p>
            <a:pPr algn="l"/>
            <a:r>
              <a:rPr lang="en-GB"/>
              <a:t>Point 3</a:t>
            </a:r>
          </a:p>
        </p:txBody>
      </p:sp>
      <p:sp>
        <p:nvSpPr>
          <p:cNvPr id="21" name="Espace réservé du texte 6">
            <a:extLst>
              <a:ext uri="{FF2B5EF4-FFF2-40B4-BE49-F238E27FC236}">
                <a16:creationId xmlns:a16="http://schemas.microsoft.com/office/drawing/2014/main" id="{538AB2AF-A230-3B46-B113-EE15B6AE6F57}"/>
              </a:ext>
            </a:extLst>
          </p:cNvPr>
          <p:cNvSpPr>
            <a:spLocks noGrp="1"/>
          </p:cNvSpPr>
          <p:nvPr>
            <p:ph type="body" sz="quarter" idx="14" hasCustomPrompt="1"/>
          </p:nvPr>
        </p:nvSpPr>
        <p:spPr>
          <a:xfrm>
            <a:off x="7643812" y="3183284"/>
            <a:ext cx="1504157" cy="1501606"/>
          </a:xfrm>
          <a:prstGeom prst="rect">
            <a:avLst/>
          </a:prstGeom>
        </p:spPr>
        <p:txBody>
          <a:bodyPr wrap="square" lIns="0" tIns="0" rIns="0" bIns="0">
            <a:no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600"/>
            </a:lvl1pPr>
          </a:lstStyle>
          <a:p>
            <a:pPr marL="12700" marR="0" lvl="0" indent="-12700" algn="ctr" defTabSz="914400" rtl="0" eaLnBrk="1" fontAlgn="auto" latinLnBrk="0" hangingPunct="1">
              <a:lnSpc>
                <a:spcPct val="100000"/>
              </a:lnSpc>
              <a:spcBef>
                <a:spcPct val="20000"/>
              </a:spcBef>
              <a:spcAft>
                <a:spcPct val="0"/>
              </a:spcAft>
              <a:buClrTx/>
              <a:buSzTx/>
              <a:buFont typeface="Arial" pitchFamily="34" charset="0"/>
              <a:buNone/>
              <a:defRPr/>
            </a:pPr>
            <a:r>
              <a:rPr lang="en-GB"/>
              <a:t>Point 4</a:t>
            </a:r>
            <a:endParaRPr lang="en-CA"/>
          </a:p>
        </p:txBody>
      </p:sp>
      <p:sp>
        <p:nvSpPr>
          <p:cNvPr id="22" name="Espace réservé du texte 6">
            <a:extLst>
              <a:ext uri="{FF2B5EF4-FFF2-40B4-BE49-F238E27FC236}">
                <a16:creationId xmlns:a16="http://schemas.microsoft.com/office/drawing/2014/main" id="{C31B4DD5-B41F-BE43-A386-8B7C4CFBC95E}"/>
              </a:ext>
            </a:extLst>
          </p:cNvPr>
          <p:cNvSpPr>
            <a:spLocks noGrp="1"/>
          </p:cNvSpPr>
          <p:nvPr>
            <p:ph type="body" sz="quarter" idx="15" hasCustomPrompt="1"/>
          </p:nvPr>
        </p:nvSpPr>
        <p:spPr>
          <a:xfrm>
            <a:off x="9912350" y="3183284"/>
            <a:ext cx="1512888" cy="1501606"/>
          </a:xfrm>
          <a:prstGeom prst="rect">
            <a:avLst/>
          </a:prstGeom>
        </p:spPr>
        <p:txBody>
          <a:bodyPr wrap="square" lIns="0" tIns="0" rIns="0" bIns="0">
            <a:noAutofit/>
          </a:bodyPr>
          <a:lstStyle>
            <a:lvl1pPr marL="12700" indent="-12700" algn="l">
              <a:buNone/>
              <a:defRPr sz="1600"/>
            </a:lvl1pPr>
          </a:lstStyle>
          <a:p>
            <a:pPr algn="l"/>
            <a:r>
              <a:rPr lang="en-GB"/>
              <a:t>Point 5</a:t>
            </a:r>
          </a:p>
        </p:txBody>
      </p:sp>
      <p:sp>
        <p:nvSpPr>
          <p:cNvPr id="23" name="Espace réservé du texte 6">
            <a:extLst>
              <a:ext uri="{FF2B5EF4-FFF2-40B4-BE49-F238E27FC236}">
                <a16:creationId xmlns:a16="http://schemas.microsoft.com/office/drawing/2014/main" id="{F0474AB2-DB08-9E4B-A6C3-760F6797669A}"/>
              </a:ext>
            </a:extLst>
          </p:cNvPr>
          <p:cNvSpPr>
            <a:spLocks noGrp="1"/>
          </p:cNvSpPr>
          <p:nvPr>
            <p:ph type="body" sz="quarter" idx="16" hasCustomPrompt="1"/>
          </p:nvPr>
        </p:nvSpPr>
        <p:spPr>
          <a:xfrm>
            <a:off x="804863" y="3183284"/>
            <a:ext cx="1511300" cy="1501606"/>
          </a:xfrm>
          <a:prstGeom prst="rect">
            <a:avLst/>
          </a:prstGeom>
        </p:spPr>
        <p:txBody>
          <a:bodyPr wrap="square" lIns="0" tIns="0" rIns="0" bIns="0">
            <a:noAutofit/>
          </a:bodyPr>
          <a:lstStyle>
            <a:lvl1pPr marL="12700" indent="-12700" algn="l">
              <a:buNone/>
              <a:defRPr sz="1600" baseline="0"/>
            </a:lvl1pPr>
          </a:lstStyle>
          <a:p>
            <a:pPr algn="l"/>
            <a:r>
              <a:rPr lang="en-GB"/>
              <a:t>Point 1</a:t>
            </a:r>
          </a:p>
        </p:txBody>
      </p:sp>
      <p:sp>
        <p:nvSpPr>
          <p:cNvPr id="24" name="ZoneTexte 23">
            <a:extLst>
              <a:ext uri="{FF2B5EF4-FFF2-40B4-BE49-F238E27FC236}">
                <a16:creationId xmlns:a16="http://schemas.microsoft.com/office/drawing/2014/main" id="{C4D4A3BE-8352-B64D-A05E-435E839F6443}"/>
              </a:ext>
            </a:extLst>
          </p:cNvPr>
          <p:cNvSpPr txBox="1"/>
          <p:nvPr userDrawn="1"/>
        </p:nvSpPr>
        <p:spPr>
          <a:xfrm flipH="1">
            <a:off x="1758462" y="3891020"/>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275964396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rdre du jour 2">
    <p:spTree>
      <p:nvGrpSpPr>
        <p:cNvPr id="1" name=""/>
        <p:cNvGrpSpPr/>
        <p:nvPr/>
      </p:nvGrpSpPr>
      <p:grpSpPr>
        <a:xfrm>
          <a:off x="0" y="0"/>
          <a:ext cx="0" cy="0"/>
          <a:chOff x="0" y="0"/>
          <a:chExt cx="0" cy="0"/>
        </a:xfrm>
      </p:grpSpPr>
      <p:sp>
        <p:nvSpPr>
          <p:cNvPr id="4" name="Espace réservé du numéro de diapositive 2">
            <a:extLst>
              <a:ext uri="{FF2B5EF4-FFF2-40B4-BE49-F238E27FC236}">
                <a16:creationId xmlns:a16="http://schemas.microsoft.com/office/drawing/2014/main" id="{051FC886-5646-8B42-8205-7F4812E4D689}"/>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t>‹N°›</a:t>
            </a:fld>
            <a:endParaRPr lang="en-CA"/>
          </a:p>
        </p:txBody>
      </p:sp>
      <p:sp>
        <p:nvSpPr>
          <p:cNvPr id="5" name="Titre 1">
            <a:extLst>
              <a:ext uri="{FF2B5EF4-FFF2-40B4-BE49-F238E27FC236}">
                <a16:creationId xmlns:a16="http://schemas.microsoft.com/office/drawing/2014/main" id="{36B801A2-3BBA-D34D-B59B-5F9C931D8302}"/>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Ordre du jour/Programme</a:t>
            </a:r>
          </a:p>
        </p:txBody>
      </p:sp>
    </p:spTree>
    <p:extLst>
      <p:ext uri="{BB962C8B-B14F-4D97-AF65-F5344CB8AC3E}">
        <p14:creationId xmlns:p14="http://schemas.microsoft.com/office/powerpoint/2010/main" val="426097581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oitié dégradé à gauch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1C1304A-5908-A946-8811-EDD4D770A477}"/>
              </a:ext>
            </a:extLst>
          </p:cNvPr>
          <p:cNvSpPr/>
          <p:nvPr userDrawn="1"/>
        </p:nvSpPr>
        <p:spPr bwMode="ltGray">
          <a:xfrm>
            <a:off x="0" y="3429000"/>
            <a:ext cx="6135291" cy="3429000"/>
          </a:xfrm>
          <a:prstGeom prst="rect">
            <a:avLst/>
          </a:pr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5" name="Text Placeholder 7">
            <a:extLst>
              <a:ext uri="{FF2B5EF4-FFF2-40B4-BE49-F238E27FC236}">
                <a16:creationId xmlns:a16="http://schemas.microsoft.com/office/drawing/2014/main" id="{9E338CE8-AFEA-1D48-B300-9353C7BBD1C6}"/>
              </a:ext>
            </a:extLst>
          </p:cNvPr>
          <p:cNvSpPr>
            <a:spLocks noGrp="1"/>
          </p:cNvSpPr>
          <p:nvPr>
            <p:ph type="body" sz="quarter" idx="19"/>
          </p:nvPr>
        </p:nvSpPr>
        <p:spPr bwMode="white">
          <a:xfrm>
            <a:off x="6888162" y="765175"/>
            <a:ext cx="4537076" cy="5327649"/>
          </a:xfrm>
          <a:prstGeom prst="rect">
            <a:avLst/>
          </a:prstGeom>
        </p:spPr>
        <p:txBody>
          <a:bodyPr lIns="0" tIns="0" rIns="0" bIns="0">
            <a:noAutofit/>
          </a:bodyPr>
          <a:lstStyle>
            <a:lvl1pPr marL="0" indent="0" algn="l">
              <a:spcBef>
                <a:spcPts val="600"/>
              </a:spcBef>
              <a:buClr>
                <a:srgbClr val="000000"/>
              </a:buClr>
              <a:buFont typeface="Arial" pitchFamily="34" charset="0"/>
              <a:buNone/>
              <a:defRPr sz="2000">
                <a:solidFill>
                  <a:schemeClr val="tx1"/>
                </a:solidFill>
              </a:defRPr>
            </a:lvl1pPr>
            <a:lvl2pPr algn="l">
              <a:buClr>
                <a:srgbClr val="000000"/>
              </a:buClr>
              <a:buFont typeface="Arial" pitchFamily="34" charset="0"/>
              <a:buChar char="•"/>
              <a:defRPr sz="1800">
                <a:solidFill>
                  <a:schemeClr val="tx1"/>
                </a:solidFill>
              </a:defRPr>
            </a:lvl2pPr>
            <a:lvl3pPr algn="l">
              <a:buClr>
                <a:srgbClr val="000000"/>
              </a:buClr>
              <a:buFont typeface="Arial" pitchFamily="34" charset="0"/>
              <a:buChar char="–"/>
              <a:defRPr lang="en-US" sz="1400" kern="1200" smtClean="0">
                <a:solidFill>
                  <a:schemeClr val="tx1"/>
                </a:solidFill>
                <a:latin typeface="+mn-lt"/>
                <a:ea typeface="+mn-ea"/>
                <a:cs typeface="+mn-cs"/>
              </a:defRPr>
            </a:lvl3pPr>
            <a:lvl4pPr algn="l">
              <a:buClr>
                <a:srgbClr val="000000"/>
              </a:buClr>
              <a:buFont typeface="Wingdings" pitchFamily="2" charset="2"/>
              <a:buChar char="§"/>
              <a:defRPr sz="1400">
                <a:solidFill>
                  <a:schemeClr val="tx1"/>
                </a:solidFill>
              </a:defRPr>
            </a:lvl4pPr>
            <a:lvl5pPr algn="l">
              <a:buClr>
                <a:srgbClr val="000000"/>
              </a:buClr>
              <a:buFont typeface="Courier New" panose="02070309020205020404" pitchFamily="49" charset="0"/>
              <a:buChar char="o"/>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8AE138B3-1645-2547-BE81-C54885415178}"/>
              </a:ext>
            </a:extLst>
          </p:cNvPr>
          <p:cNvSpPr/>
          <p:nvPr userDrawn="1"/>
        </p:nvSpPr>
        <p:spPr bwMode="ltGray">
          <a:xfrm>
            <a:off x="891" y="0"/>
            <a:ext cx="6134400" cy="3429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7" name="Text Placeholder 7">
            <a:extLst>
              <a:ext uri="{FF2B5EF4-FFF2-40B4-BE49-F238E27FC236}">
                <a16:creationId xmlns:a16="http://schemas.microsoft.com/office/drawing/2014/main" id="{093C6A10-58E0-AE40-82D4-EBA8243C8DC7}"/>
              </a:ext>
            </a:extLst>
          </p:cNvPr>
          <p:cNvSpPr>
            <a:spLocks noGrp="1"/>
          </p:cNvSpPr>
          <p:nvPr>
            <p:ph type="body" sz="quarter" idx="21" hasCustomPrompt="1"/>
          </p:nvPr>
        </p:nvSpPr>
        <p:spPr>
          <a:xfrm>
            <a:off x="766763" y="645905"/>
            <a:ext cx="4608512" cy="2508111"/>
          </a:xfrm>
          <a:prstGeom prst="rect">
            <a:avLst/>
          </a:prstGeom>
        </p:spPr>
        <p:txBody>
          <a:bodyPr lIns="0" tIns="0" rIns="0" bIns="0" anchor="t" anchorCtr="0">
            <a:noAutofit/>
          </a:bodyPr>
          <a:lstStyle>
            <a:lvl1pPr marL="0" indent="0" algn="l">
              <a:spcBef>
                <a:spcPct val="0"/>
              </a:spcBef>
              <a:buNone/>
              <a:defRPr sz="4800">
                <a:solidFill>
                  <a:schemeClr val="bg1"/>
                </a:solidFill>
                <a:latin typeface="+mj-lt"/>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Titre</a:t>
            </a:r>
            <a:endParaRPr lang="en-US"/>
          </a:p>
        </p:txBody>
      </p:sp>
      <p:sp>
        <p:nvSpPr>
          <p:cNvPr id="8" name="TextBox 95" descr="Copyright_box&#10;">
            <a:extLst>
              <a:ext uri="{FF2B5EF4-FFF2-40B4-BE49-F238E27FC236}">
                <a16:creationId xmlns:a16="http://schemas.microsoft.com/office/drawing/2014/main" id="{6A41C026-3AD7-3149-A25D-6036C299BBD8}"/>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
        <p:nvSpPr>
          <p:cNvPr id="9" name="Espace réservé du numéro de diapositive 2">
            <a:extLst>
              <a:ext uri="{FF2B5EF4-FFF2-40B4-BE49-F238E27FC236}">
                <a16:creationId xmlns:a16="http://schemas.microsoft.com/office/drawing/2014/main" id="{A28B614A-AA06-2540-83E7-D007DDE7C306}"/>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t>‹N°›</a:t>
            </a:fld>
            <a:endParaRPr lang="en-CA"/>
          </a:p>
        </p:txBody>
      </p:sp>
      <p:sp>
        <p:nvSpPr>
          <p:cNvPr id="10" name="Text Placeholder 7">
            <a:extLst>
              <a:ext uri="{FF2B5EF4-FFF2-40B4-BE49-F238E27FC236}">
                <a16:creationId xmlns:a16="http://schemas.microsoft.com/office/drawing/2014/main" id="{3BE24042-C6FA-0F49-A70B-66E33B8C25EE}"/>
              </a:ext>
            </a:extLst>
          </p:cNvPr>
          <p:cNvSpPr>
            <a:spLocks noGrp="1"/>
          </p:cNvSpPr>
          <p:nvPr>
            <p:ph type="body" sz="quarter" idx="20" hasCustomPrompt="1"/>
          </p:nvPr>
        </p:nvSpPr>
        <p:spPr>
          <a:xfrm>
            <a:off x="766763" y="3724025"/>
            <a:ext cx="4608512" cy="2368800"/>
          </a:xfrm>
          <a:prstGeom prst="rect">
            <a:avLst/>
          </a:prstGeom>
        </p:spPr>
        <p:txBody>
          <a:bodyPr lIns="0" tIns="0" rIns="0" bIns="0">
            <a:noAutofit/>
          </a:bodyPr>
          <a:lstStyle>
            <a:lvl1pPr marL="0" indent="0" algn="l">
              <a:spcBef>
                <a:spcPts val="600"/>
              </a:spcBef>
              <a:buNone/>
              <a:defRPr sz="24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err="1"/>
              <a:t>Texte</a:t>
            </a:r>
            <a:endParaRPr lang="en-US"/>
          </a:p>
        </p:txBody>
      </p:sp>
    </p:spTree>
    <p:extLst>
      <p:ext uri="{BB962C8B-B14F-4D97-AF65-F5344CB8AC3E}">
        <p14:creationId xmlns:p14="http://schemas.microsoft.com/office/powerpoint/2010/main" val="2409144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oitié dégradé">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66BE0F-9BD6-0E40-9460-D34A4E070EC0}"/>
              </a:ext>
            </a:extLst>
          </p:cNvPr>
          <p:cNvSpPr/>
          <p:nvPr userDrawn="1"/>
        </p:nvSpPr>
        <p:spPr bwMode="ltGray">
          <a:xfrm>
            <a:off x="6132512" y="0"/>
            <a:ext cx="6064287" cy="68580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5" name="Title Placeholder 1">
            <a:extLst>
              <a:ext uri="{FF2B5EF4-FFF2-40B4-BE49-F238E27FC236}">
                <a16:creationId xmlns:a16="http://schemas.microsoft.com/office/drawing/2014/main" id="{F4E62D95-C3E7-D247-BD01-C133E73FC92E}"/>
              </a:ext>
            </a:extLst>
          </p:cNvPr>
          <p:cNvSpPr>
            <a:spLocks noGrp="1"/>
          </p:cNvSpPr>
          <p:nvPr>
            <p:ph type="title" hasCustomPrompt="1"/>
          </p:nvPr>
        </p:nvSpPr>
        <p:spPr bwMode="white">
          <a:xfrm>
            <a:off x="6888162" y="675022"/>
            <a:ext cx="4537076" cy="442554"/>
          </a:xfrm>
          <a:prstGeom prst="rect">
            <a:avLst/>
          </a:prstGeom>
        </p:spPr>
        <p:txBody>
          <a:bodyPr vert="horz" lIns="0" tIns="0" rIns="0" bIns="0" rtlCol="0" anchor="b" anchorCtr="0">
            <a:noAutofit/>
          </a:bodyPr>
          <a:lstStyle>
            <a:lvl1pPr algn="l">
              <a:defRPr sz="2800" b="0">
                <a:solidFill>
                  <a:schemeClr val="bg1"/>
                </a:solidFill>
                <a:latin typeface="+mj-lt"/>
              </a:defRPr>
            </a:lvl1pPr>
          </a:lstStyle>
          <a:p>
            <a:pPr lvl="0"/>
            <a:r>
              <a:rPr lang="en-US" noProof="0"/>
              <a:t>Cliquer pour ajouter le titre</a:t>
            </a:r>
            <a:endParaRPr lang="en-US"/>
          </a:p>
        </p:txBody>
      </p:sp>
      <p:sp>
        <p:nvSpPr>
          <p:cNvPr id="7" name="Text Placeholder 7">
            <a:extLst>
              <a:ext uri="{FF2B5EF4-FFF2-40B4-BE49-F238E27FC236}">
                <a16:creationId xmlns:a16="http://schemas.microsoft.com/office/drawing/2014/main" id="{D41B42D7-AAA3-834F-9B8B-AC9F156380D9}"/>
              </a:ext>
            </a:extLst>
          </p:cNvPr>
          <p:cNvSpPr>
            <a:spLocks noGrp="1"/>
          </p:cNvSpPr>
          <p:nvPr>
            <p:ph type="body" sz="quarter" idx="19"/>
          </p:nvPr>
        </p:nvSpPr>
        <p:spPr bwMode="white">
          <a:xfrm>
            <a:off x="6888162" y="1313645"/>
            <a:ext cx="4537076" cy="4779179"/>
          </a:xfrm>
          <a:prstGeom prst="rect">
            <a:avLst/>
          </a:prstGeom>
        </p:spPr>
        <p:txBody>
          <a:bodyPr lIns="0">
            <a:noAutofit/>
          </a:bodyPr>
          <a:lstStyle>
            <a:lvl1pPr marL="0" indent="0" algn="l">
              <a:spcBef>
                <a:spcPts val="600"/>
              </a:spcBef>
              <a:buNone/>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8" name="Text Placeholder 7">
            <a:extLst>
              <a:ext uri="{FF2B5EF4-FFF2-40B4-BE49-F238E27FC236}">
                <a16:creationId xmlns:a16="http://schemas.microsoft.com/office/drawing/2014/main" id="{4CB01012-C777-4F42-8ACD-C6368C209107}"/>
              </a:ext>
            </a:extLst>
          </p:cNvPr>
          <p:cNvSpPr>
            <a:spLocks noGrp="1"/>
          </p:cNvSpPr>
          <p:nvPr>
            <p:ph type="body" sz="quarter" idx="20"/>
          </p:nvPr>
        </p:nvSpPr>
        <p:spPr>
          <a:xfrm>
            <a:off x="766764" y="1313645"/>
            <a:ext cx="4608512" cy="4779179"/>
          </a:xfrm>
          <a:prstGeom prst="rect">
            <a:avLst/>
          </a:prstGeom>
        </p:spPr>
        <p:txBody>
          <a:bodyPr lIns="0">
            <a:noAutofit/>
          </a:bodyPr>
          <a:lstStyle>
            <a:lvl1pPr marL="0" indent="0" algn="l">
              <a:spcBef>
                <a:spcPts val="600"/>
              </a:spcBef>
              <a:buNone/>
              <a:defRPr sz="200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9" name="Text Placeholder 7">
            <a:extLst>
              <a:ext uri="{FF2B5EF4-FFF2-40B4-BE49-F238E27FC236}">
                <a16:creationId xmlns:a16="http://schemas.microsoft.com/office/drawing/2014/main" id="{9ADE69DB-C7EC-8C4D-A45F-9A8063D238C3}"/>
              </a:ext>
            </a:extLst>
          </p:cNvPr>
          <p:cNvSpPr>
            <a:spLocks noGrp="1"/>
          </p:cNvSpPr>
          <p:nvPr>
            <p:ph type="body" sz="quarter" idx="21" hasCustomPrompt="1"/>
          </p:nvPr>
        </p:nvSpPr>
        <p:spPr>
          <a:xfrm>
            <a:off x="766763" y="690335"/>
            <a:ext cx="4608511" cy="476332"/>
          </a:xfrm>
          <a:prstGeom prst="rect">
            <a:avLst/>
          </a:prstGeom>
        </p:spPr>
        <p:txBody>
          <a:bodyPr lIns="0" anchor="b" anchorCtr="0">
            <a:noAutofit/>
          </a:bodyPr>
          <a:lstStyle>
            <a:lvl1pPr marL="0" indent="0" algn="l">
              <a:spcBef>
                <a:spcPts val="600"/>
              </a:spcBef>
              <a:buNone/>
              <a:defRPr sz="2800">
                <a:solidFill>
                  <a:schemeClr val="tx1"/>
                </a:solidFill>
                <a:latin typeface="+mj-lt"/>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Cliquer pour ajouter le titre</a:t>
            </a:r>
            <a:endParaRPr lang="en-US"/>
          </a:p>
        </p:txBody>
      </p:sp>
      <p:sp>
        <p:nvSpPr>
          <p:cNvPr id="10" name="Espace réservé du numéro de diapositive 2">
            <a:extLst>
              <a:ext uri="{FF2B5EF4-FFF2-40B4-BE49-F238E27FC236}">
                <a16:creationId xmlns:a16="http://schemas.microsoft.com/office/drawing/2014/main" id="{B0CC5908-9650-874C-A596-9018501B857C}"/>
              </a:ext>
            </a:extLst>
          </p:cNvPr>
          <p:cNvSpPr>
            <a:spLocks noGrp="1"/>
          </p:cNvSpPr>
          <p:nvPr>
            <p:ph type="sldNum" sz="quarter" idx="4"/>
          </p:nvPr>
        </p:nvSpPr>
        <p:spPr>
          <a:xfrm>
            <a:off x="11163034" y="6264308"/>
            <a:ext cx="261660" cy="169200"/>
          </a:xfrm>
        </p:spPr>
        <p:txBody>
          <a:bodyPr>
            <a:noAutofit/>
          </a:bodyPr>
          <a:lstStyle>
            <a:lvl1pPr>
              <a:defRPr>
                <a:solidFill>
                  <a:schemeClr val="bg2"/>
                </a:solidFill>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28561389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oitié dégradé au-dessu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028463E-6F5A-C34E-9F76-CF7CF438D3F3}"/>
              </a:ext>
            </a:extLst>
          </p:cNvPr>
          <p:cNvSpPr/>
          <p:nvPr userDrawn="1"/>
        </p:nvSpPr>
        <p:spPr bwMode="gray">
          <a:xfrm>
            <a:off x="0" y="0"/>
            <a:ext cx="12196800" cy="3214800"/>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a:solidFill>
                <a:schemeClr val="bg1"/>
              </a:solidFill>
              <a:cs typeface="Arial" pitchFamily="34" charset="0"/>
            </a:endParaRPr>
          </a:p>
        </p:txBody>
      </p:sp>
      <p:sp>
        <p:nvSpPr>
          <p:cNvPr id="5" name="Text Placeholder 7">
            <a:extLst>
              <a:ext uri="{FF2B5EF4-FFF2-40B4-BE49-F238E27FC236}">
                <a16:creationId xmlns:a16="http://schemas.microsoft.com/office/drawing/2014/main" id="{7B4D4F43-FCC4-7940-BF26-80BC3EFA5D28}"/>
              </a:ext>
            </a:extLst>
          </p:cNvPr>
          <p:cNvSpPr>
            <a:spLocks noGrp="1"/>
          </p:cNvSpPr>
          <p:nvPr>
            <p:ph type="body" sz="quarter" idx="19" hasCustomPrompt="1"/>
          </p:nvPr>
        </p:nvSpPr>
        <p:spPr bwMode="white">
          <a:xfrm>
            <a:off x="766763" y="713658"/>
            <a:ext cx="10658475" cy="1873625"/>
          </a:xfrm>
          <a:prstGeom prst="rect">
            <a:avLst/>
          </a:prstGeom>
        </p:spPr>
        <p:txBody>
          <a:bodyPr lIns="0" tIns="0" rIns="0" bIns="0"/>
          <a:lstStyle>
            <a:lvl1pPr marL="0" indent="0" algn="l">
              <a:spcBef>
                <a:spcPts val="600"/>
              </a:spcBef>
              <a:buNone/>
              <a:defRPr sz="2000" baseline="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Cliquer pour ajouter du texte</a:t>
            </a:r>
            <a:endParaRPr lang="en-US"/>
          </a:p>
        </p:txBody>
      </p:sp>
      <p:sp>
        <p:nvSpPr>
          <p:cNvPr id="6" name="Text Placeholder 7">
            <a:extLst>
              <a:ext uri="{FF2B5EF4-FFF2-40B4-BE49-F238E27FC236}">
                <a16:creationId xmlns:a16="http://schemas.microsoft.com/office/drawing/2014/main" id="{8B55AD79-E89E-F94C-8E6E-47E81BAAFE81}"/>
              </a:ext>
            </a:extLst>
          </p:cNvPr>
          <p:cNvSpPr>
            <a:spLocks noGrp="1"/>
          </p:cNvSpPr>
          <p:nvPr>
            <p:ph type="body" sz="quarter" idx="20" hasCustomPrompt="1"/>
          </p:nvPr>
        </p:nvSpPr>
        <p:spPr>
          <a:xfrm>
            <a:off x="766763" y="3429000"/>
            <a:ext cx="3060700" cy="2663825"/>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Ajouter du texte ici</a:t>
            </a:r>
            <a:endParaRPr lang="en-US"/>
          </a:p>
        </p:txBody>
      </p:sp>
      <p:sp>
        <p:nvSpPr>
          <p:cNvPr id="7" name="Text Placeholder 7">
            <a:extLst>
              <a:ext uri="{FF2B5EF4-FFF2-40B4-BE49-F238E27FC236}">
                <a16:creationId xmlns:a16="http://schemas.microsoft.com/office/drawing/2014/main" id="{490C4A5E-806F-B449-9FC2-674DB43D3774}"/>
              </a:ext>
            </a:extLst>
          </p:cNvPr>
          <p:cNvSpPr>
            <a:spLocks noGrp="1"/>
          </p:cNvSpPr>
          <p:nvPr>
            <p:ph type="body" sz="quarter" idx="21" hasCustomPrompt="1"/>
          </p:nvPr>
        </p:nvSpPr>
        <p:spPr>
          <a:xfrm>
            <a:off x="8401050" y="3429000"/>
            <a:ext cx="3024188"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Ajouter du texte ici</a:t>
            </a:r>
            <a:endParaRPr lang="en-US"/>
          </a:p>
        </p:txBody>
      </p:sp>
      <p:sp>
        <p:nvSpPr>
          <p:cNvPr id="8" name="Text Placeholder 7">
            <a:extLst>
              <a:ext uri="{FF2B5EF4-FFF2-40B4-BE49-F238E27FC236}">
                <a16:creationId xmlns:a16="http://schemas.microsoft.com/office/drawing/2014/main" id="{2BA1CE38-9517-C04D-BD3C-785CE4AAB523}"/>
              </a:ext>
            </a:extLst>
          </p:cNvPr>
          <p:cNvSpPr>
            <a:spLocks noGrp="1"/>
          </p:cNvSpPr>
          <p:nvPr>
            <p:ph type="body" sz="quarter" idx="22" hasCustomPrompt="1"/>
          </p:nvPr>
        </p:nvSpPr>
        <p:spPr>
          <a:xfrm>
            <a:off x="4583113" y="3429000"/>
            <a:ext cx="3025776"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err="1"/>
              <a:t>Ajouter du texte ici</a:t>
            </a:r>
            <a:endParaRPr lang="en-US"/>
          </a:p>
        </p:txBody>
      </p:sp>
      <p:sp>
        <p:nvSpPr>
          <p:cNvPr id="9" name="Espace réservé du numéro de diapositive 2">
            <a:extLst>
              <a:ext uri="{FF2B5EF4-FFF2-40B4-BE49-F238E27FC236}">
                <a16:creationId xmlns:a16="http://schemas.microsoft.com/office/drawing/2014/main" id="{F7397D48-6C1F-0F4B-81AD-71A51B496E9A}"/>
              </a:ext>
            </a:extLst>
          </p:cNvPr>
          <p:cNvSpPr>
            <a:spLocks noGrp="1"/>
          </p:cNvSpPr>
          <p:nvPr>
            <p:ph type="sldNum" sz="quarter" idx="10"/>
          </p:nvPr>
        </p:nvSpPr>
        <p:spPr>
          <a:xfrm>
            <a:off x="11163034" y="6264308"/>
            <a:ext cx="261660" cy="169200"/>
          </a:xfrm>
        </p:spPr>
        <p:txBody>
          <a:bodyPr>
            <a:noAutofit/>
          </a:bodyPr>
          <a:lstStyle/>
          <a:p>
            <a:fld id="{525A3C56-E491-49B2-93F3-63532DF516BC}" type="slidenum">
              <a:rPr lang="en-CA" smtClean="0"/>
              <a:t>‹N°›</a:t>
            </a:fld>
            <a:endParaRPr lang="en-CA"/>
          </a:p>
        </p:txBody>
      </p:sp>
    </p:spTree>
    <p:extLst>
      <p:ext uri="{BB962C8B-B14F-4D97-AF65-F5344CB8AC3E}">
        <p14:creationId xmlns:p14="http://schemas.microsoft.com/office/powerpoint/2010/main" val="428694612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rriculum vitae (CV)">
    <p:spTree>
      <p:nvGrpSpPr>
        <p:cNvPr id="1" name=""/>
        <p:cNvGrpSpPr/>
        <p:nvPr/>
      </p:nvGrpSpPr>
      <p:grpSpPr>
        <a:xfrm>
          <a:off x="0" y="0"/>
          <a:ext cx="0" cy="0"/>
          <a:chOff x="0" y="0"/>
          <a:chExt cx="0" cy="0"/>
        </a:xfrm>
      </p:grpSpPr>
      <p:sp>
        <p:nvSpPr>
          <p:cNvPr id="4" name="Espace réservé pour une image  5">
            <a:extLst>
              <a:ext uri="{FF2B5EF4-FFF2-40B4-BE49-F238E27FC236}">
                <a16:creationId xmlns:a16="http://schemas.microsoft.com/office/drawing/2014/main" id="{7AAD05C6-28F2-5949-86F2-1B5BC7639AC4}"/>
              </a:ext>
            </a:extLst>
          </p:cNvPr>
          <p:cNvSpPr>
            <a:spLocks noGrp="1"/>
          </p:cNvSpPr>
          <p:nvPr>
            <p:ph type="pic" sz="quarter" idx="12" hasCustomPrompt="1"/>
          </p:nvPr>
        </p:nvSpPr>
        <p:spPr>
          <a:xfrm>
            <a:off x="766763" y="1573201"/>
            <a:ext cx="2305050" cy="2245763"/>
          </a:xfrm>
          <a:prstGeom prst="rect">
            <a:avLst/>
          </a:prstGeom>
        </p:spPr>
        <p:txBody>
          <a:bodyPr>
            <a:noAutofit/>
          </a:bodyPr>
          <a:lstStyle>
            <a:lvl1pPr>
              <a:buNone/>
              <a:defRPr sz="1400"/>
            </a:lvl1pPr>
          </a:lstStyle>
          <a:p>
            <a:r>
              <a:rPr lang="fr-CA"/>
              <a:t>Cliquer sur l'icône pour ajouter une image</a:t>
            </a:r>
            <a:endParaRPr lang="fr-FR"/>
          </a:p>
        </p:txBody>
      </p:sp>
      <p:sp>
        <p:nvSpPr>
          <p:cNvPr id="6" name="Espace réservé du texte 5">
            <a:extLst>
              <a:ext uri="{FF2B5EF4-FFF2-40B4-BE49-F238E27FC236}">
                <a16:creationId xmlns:a16="http://schemas.microsoft.com/office/drawing/2014/main" id="{FC61204A-C4F4-F447-8AE2-F98A13E570F6}"/>
              </a:ext>
            </a:extLst>
          </p:cNvPr>
          <p:cNvSpPr>
            <a:spLocks noGrp="1"/>
          </p:cNvSpPr>
          <p:nvPr>
            <p:ph type="body" sz="quarter" idx="13" hasCustomPrompt="1"/>
          </p:nvPr>
        </p:nvSpPr>
        <p:spPr>
          <a:xfrm>
            <a:off x="766764" y="3957329"/>
            <a:ext cx="2305050" cy="614671"/>
          </a:xfrm>
          <a:prstGeom prst="rect">
            <a:avLst/>
          </a:prstGeom>
        </p:spPr>
        <p:txBody>
          <a:bodyPr lIns="0" tIns="0" rIns="0" bIns="0">
            <a:noAutofit/>
          </a:bodyPr>
          <a:lstStyle>
            <a:lvl1pPr marL="0" indent="0">
              <a:buNone/>
              <a:defRPr sz="1600" b="1"/>
            </a:lvl1pPr>
            <a:lvl4pPr marL="1371600" indent="0">
              <a:buNone/>
              <a:defRPr/>
            </a:lvl4pPr>
          </a:lstStyle>
          <a:p>
            <a:pPr lvl="0"/>
            <a:r>
              <a:rPr lang="en-CA" err="1"/>
              <a:t>Prénom Nom</a:t>
            </a:r>
          </a:p>
        </p:txBody>
      </p:sp>
      <p:sp>
        <p:nvSpPr>
          <p:cNvPr id="9" name="Espace réservé du texte 5">
            <a:extLst>
              <a:ext uri="{FF2B5EF4-FFF2-40B4-BE49-F238E27FC236}">
                <a16:creationId xmlns:a16="http://schemas.microsoft.com/office/drawing/2014/main" id="{6D748139-EEC9-3443-A40E-44E57A58A3C7}"/>
              </a:ext>
            </a:extLst>
          </p:cNvPr>
          <p:cNvSpPr>
            <a:spLocks noGrp="1"/>
          </p:cNvSpPr>
          <p:nvPr>
            <p:ph type="body" sz="quarter" idx="14" hasCustomPrompt="1"/>
          </p:nvPr>
        </p:nvSpPr>
        <p:spPr>
          <a:xfrm>
            <a:off x="766764" y="4728184"/>
            <a:ext cx="2305050" cy="1364641"/>
          </a:xfrm>
          <a:prstGeom prst="rect">
            <a:avLst/>
          </a:prstGeom>
        </p:spPr>
        <p:txBody>
          <a:bodyPr lIns="0" tIns="0" rIns="0" bIns="0">
            <a:noAutofit/>
          </a:bodyPr>
          <a:lstStyle>
            <a:lvl1pPr marL="0" indent="0">
              <a:buNone/>
              <a:defRPr sz="1400" b="0"/>
            </a:lvl1pPr>
            <a:lvl4pPr marL="1371600" indent="0">
              <a:buNone/>
              <a:defRPr/>
            </a:lvl4pPr>
          </a:lstStyle>
          <a:p>
            <a:pPr lvl="0"/>
            <a:r>
              <a:rPr lang="en-CA"/>
              <a:t>Courte description</a:t>
            </a:r>
          </a:p>
        </p:txBody>
      </p:sp>
      <p:sp>
        <p:nvSpPr>
          <p:cNvPr id="13" name="Espace réservé du texte 12">
            <a:extLst>
              <a:ext uri="{FF2B5EF4-FFF2-40B4-BE49-F238E27FC236}">
                <a16:creationId xmlns:a16="http://schemas.microsoft.com/office/drawing/2014/main" id="{C58ECA42-F963-A040-A103-87B70E6AEEB5}"/>
              </a:ext>
            </a:extLst>
          </p:cNvPr>
          <p:cNvSpPr>
            <a:spLocks noGrp="1"/>
          </p:cNvSpPr>
          <p:nvPr>
            <p:ph type="body" sz="quarter" idx="15" hasCustomPrompt="1"/>
          </p:nvPr>
        </p:nvSpPr>
        <p:spPr>
          <a:xfrm>
            <a:off x="3827463" y="1571893"/>
            <a:ext cx="2066925" cy="328613"/>
          </a:xfrm>
          <a:prstGeom prst="rect">
            <a:avLst/>
          </a:prstGeom>
        </p:spPr>
        <p:txBody>
          <a:bodyPr lIns="0" tIns="0" rIns="0" bIns="0">
            <a:noAutofit/>
          </a:bodyPr>
          <a:lstStyle>
            <a:lvl1pPr marL="0" indent="0">
              <a:buNone/>
              <a:defRPr sz="1600" b="1"/>
            </a:lvl1pPr>
          </a:lstStyle>
          <a:p>
            <a:pPr lvl="0"/>
            <a:r>
              <a:rPr lang="en-CA"/>
              <a:t>Formation</a:t>
            </a:r>
          </a:p>
        </p:txBody>
      </p:sp>
      <p:sp>
        <p:nvSpPr>
          <p:cNvPr id="14" name="Espace réservé du texte 12">
            <a:extLst>
              <a:ext uri="{FF2B5EF4-FFF2-40B4-BE49-F238E27FC236}">
                <a16:creationId xmlns:a16="http://schemas.microsoft.com/office/drawing/2014/main" id="{98004762-0448-1B4A-8FEF-D3D363CEA960}"/>
              </a:ext>
            </a:extLst>
          </p:cNvPr>
          <p:cNvSpPr>
            <a:spLocks noGrp="1"/>
          </p:cNvSpPr>
          <p:nvPr>
            <p:ph type="body" sz="quarter" idx="16" hasCustomPrompt="1"/>
          </p:nvPr>
        </p:nvSpPr>
        <p:spPr>
          <a:xfrm>
            <a:off x="6601206" y="1567053"/>
            <a:ext cx="2066925" cy="328613"/>
          </a:xfrm>
          <a:prstGeom prst="rect">
            <a:avLst/>
          </a:prstGeom>
        </p:spPr>
        <p:txBody>
          <a:bodyPr lIns="0" tIns="0" rIns="0" bIns="0">
            <a:noAutofit/>
          </a:bodyPr>
          <a:lstStyle>
            <a:lvl1pPr marL="0" indent="0">
              <a:buNone/>
              <a:defRPr sz="1600" b="1"/>
            </a:lvl1pPr>
          </a:lstStyle>
          <a:p>
            <a:pPr lvl="0"/>
            <a:r>
              <a:rPr lang="en-CA" err="1"/>
              <a:t>Expérience</a:t>
            </a:r>
            <a:endParaRPr lang="en-CA"/>
          </a:p>
        </p:txBody>
      </p:sp>
      <p:sp>
        <p:nvSpPr>
          <p:cNvPr id="15" name="Espace réservé du texte 12">
            <a:extLst>
              <a:ext uri="{FF2B5EF4-FFF2-40B4-BE49-F238E27FC236}">
                <a16:creationId xmlns:a16="http://schemas.microsoft.com/office/drawing/2014/main" id="{A8684217-8B73-6846-8964-A3D5A8B8F819}"/>
              </a:ext>
            </a:extLst>
          </p:cNvPr>
          <p:cNvSpPr>
            <a:spLocks noGrp="1"/>
          </p:cNvSpPr>
          <p:nvPr>
            <p:ph type="body" sz="quarter" idx="17" hasCustomPrompt="1"/>
          </p:nvPr>
        </p:nvSpPr>
        <p:spPr>
          <a:xfrm>
            <a:off x="9338819" y="1567053"/>
            <a:ext cx="2066925" cy="328613"/>
          </a:xfrm>
          <a:prstGeom prst="rect">
            <a:avLst/>
          </a:prstGeom>
        </p:spPr>
        <p:txBody>
          <a:bodyPr lIns="0" tIns="0" rIns="0" bIns="0">
            <a:noAutofit/>
          </a:bodyPr>
          <a:lstStyle>
            <a:lvl1pPr marL="0" indent="0">
              <a:buNone/>
              <a:defRPr sz="1600" b="1"/>
            </a:lvl1pPr>
          </a:lstStyle>
          <a:p>
            <a:pPr lvl="0"/>
            <a:r>
              <a:rPr lang="en-CA" err="1"/>
              <a:t>Compétences</a:t>
            </a:r>
            <a:endParaRPr lang="en-CA"/>
          </a:p>
        </p:txBody>
      </p:sp>
      <p:sp>
        <p:nvSpPr>
          <p:cNvPr id="16" name="Espace réservé du texte 12">
            <a:extLst>
              <a:ext uri="{FF2B5EF4-FFF2-40B4-BE49-F238E27FC236}">
                <a16:creationId xmlns:a16="http://schemas.microsoft.com/office/drawing/2014/main" id="{20095CCD-CD5E-3949-AE61-F6C4C445012D}"/>
              </a:ext>
            </a:extLst>
          </p:cNvPr>
          <p:cNvSpPr>
            <a:spLocks noGrp="1"/>
          </p:cNvSpPr>
          <p:nvPr>
            <p:ph type="body" sz="quarter" idx="18" hasCustomPrompt="1"/>
          </p:nvPr>
        </p:nvSpPr>
        <p:spPr>
          <a:xfrm>
            <a:off x="3827463" y="2178757"/>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24" name="Espace réservé du texte 12">
            <a:extLst>
              <a:ext uri="{FF2B5EF4-FFF2-40B4-BE49-F238E27FC236}">
                <a16:creationId xmlns:a16="http://schemas.microsoft.com/office/drawing/2014/main" id="{AF74C33C-BE80-3E4F-AD16-B853AFB0DC94}"/>
              </a:ext>
            </a:extLst>
          </p:cNvPr>
          <p:cNvSpPr>
            <a:spLocks noGrp="1"/>
          </p:cNvSpPr>
          <p:nvPr>
            <p:ph type="body" sz="quarter" idx="21" hasCustomPrompt="1"/>
          </p:nvPr>
        </p:nvSpPr>
        <p:spPr>
          <a:xfrm>
            <a:off x="3827463" y="2510153"/>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25" name="Espace réservé du texte 12">
            <a:extLst>
              <a:ext uri="{FF2B5EF4-FFF2-40B4-BE49-F238E27FC236}">
                <a16:creationId xmlns:a16="http://schemas.microsoft.com/office/drawing/2014/main" id="{450C4AEB-3215-D247-8707-2CA376BCFA6C}"/>
              </a:ext>
            </a:extLst>
          </p:cNvPr>
          <p:cNvSpPr>
            <a:spLocks noGrp="1"/>
          </p:cNvSpPr>
          <p:nvPr>
            <p:ph type="body" sz="quarter" idx="22" hasCustomPrompt="1"/>
          </p:nvPr>
        </p:nvSpPr>
        <p:spPr>
          <a:xfrm>
            <a:off x="3827463" y="3577425"/>
            <a:ext cx="2076323" cy="309600"/>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26" name="Espace réservé du texte 12">
            <a:extLst>
              <a:ext uri="{FF2B5EF4-FFF2-40B4-BE49-F238E27FC236}">
                <a16:creationId xmlns:a16="http://schemas.microsoft.com/office/drawing/2014/main" id="{8DBD234F-66B6-D24F-8630-18330562C11D}"/>
              </a:ext>
            </a:extLst>
          </p:cNvPr>
          <p:cNvSpPr>
            <a:spLocks noGrp="1"/>
          </p:cNvSpPr>
          <p:nvPr>
            <p:ph type="body" sz="quarter" idx="23" hasCustomPrompt="1"/>
          </p:nvPr>
        </p:nvSpPr>
        <p:spPr>
          <a:xfrm>
            <a:off x="3827463" y="3908820"/>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27" name="Espace réservé du texte 12">
            <a:extLst>
              <a:ext uri="{FF2B5EF4-FFF2-40B4-BE49-F238E27FC236}">
                <a16:creationId xmlns:a16="http://schemas.microsoft.com/office/drawing/2014/main" id="{91D5779F-40F4-114C-8F51-0E0ED5801647}"/>
              </a:ext>
            </a:extLst>
          </p:cNvPr>
          <p:cNvSpPr>
            <a:spLocks noGrp="1"/>
          </p:cNvSpPr>
          <p:nvPr>
            <p:ph type="body" sz="quarter" idx="24" hasCustomPrompt="1"/>
          </p:nvPr>
        </p:nvSpPr>
        <p:spPr>
          <a:xfrm>
            <a:off x="3827463" y="4973153"/>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28" name="Espace réservé du texte 12">
            <a:extLst>
              <a:ext uri="{FF2B5EF4-FFF2-40B4-BE49-F238E27FC236}">
                <a16:creationId xmlns:a16="http://schemas.microsoft.com/office/drawing/2014/main" id="{02D4596C-769E-D04E-A5B1-EC681DAEE8E2}"/>
              </a:ext>
            </a:extLst>
          </p:cNvPr>
          <p:cNvSpPr>
            <a:spLocks noGrp="1"/>
          </p:cNvSpPr>
          <p:nvPr>
            <p:ph type="body" sz="quarter" idx="25" hasCustomPrompt="1"/>
          </p:nvPr>
        </p:nvSpPr>
        <p:spPr>
          <a:xfrm>
            <a:off x="3827463" y="5296457"/>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0" name="Espace réservé du texte 12">
            <a:extLst>
              <a:ext uri="{FF2B5EF4-FFF2-40B4-BE49-F238E27FC236}">
                <a16:creationId xmlns:a16="http://schemas.microsoft.com/office/drawing/2014/main" id="{47888554-5D19-8841-B473-5B61BFF2C10C}"/>
              </a:ext>
            </a:extLst>
          </p:cNvPr>
          <p:cNvSpPr>
            <a:spLocks noGrp="1"/>
          </p:cNvSpPr>
          <p:nvPr>
            <p:ph type="body" sz="quarter" idx="26" hasCustomPrompt="1"/>
          </p:nvPr>
        </p:nvSpPr>
        <p:spPr>
          <a:xfrm>
            <a:off x="6601206" y="2171405"/>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41" name="Espace réservé du texte 12">
            <a:extLst>
              <a:ext uri="{FF2B5EF4-FFF2-40B4-BE49-F238E27FC236}">
                <a16:creationId xmlns:a16="http://schemas.microsoft.com/office/drawing/2014/main" id="{3970DAEB-7645-454B-8955-9052575C98F7}"/>
              </a:ext>
            </a:extLst>
          </p:cNvPr>
          <p:cNvSpPr>
            <a:spLocks noGrp="1"/>
          </p:cNvSpPr>
          <p:nvPr>
            <p:ph type="body" sz="quarter" idx="27" hasCustomPrompt="1"/>
          </p:nvPr>
        </p:nvSpPr>
        <p:spPr>
          <a:xfrm>
            <a:off x="6601206" y="2502801"/>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2" name="Espace réservé du texte 12">
            <a:extLst>
              <a:ext uri="{FF2B5EF4-FFF2-40B4-BE49-F238E27FC236}">
                <a16:creationId xmlns:a16="http://schemas.microsoft.com/office/drawing/2014/main" id="{65E9429C-4B9C-2C44-8067-2A7B97747993}"/>
              </a:ext>
            </a:extLst>
          </p:cNvPr>
          <p:cNvSpPr>
            <a:spLocks noGrp="1"/>
          </p:cNvSpPr>
          <p:nvPr>
            <p:ph type="body" sz="quarter" idx="28" hasCustomPrompt="1"/>
          </p:nvPr>
        </p:nvSpPr>
        <p:spPr>
          <a:xfrm>
            <a:off x="6601206" y="3583521"/>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43" name="Espace réservé du texte 12">
            <a:extLst>
              <a:ext uri="{FF2B5EF4-FFF2-40B4-BE49-F238E27FC236}">
                <a16:creationId xmlns:a16="http://schemas.microsoft.com/office/drawing/2014/main" id="{C620E413-434A-AD48-9D92-DFC651AFAD06}"/>
              </a:ext>
            </a:extLst>
          </p:cNvPr>
          <p:cNvSpPr>
            <a:spLocks noGrp="1"/>
          </p:cNvSpPr>
          <p:nvPr>
            <p:ph type="body" sz="quarter" idx="29" hasCustomPrompt="1"/>
          </p:nvPr>
        </p:nvSpPr>
        <p:spPr>
          <a:xfrm>
            <a:off x="6601206" y="3914917"/>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4" name="Espace réservé du texte 12">
            <a:extLst>
              <a:ext uri="{FF2B5EF4-FFF2-40B4-BE49-F238E27FC236}">
                <a16:creationId xmlns:a16="http://schemas.microsoft.com/office/drawing/2014/main" id="{7CF6FBAA-EDE5-FB49-866C-B8EBCF06E86D}"/>
              </a:ext>
            </a:extLst>
          </p:cNvPr>
          <p:cNvSpPr>
            <a:spLocks noGrp="1"/>
          </p:cNvSpPr>
          <p:nvPr>
            <p:ph type="body" sz="quarter" idx="30" hasCustomPrompt="1"/>
          </p:nvPr>
        </p:nvSpPr>
        <p:spPr>
          <a:xfrm>
            <a:off x="6601206" y="4970105"/>
            <a:ext cx="2076323" cy="310515"/>
          </a:xfrm>
          <a:prstGeom prst="rect">
            <a:avLst/>
          </a:prstGeom>
        </p:spPr>
        <p:txBody>
          <a:bodyPr lIns="0" tIns="0" rIns="0" bIns="0">
            <a:noAutofit/>
          </a:bodyPr>
          <a:lstStyle>
            <a:lvl1pPr marL="0" indent="0">
              <a:buNone/>
              <a:defRPr sz="1200" b="0">
                <a:solidFill>
                  <a:schemeClr val="accent1"/>
                </a:solidFill>
              </a:defRPr>
            </a:lvl1pPr>
          </a:lstStyle>
          <a:p>
            <a:pPr lvl="0"/>
            <a:r>
              <a:rPr lang="en-CA"/>
              <a:t>Date XXXX– XXXX</a:t>
            </a:r>
          </a:p>
          <a:p>
            <a:pPr lvl="0"/>
            <a:endParaRPr lang="en-CA"/>
          </a:p>
        </p:txBody>
      </p:sp>
      <p:sp>
        <p:nvSpPr>
          <p:cNvPr id="45" name="Espace réservé du texte 12">
            <a:extLst>
              <a:ext uri="{FF2B5EF4-FFF2-40B4-BE49-F238E27FC236}">
                <a16:creationId xmlns:a16="http://schemas.microsoft.com/office/drawing/2014/main" id="{CBAB841A-326D-C24E-9D5D-1F837FD3C32A}"/>
              </a:ext>
            </a:extLst>
          </p:cNvPr>
          <p:cNvSpPr>
            <a:spLocks noGrp="1"/>
          </p:cNvSpPr>
          <p:nvPr>
            <p:ph type="body" sz="quarter" idx="31" hasCustomPrompt="1"/>
          </p:nvPr>
        </p:nvSpPr>
        <p:spPr>
          <a:xfrm>
            <a:off x="6601206" y="5293409"/>
            <a:ext cx="2076323" cy="792000"/>
          </a:xfrm>
          <a:prstGeom prst="rect">
            <a:avLst/>
          </a:prstGeom>
        </p:spPr>
        <p:txBody>
          <a:bodyPr lIns="0" tIns="0" rIns="0" bIns="0">
            <a:noAutofit/>
          </a:bodyPr>
          <a:lstStyle>
            <a:lvl1pPr marL="0" indent="0">
              <a:buNone/>
              <a:defRPr sz="1200" b="0">
                <a:solidFill>
                  <a:schemeClr val="tx1"/>
                </a:solidFill>
              </a:defRPr>
            </a:lvl1pPr>
          </a:lstStyle>
          <a:p>
            <a:pPr lvl="0"/>
            <a:r>
              <a:rPr lang="en-CA"/>
              <a:t>Description</a:t>
            </a:r>
          </a:p>
          <a:p>
            <a:pPr lvl="0"/>
            <a:endParaRPr lang="en-CA"/>
          </a:p>
        </p:txBody>
      </p:sp>
      <p:sp>
        <p:nvSpPr>
          <p:cNvPr id="46" name="Espace réservé du texte 12">
            <a:extLst>
              <a:ext uri="{FF2B5EF4-FFF2-40B4-BE49-F238E27FC236}">
                <a16:creationId xmlns:a16="http://schemas.microsoft.com/office/drawing/2014/main" id="{95AD3CFD-2DE9-C943-BA43-8B744BAD8A28}"/>
              </a:ext>
            </a:extLst>
          </p:cNvPr>
          <p:cNvSpPr>
            <a:spLocks noGrp="1"/>
          </p:cNvSpPr>
          <p:nvPr>
            <p:ph type="body" sz="quarter" idx="32" hasCustomPrompt="1"/>
          </p:nvPr>
        </p:nvSpPr>
        <p:spPr>
          <a:xfrm>
            <a:off x="9338819" y="5689069"/>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47" name="Espace réservé du texte 12">
            <a:extLst>
              <a:ext uri="{FF2B5EF4-FFF2-40B4-BE49-F238E27FC236}">
                <a16:creationId xmlns:a16="http://schemas.microsoft.com/office/drawing/2014/main" id="{243ED50F-FE73-A540-9506-CF3FA6620F75}"/>
              </a:ext>
            </a:extLst>
          </p:cNvPr>
          <p:cNvSpPr>
            <a:spLocks noGrp="1"/>
          </p:cNvSpPr>
          <p:nvPr>
            <p:ph type="body" sz="quarter" idx="33" hasCustomPrompt="1"/>
          </p:nvPr>
        </p:nvSpPr>
        <p:spPr>
          <a:xfrm>
            <a:off x="9338819" y="2183913"/>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48" name="Espace réservé du texte 12">
            <a:extLst>
              <a:ext uri="{FF2B5EF4-FFF2-40B4-BE49-F238E27FC236}">
                <a16:creationId xmlns:a16="http://schemas.microsoft.com/office/drawing/2014/main" id="{2CCFDE26-46F5-944F-8BF0-84097E7D3521}"/>
              </a:ext>
            </a:extLst>
          </p:cNvPr>
          <p:cNvSpPr>
            <a:spLocks noGrp="1"/>
          </p:cNvSpPr>
          <p:nvPr>
            <p:ph type="body" sz="quarter" idx="34" hasCustomPrompt="1"/>
          </p:nvPr>
        </p:nvSpPr>
        <p:spPr>
          <a:xfrm>
            <a:off x="9338819" y="2882115"/>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49" name="Espace réservé du texte 12">
            <a:extLst>
              <a:ext uri="{FF2B5EF4-FFF2-40B4-BE49-F238E27FC236}">
                <a16:creationId xmlns:a16="http://schemas.microsoft.com/office/drawing/2014/main" id="{FC6B7BD4-1B8A-954F-85B0-4D37B7C641E0}"/>
              </a:ext>
            </a:extLst>
          </p:cNvPr>
          <p:cNvSpPr>
            <a:spLocks noGrp="1"/>
          </p:cNvSpPr>
          <p:nvPr>
            <p:ph type="body" sz="quarter" idx="35" hasCustomPrompt="1"/>
          </p:nvPr>
        </p:nvSpPr>
        <p:spPr>
          <a:xfrm>
            <a:off x="9338819" y="3567449"/>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50" name="Espace réservé du texte 12">
            <a:extLst>
              <a:ext uri="{FF2B5EF4-FFF2-40B4-BE49-F238E27FC236}">
                <a16:creationId xmlns:a16="http://schemas.microsoft.com/office/drawing/2014/main" id="{133898AB-EC8E-4C43-B65F-51B268B0E383}"/>
              </a:ext>
            </a:extLst>
          </p:cNvPr>
          <p:cNvSpPr>
            <a:spLocks noGrp="1"/>
          </p:cNvSpPr>
          <p:nvPr>
            <p:ph type="body" sz="quarter" idx="36" hasCustomPrompt="1"/>
          </p:nvPr>
        </p:nvSpPr>
        <p:spPr>
          <a:xfrm>
            <a:off x="9338819" y="4270366"/>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51" name="Espace réservé du texte 12">
            <a:extLst>
              <a:ext uri="{FF2B5EF4-FFF2-40B4-BE49-F238E27FC236}">
                <a16:creationId xmlns:a16="http://schemas.microsoft.com/office/drawing/2014/main" id="{248D277D-8ACF-F147-B6AA-2FEB83B1B063}"/>
              </a:ext>
            </a:extLst>
          </p:cNvPr>
          <p:cNvSpPr>
            <a:spLocks noGrp="1"/>
          </p:cNvSpPr>
          <p:nvPr>
            <p:ph type="body" sz="quarter" idx="37" hasCustomPrompt="1"/>
          </p:nvPr>
        </p:nvSpPr>
        <p:spPr>
          <a:xfrm>
            <a:off x="9338819" y="4982068"/>
            <a:ext cx="2076323" cy="310515"/>
          </a:xfrm>
          <a:prstGeom prst="rect">
            <a:avLst/>
          </a:prstGeom>
        </p:spPr>
        <p:txBody>
          <a:bodyPr lIns="0" tIns="0" rIns="0" bIns="0">
            <a:noAutofit/>
          </a:bodyPr>
          <a:lstStyle>
            <a:lvl1pPr marL="0" marR="0" indent="0" algn="l" defTabSz="914400" rtl="0" eaLnBrk="1" fontAlgn="auto" latinLnBrk="0" hangingPunct="1">
              <a:lnSpc>
                <a:spcPct val="100000"/>
              </a:lnSpc>
              <a:spcBef>
                <a:spcPct val="20000"/>
              </a:spcBef>
              <a:spcAft>
                <a:spcPct val="0"/>
              </a:spcAft>
              <a:buClrTx/>
              <a:buSzTx/>
              <a:buFont typeface="Arial" pitchFamily="34" charset="0"/>
              <a:buNone/>
              <a:defRPr sz="1200" b="0">
                <a:solidFill>
                  <a:schemeClr val="tx1"/>
                </a:solidFill>
              </a:defRPr>
            </a:lvl1pPr>
          </a:lstStyle>
          <a:p>
            <a:pPr marL="0" marR="0" lvl="0" indent="0" algn="l" defTabSz="914400" rtl="0" eaLnBrk="1" fontAlgn="auto" latinLnBrk="0" hangingPunct="1">
              <a:lnSpc>
                <a:spcPct val="100000"/>
              </a:lnSpc>
              <a:spcBef>
                <a:spcPct val="20000"/>
              </a:spcBef>
              <a:spcAft>
                <a:spcPct val="0"/>
              </a:spcAft>
              <a:buClrTx/>
              <a:buSzTx/>
              <a:buFont typeface="Arial" pitchFamily="34" charset="0"/>
              <a:buNone/>
              <a:defRPr/>
            </a:pPr>
            <a:r>
              <a:rPr lang="en-CA" err="1"/>
              <a:t>Compétences</a:t>
            </a:r>
            <a:endParaRPr lang="en-CA"/>
          </a:p>
          <a:p>
            <a:pPr lvl="0"/>
            <a:endParaRPr lang="en-CA"/>
          </a:p>
          <a:p>
            <a:pPr lvl="0"/>
            <a:endParaRPr lang="en-CA"/>
          </a:p>
        </p:txBody>
      </p:sp>
      <p:sp>
        <p:nvSpPr>
          <p:cNvPr id="71" name="Rectangle 70">
            <a:extLst>
              <a:ext uri="{FF2B5EF4-FFF2-40B4-BE49-F238E27FC236}">
                <a16:creationId xmlns:a16="http://schemas.microsoft.com/office/drawing/2014/main" id="{A3E2C9B9-D123-9140-9766-89B60B158F43}"/>
              </a:ext>
            </a:extLst>
          </p:cNvPr>
          <p:cNvSpPr/>
          <p:nvPr userDrawn="1"/>
        </p:nvSpPr>
        <p:spPr bwMode="gray">
          <a:xfrm>
            <a:off x="9329465" y="2502502"/>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2" name="Rectangle 71">
            <a:extLst>
              <a:ext uri="{FF2B5EF4-FFF2-40B4-BE49-F238E27FC236}">
                <a16:creationId xmlns:a16="http://schemas.microsoft.com/office/drawing/2014/main" id="{B3DD6D09-F468-D841-BF43-54F32E303D62}"/>
              </a:ext>
            </a:extLst>
          </p:cNvPr>
          <p:cNvSpPr/>
          <p:nvPr userDrawn="1"/>
        </p:nvSpPr>
        <p:spPr bwMode="gray">
          <a:xfrm>
            <a:off x="9329465" y="3208876"/>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3" name="Rectangle 72">
            <a:extLst>
              <a:ext uri="{FF2B5EF4-FFF2-40B4-BE49-F238E27FC236}">
                <a16:creationId xmlns:a16="http://schemas.microsoft.com/office/drawing/2014/main" id="{2298873A-8C14-B343-A7CC-7FB17B3A9CBE}"/>
              </a:ext>
            </a:extLst>
          </p:cNvPr>
          <p:cNvSpPr/>
          <p:nvPr userDrawn="1"/>
        </p:nvSpPr>
        <p:spPr bwMode="gray">
          <a:xfrm>
            <a:off x="9329465" y="3887637"/>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4" name="Rectangle 73">
            <a:extLst>
              <a:ext uri="{FF2B5EF4-FFF2-40B4-BE49-F238E27FC236}">
                <a16:creationId xmlns:a16="http://schemas.microsoft.com/office/drawing/2014/main" id="{90A4235C-75A4-A243-B4A1-0BC434FED741}"/>
              </a:ext>
            </a:extLst>
          </p:cNvPr>
          <p:cNvSpPr/>
          <p:nvPr userDrawn="1"/>
        </p:nvSpPr>
        <p:spPr bwMode="gray">
          <a:xfrm>
            <a:off x="9329465" y="4593946"/>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5" name="Rectangle 74">
            <a:extLst>
              <a:ext uri="{FF2B5EF4-FFF2-40B4-BE49-F238E27FC236}">
                <a16:creationId xmlns:a16="http://schemas.microsoft.com/office/drawing/2014/main" id="{A9CFB8E7-7827-3844-9CD8-99084B3B5665}"/>
              </a:ext>
            </a:extLst>
          </p:cNvPr>
          <p:cNvSpPr/>
          <p:nvPr userDrawn="1"/>
        </p:nvSpPr>
        <p:spPr bwMode="gray">
          <a:xfrm>
            <a:off x="9329465" y="5301603"/>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76" name="Rectangle 75">
            <a:extLst>
              <a:ext uri="{FF2B5EF4-FFF2-40B4-BE49-F238E27FC236}">
                <a16:creationId xmlns:a16="http://schemas.microsoft.com/office/drawing/2014/main" id="{9ADD0EBE-315C-554F-B291-C50A3881353F}"/>
              </a:ext>
            </a:extLst>
          </p:cNvPr>
          <p:cNvSpPr/>
          <p:nvPr userDrawn="1"/>
        </p:nvSpPr>
        <p:spPr bwMode="gray">
          <a:xfrm>
            <a:off x="9329465" y="6015718"/>
            <a:ext cx="2086805" cy="77104"/>
          </a:xfrm>
          <a:prstGeom prst="rect">
            <a:avLst/>
          </a:prstGeom>
          <a:solidFill>
            <a:schemeClr val="accent6">
              <a:lumMod val="60000"/>
              <a:lumOff val="40000"/>
            </a:schemeClr>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34"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t>‹N°›</a:t>
            </a:fld>
            <a:endParaRPr lang="en-CA"/>
          </a:p>
        </p:txBody>
      </p:sp>
      <p:sp>
        <p:nvSpPr>
          <p:cNvPr id="3" name="ZoneTexte 2">
            <a:extLst>
              <a:ext uri="{FF2B5EF4-FFF2-40B4-BE49-F238E27FC236}">
                <a16:creationId xmlns:a16="http://schemas.microsoft.com/office/drawing/2014/main" id="{61B21103-E2FC-9A4F-B1FC-101DCF00FDC0}"/>
              </a:ext>
            </a:extLst>
          </p:cNvPr>
          <p:cNvSpPr txBox="1"/>
          <p:nvPr userDrawn="1"/>
        </p:nvSpPr>
        <p:spPr>
          <a:xfrm flipH="1">
            <a:off x="12708835" y="1311965"/>
            <a:ext cx="0" cy="0"/>
          </a:xfrm>
          <a:prstGeom prst="rect">
            <a:avLst/>
          </a:prstGeom>
        </p:spPr>
        <p:txBody>
          <a:bodyPr vert="horz" wrap="none" lIns="0" tIns="0" rIns="0" bIns="0" rtlCol="0" anchor="t" anchorCtr="0">
            <a:noAutofit/>
          </a:bodyPr>
          <a:lstStyle/>
          <a:p>
            <a:pPr algn="l"/>
            <a:endParaRPr lang="en-CA"/>
          </a:p>
        </p:txBody>
      </p:sp>
      <p:sp>
        <p:nvSpPr>
          <p:cNvPr id="35" name="Titre 1">
            <a:extLst>
              <a:ext uri="{FF2B5EF4-FFF2-40B4-BE49-F238E27FC236}">
                <a16:creationId xmlns:a16="http://schemas.microsoft.com/office/drawing/2014/main" id="{E0888284-0A0C-7449-8B9C-C2DC99508215}"/>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a:t>Curriculum vitae (CV)</a:t>
            </a:r>
          </a:p>
        </p:txBody>
      </p:sp>
    </p:spTree>
    <p:extLst>
      <p:ext uri="{BB962C8B-B14F-4D97-AF65-F5344CB8AC3E}">
        <p14:creationId xmlns:p14="http://schemas.microsoft.com/office/powerpoint/2010/main" val="410451899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rriculum vitae (CV) 2">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6A6AE6A5-1A13-4742-A77D-F63BCB614A4A}"/>
              </a:ext>
            </a:extLst>
          </p:cNvPr>
          <p:cNvSpPr/>
          <p:nvPr userDrawn="1"/>
        </p:nvSpPr>
        <p:spPr bwMode="gray">
          <a:xfrm flipH="1">
            <a:off x="0" y="3427200"/>
            <a:ext cx="6132512" cy="3430800"/>
          </a:xfrm>
          <a:prstGeom prst="rect">
            <a:avLst/>
          </a:pr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36" name="Rectangle 35">
            <a:extLst>
              <a:ext uri="{FF2B5EF4-FFF2-40B4-BE49-F238E27FC236}">
                <a16:creationId xmlns:a16="http://schemas.microsoft.com/office/drawing/2014/main" id="{33C30622-583D-8342-8DD4-7245D75E6DAB}"/>
              </a:ext>
            </a:extLst>
          </p:cNvPr>
          <p:cNvSpPr/>
          <p:nvPr userDrawn="1"/>
        </p:nvSpPr>
        <p:spPr bwMode="gray">
          <a:xfrm flipH="1">
            <a:off x="-1" y="0"/>
            <a:ext cx="6132513" cy="3430800"/>
          </a:xfrm>
          <a:prstGeom prst="rect">
            <a:avLst/>
          </a:pr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4" name="Espace réservé pour une image  5">
            <a:extLst>
              <a:ext uri="{FF2B5EF4-FFF2-40B4-BE49-F238E27FC236}">
                <a16:creationId xmlns:a16="http://schemas.microsoft.com/office/drawing/2014/main" id="{7AAD05C6-28F2-5949-86F2-1B5BC7639AC4}"/>
              </a:ext>
            </a:extLst>
          </p:cNvPr>
          <p:cNvSpPr>
            <a:spLocks noGrp="1"/>
          </p:cNvSpPr>
          <p:nvPr>
            <p:ph type="pic" sz="quarter" idx="12" hasCustomPrompt="1"/>
          </p:nvPr>
        </p:nvSpPr>
        <p:spPr bwMode="white">
          <a:xfrm>
            <a:off x="782385" y="1593129"/>
            <a:ext cx="1741619" cy="1696825"/>
          </a:xfrm>
          <a:prstGeom prst="rect">
            <a:avLst/>
          </a:prstGeom>
        </p:spPr>
        <p:txBody>
          <a:bodyPr>
            <a:noAutofit/>
          </a:bodyPr>
          <a:lstStyle>
            <a:lvl1pPr marL="0" indent="0">
              <a:buNone/>
              <a:defRPr sz="1400">
                <a:solidFill>
                  <a:schemeClr val="bg1"/>
                </a:solidFill>
              </a:defRPr>
            </a:lvl1pPr>
          </a:lstStyle>
          <a:p>
            <a:r>
              <a:rPr lang="fr-CA"/>
              <a:t>Cliquer sur l'icône pour ajouter une image</a:t>
            </a:r>
            <a:endParaRPr lang="fr-FR"/>
          </a:p>
        </p:txBody>
      </p:sp>
      <p:sp>
        <p:nvSpPr>
          <p:cNvPr id="6" name="Espace réservé du texte 5">
            <a:extLst>
              <a:ext uri="{FF2B5EF4-FFF2-40B4-BE49-F238E27FC236}">
                <a16:creationId xmlns:a16="http://schemas.microsoft.com/office/drawing/2014/main" id="{FC61204A-C4F4-F447-8AE2-F98A13E570F6}"/>
              </a:ext>
            </a:extLst>
          </p:cNvPr>
          <p:cNvSpPr>
            <a:spLocks noGrp="1"/>
          </p:cNvSpPr>
          <p:nvPr>
            <p:ph type="body" sz="quarter" idx="13" hasCustomPrompt="1"/>
          </p:nvPr>
        </p:nvSpPr>
        <p:spPr bwMode="white">
          <a:xfrm>
            <a:off x="2809187" y="1498601"/>
            <a:ext cx="2566087" cy="1763074"/>
          </a:xfrm>
          <a:prstGeom prst="rect">
            <a:avLst/>
          </a:prstGeom>
        </p:spPr>
        <p:txBody>
          <a:bodyPr lIns="0" tIns="0" rIns="0" bIns="0" anchor="t" anchorCtr="0">
            <a:noAutofit/>
          </a:bodyPr>
          <a:lstStyle>
            <a:lvl1pPr marL="0" indent="0">
              <a:lnSpc>
                <a:spcPct val="100000"/>
              </a:lnSpc>
              <a:spcBef>
                <a:spcPct val="0"/>
              </a:spcBef>
              <a:buNone/>
              <a:defRPr sz="2800" b="0">
                <a:solidFill>
                  <a:schemeClr val="bg2"/>
                </a:solidFill>
              </a:defRPr>
            </a:lvl1pPr>
            <a:lvl4pPr marL="1371600" indent="0">
              <a:buNone/>
              <a:defRPr/>
            </a:lvl4pPr>
          </a:lstStyle>
          <a:p>
            <a:pPr lvl="0"/>
            <a:r>
              <a:rPr lang="en-CA" err="1"/>
              <a:t>Prénom Nom</a:t>
            </a:r>
          </a:p>
        </p:txBody>
      </p:sp>
      <p:sp>
        <p:nvSpPr>
          <p:cNvPr id="9" name="Espace réservé du texte 5">
            <a:extLst>
              <a:ext uri="{FF2B5EF4-FFF2-40B4-BE49-F238E27FC236}">
                <a16:creationId xmlns:a16="http://schemas.microsoft.com/office/drawing/2014/main" id="{6D748139-EEC9-3443-A40E-44E57A58A3C7}"/>
              </a:ext>
            </a:extLst>
          </p:cNvPr>
          <p:cNvSpPr>
            <a:spLocks noGrp="1"/>
          </p:cNvSpPr>
          <p:nvPr>
            <p:ph type="body" sz="quarter" idx="14" hasCustomPrompt="1"/>
          </p:nvPr>
        </p:nvSpPr>
        <p:spPr bwMode="white">
          <a:xfrm>
            <a:off x="766763" y="3623647"/>
            <a:ext cx="4608512" cy="1419694"/>
          </a:xfrm>
          <a:prstGeom prst="rect">
            <a:avLst/>
          </a:prstGeom>
        </p:spPr>
        <p:txBody>
          <a:bodyPr lIns="0" tIns="0" rIns="0" bIns="0">
            <a:noAutofit/>
          </a:bodyPr>
          <a:lstStyle>
            <a:lvl1pPr marL="0" indent="0">
              <a:buNone/>
              <a:defRPr sz="1400" b="0">
                <a:solidFill>
                  <a:schemeClr val="bg2"/>
                </a:solidFill>
              </a:defRPr>
            </a:lvl1pPr>
            <a:lvl4pPr marL="1371600" indent="0">
              <a:buNone/>
              <a:defRPr/>
            </a:lvl4pPr>
          </a:lstStyle>
          <a:p>
            <a:pPr lvl="0"/>
            <a:r>
              <a:rPr lang="en-CA"/>
              <a:t>Description du rôle</a:t>
            </a:r>
          </a:p>
        </p:txBody>
      </p:sp>
      <p:sp>
        <p:nvSpPr>
          <p:cNvPr id="34"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t>‹N°›</a:t>
            </a:fld>
            <a:endParaRPr lang="en-CA"/>
          </a:p>
        </p:txBody>
      </p:sp>
      <p:sp>
        <p:nvSpPr>
          <p:cNvPr id="37" name="Espace réservé du texte 5">
            <a:extLst>
              <a:ext uri="{FF2B5EF4-FFF2-40B4-BE49-F238E27FC236}">
                <a16:creationId xmlns:a16="http://schemas.microsoft.com/office/drawing/2014/main" id="{DFD44E52-293B-B848-886B-9D1D82FE4A79}"/>
              </a:ext>
            </a:extLst>
          </p:cNvPr>
          <p:cNvSpPr>
            <a:spLocks noGrp="1"/>
          </p:cNvSpPr>
          <p:nvPr>
            <p:ph type="body" sz="quarter" idx="15" hasCustomPrompt="1"/>
          </p:nvPr>
        </p:nvSpPr>
        <p:spPr>
          <a:xfrm>
            <a:off x="6888163" y="1564640"/>
            <a:ext cx="4537075" cy="2107068"/>
          </a:xfrm>
          <a:prstGeom prst="rect">
            <a:avLst/>
          </a:prstGeom>
        </p:spPr>
        <p:txBody>
          <a:bodyPr lIns="0" tIns="0" rIns="0" bIns="0">
            <a:noAutofit/>
          </a:bodyPr>
          <a:lstStyle>
            <a:lvl1pPr marL="0" indent="0">
              <a:buNone/>
              <a:defRPr sz="1400" b="0">
                <a:solidFill>
                  <a:schemeClr val="tx1"/>
                </a:solidFill>
              </a:defRPr>
            </a:lvl1pPr>
            <a:lvl4pPr marL="1371600" indent="0">
              <a:buNone/>
              <a:defRPr/>
            </a:lvl4pPr>
          </a:lstStyle>
          <a:p>
            <a:pPr lvl="0"/>
            <a:r>
              <a:rPr lang="en-CA" err="1"/>
              <a:t>Expérience</a:t>
            </a:r>
            <a:endParaRPr lang="en-CA"/>
          </a:p>
        </p:txBody>
      </p:sp>
      <p:sp>
        <p:nvSpPr>
          <p:cNvPr id="38" name="Espace réservé du texte 5">
            <a:extLst>
              <a:ext uri="{FF2B5EF4-FFF2-40B4-BE49-F238E27FC236}">
                <a16:creationId xmlns:a16="http://schemas.microsoft.com/office/drawing/2014/main" id="{3E39989B-2DDE-5247-B73C-383C56837D20}"/>
              </a:ext>
            </a:extLst>
          </p:cNvPr>
          <p:cNvSpPr>
            <a:spLocks noGrp="1"/>
          </p:cNvSpPr>
          <p:nvPr>
            <p:ph type="body" sz="quarter" idx="16" hasCustomPrompt="1"/>
          </p:nvPr>
        </p:nvSpPr>
        <p:spPr>
          <a:xfrm>
            <a:off x="6888163" y="3954963"/>
            <a:ext cx="4537075" cy="2137862"/>
          </a:xfrm>
          <a:prstGeom prst="rect">
            <a:avLst/>
          </a:prstGeom>
        </p:spPr>
        <p:txBody>
          <a:bodyPr lIns="0" tIns="0" rIns="0" bIns="0">
            <a:noAutofit/>
          </a:bodyPr>
          <a:lstStyle>
            <a:lvl1pPr marL="0" indent="0">
              <a:buNone/>
              <a:defRPr sz="1400" b="0">
                <a:solidFill>
                  <a:schemeClr val="tx1"/>
                </a:solidFill>
              </a:defRPr>
            </a:lvl1pPr>
            <a:lvl4pPr marL="1371600" indent="0">
              <a:buNone/>
              <a:defRPr/>
            </a:lvl4pPr>
          </a:lstStyle>
          <a:p>
            <a:pPr lvl="0"/>
            <a:r>
              <a:rPr lang="en-CA"/>
              <a:t>Formation</a:t>
            </a:r>
          </a:p>
        </p:txBody>
      </p:sp>
      <p:sp>
        <p:nvSpPr>
          <p:cNvPr id="39" name="Espace réservé du texte 5">
            <a:extLst>
              <a:ext uri="{FF2B5EF4-FFF2-40B4-BE49-F238E27FC236}">
                <a16:creationId xmlns:a16="http://schemas.microsoft.com/office/drawing/2014/main" id="{6C6C325E-052C-AE44-89AF-B30D4CFF7A90}"/>
              </a:ext>
            </a:extLst>
          </p:cNvPr>
          <p:cNvSpPr>
            <a:spLocks noGrp="1"/>
          </p:cNvSpPr>
          <p:nvPr>
            <p:ph type="body" sz="quarter" idx="17" hasCustomPrompt="1"/>
          </p:nvPr>
        </p:nvSpPr>
        <p:spPr bwMode="white">
          <a:xfrm>
            <a:off x="766763" y="5247854"/>
            <a:ext cx="4608512" cy="844971"/>
          </a:xfrm>
          <a:prstGeom prst="rect">
            <a:avLst/>
          </a:prstGeom>
        </p:spPr>
        <p:txBody>
          <a:bodyPr lIns="0" tIns="0" rIns="0" bIns="0">
            <a:noAutofit/>
          </a:bodyPr>
          <a:lstStyle>
            <a:lvl1pPr marL="0" indent="0">
              <a:buNone/>
              <a:defRPr sz="1400" b="0">
                <a:solidFill>
                  <a:schemeClr val="bg2"/>
                </a:solidFill>
              </a:defRPr>
            </a:lvl1pPr>
            <a:lvl4pPr marL="1371600" indent="0">
              <a:buNone/>
              <a:defRPr/>
            </a:lvl4pPr>
          </a:lstStyle>
          <a:p>
            <a:pPr lvl="0"/>
            <a:r>
              <a:rPr lang="en-CA" err="1"/>
              <a:t>Compétences</a:t>
            </a:r>
            <a:endParaRPr lang="en-CA"/>
          </a:p>
        </p:txBody>
      </p:sp>
      <p:sp>
        <p:nvSpPr>
          <p:cNvPr id="57" name="TextBox 95" descr="Copyright_box&#10;">
            <a:extLst>
              <a:ext uri="{FF2B5EF4-FFF2-40B4-BE49-F238E27FC236}">
                <a16:creationId xmlns:a16="http://schemas.microsoft.com/office/drawing/2014/main" id="{F3496105-D24A-B74D-8B49-1FCD491E2001}"/>
              </a:ext>
            </a:extLst>
          </p:cNvPr>
          <p:cNvSpPr txBox="1"/>
          <p:nvPr userDrawn="1"/>
        </p:nvSpPr>
        <p:spPr bwMode="white">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a:solidFill>
                  <a:schemeClr val="bg2"/>
                </a:solidFill>
                <a:latin typeface="+mn-lt"/>
              </a:rPr>
              <a:t>© 2025 CGI Inc.</a:t>
            </a:r>
            <a:endParaRPr lang="en-CA" sz="1000" b="0" i="0" u="none">
              <a:solidFill>
                <a:schemeClr val="bg2"/>
              </a:solidFill>
              <a:latin typeface="+mn-lt"/>
              <a:cs typeface="Arial" pitchFamily="34" charset="0"/>
            </a:endParaRPr>
          </a:p>
        </p:txBody>
      </p:sp>
      <p:sp>
        <p:nvSpPr>
          <p:cNvPr id="13" name="Titre 1">
            <a:extLst>
              <a:ext uri="{FF2B5EF4-FFF2-40B4-BE49-F238E27FC236}">
                <a16:creationId xmlns:a16="http://schemas.microsoft.com/office/drawing/2014/main" id="{F9E319C5-6679-B748-9558-446FD3EE7D46}"/>
              </a:ext>
            </a:extLst>
          </p:cNvPr>
          <p:cNvSpPr>
            <a:spLocks noGrp="1"/>
          </p:cNvSpPr>
          <p:nvPr>
            <p:ph type="title" hasCustomPrompt="1"/>
          </p:nvPr>
        </p:nvSpPr>
        <p:spPr bwMode="white">
          <a:xfrm>
            <a:off x="765737" y="683246"/>
            <a:ext cx="10676438" cy="531097"/>
          </a:xfrm>
        </p:spPr>
        <p:txBody>
          <a:bodyPr>
            <a:noAutofit/>
          </a:bodyPr>
          <a:lstStyle>
            <a:lvl1pPr>
              <a:defRPr sz="2800">
                <a:solidFill>
                  <a:schemeClr val="bg1"/>
                </a:solidFill>
              </a:defRPr>
            </a:lvl1pPr>
          </a:lstStyle>
          <a:p>
            <a:r>
              <a:rPr lang="en-CA"/>
              <a:t>Curriculum vitae (CV)</a:t>
            </a:r>
          </a:p>
        </p:txBody>
      </p:sp>
    </p:spTree>
    <p:extLst>
      <p:ext uri="{BB962C8B-B14F-4D97-AF65-F5344CB8AC3E}">
        <p14:creationId xmlns:p14="http://schemas.microsoft.com/office/powerpoint/2010/main" val="128725573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V">
    <p:spTree>
      <p:nvGrpSpPr>
        <p:cNvPr id="1" name=""/>
        <p:cNvGrpSpPr/>
        <p:nvPr/>
      </p:nvGrpSpPr>
      <p:grpSpPr>
        <a:xfrm>
          <a:off x="0" y="0"/>
          <a:ext cx="0" cy="0"/>
          <a:chOff x="0" y="0"/>
          <a:chExt cx="0" cy="0"/>
        </a:xfrm>
      </p:grpSpPr>
      <p:sp>
        <p:nvSpPr>
          <p:cNvPr id="19" name="Forme libre 13">
            <a:extLst>
              <a:ext uri="{FF2B5EF4-FFF2-40B4-BE49-F238E27FC236}">
                <a16:creationId xmlns:a16="http://schemas.microsoft.com/office/drawing/2014/main" id="{5C45700E-216F-B143-AB3D-B415EEE0460A}"/>
              </a:ext>
            </a:extLst>
          </p:cNvPr>
          <p:cNvSpPr>
            <a:spLocks noChangeAspect="1"/>
          </p:cNvSpPr>
          <p:nvPr userDrawn="1"/>
        </p:nvSpPr>
        <p:spPr bwMode="gray">
          <a:xfrm rot="16200000">
            <a:off x="10128740" y="77345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gradFill>
          <a:ln w="9525" algn="ctr">
            <a:noFill/>
            <a:miter lim="800000"/>
          </a:ln>
          <a:effectLst/>
        </p:spPr>
        <p:txBody>
          <a:bodyPr lIns="63500" tIns="0" rIns="64800" bIns="0" rtlCol="0" anchor="ctr"/>
          <a:lstStyle/>
          <a:p>
            <a:pPr lvl="0" algn="ctr">
              <a:spcBef>
                <a:spcPct val="0"/>
              </a:spcBef>
              <a:buClrTx/>
              <a:buSzPct val="90000"/>
            </a:pPr>
            <a:endParaRPr lang="en-CA" sz="1600" b="1">
              <a:solidFill>
                <a:schemeClr val="bg1"/>
              </a:solidFill>
              <a:cs typeface="Arial" pitchFamily="34" charset="0"/>
            </a:endParaRPr>
          </a:p>
        </p:txBody>
      </p:sp>
      <p:sp>
        <p:nvSpPr>
          <p:cNvPr id="20" name="Picture Placeholder 6">
            <a:extLst>
              <a:ext uri="{FF2B5EF4-FFF2-40B4-BE49-F238E27FC236}">
                <a16:creationId xmlns:a16="http://schemas.microsoft.com/office/drawing/2014/main" id="{E1DAC4B7-C35F-7044-83C8-D938420F6B74}"/>
              </a:ext>
            </a:extLst>
          </p:cNvPr>
          <p:cNvSpPr>
            <a:spLocks noGrp="1"/>
          </p:cNvSpPr>
          <p:nvPr>
            <p:ph type="pic" sz="quarter" idx="11" hasCustomPrompt="1"/>
          </p:nvPr>
        </p:nvSpPr>
        <p:spPr>
          <a:xfrm>
            <a:off x="766763" y="765175"/>
            <a:ext cx="1268099" cy="1268099"/>
          </a:xfrm>
          <a:prstGeom prst="rect">
            <a:avLst/>
          </a:prstGeom>
        </p:spPr>
        <p:txBody>
          <a:bodyPr/>
          <a:lstStyle>
            <a:lvl1pPr>
              <a:buNone/>
              <a:defRPr sz="1400"/>
            </a:lvl1pPr>
          </a:lstStyle>
          <a:p>
            <a:r>
              <a:rPr lang="fr-FR"/>
              <a:t>Cliquer sur l'icône pour ajouter une image</a:t>
            </a:r>
            <a:endParaRPr lang="en-CA"/>
          </a:p>
        </p:txBody>
      </p:sp>
      <p:sp>
        <p:nvSpPr>
          <p:cNvPr id="21" name="Text Placeholder 8">
            <a:extLst>
              <a:ext uri="{FF2B5EF4-FFF2-40B4-BE49-F238E27FC236}">
                <a16:creationId xmlns:a16="http://schemas.microsoft.com/office/drawing/2014/main" id="{620F7682-4839-8640-BC2E-22CACF04844F}"/>
              </a:ext>
            </a:extLst>
          </p:cNvPr>
          <p:cNvSpPr>
            <a:spLocks noGrp="1"/>
          </p:cNvSpPr>
          <p:nvPr>
            <p:ph type="body" sz="quarter" idx="12" hasCustomPrompt="1"/>
          </p:nvPr>
        </p:nvSpPr>
        <p:spPr>
          <a:xfrm>
            <a:off x="2316312" y="883341"/>
            <a:ext cx="6840388" cy="400727"/>
          </a:xfrm>
          <a:prstGeom prst="rect">
            <a:avLst/>
          </a:prstGeom>
        </p:spPr>
        <p:txBody>
          <a:bodyPr lIns="0" tIns="0" rIns="0" bIns="0"/>
          <a:lstStyle>
            <a:lvl1pPr>
              <a:buNone/>
              <a:defRPr sz="2800"/>
            </a:lvl1pPr>
          </a:lstStyle>
          <a:p>
            <a:pPr lvl="0"/>
            <a:r>
              <a:rPr lang="en-CA" err="1"/>
              <a:t>Prénom et nom</a:t>
            </a:r>
          </a:p>
        </p:txBody>
      </p:sp>
      <p:sp>
        <p:nvSpPr>
          <p:cNvPr id="22" name="Text Placeholder 8">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316312" y="1390015"/>
            <a:ext cx="6840388" cy="242304"/>
          </a:xfrm>
          <a:prstGeom prst="rect">
            <a:avLst/>
          </a:prstGeom>
        </p:spPr>
        <p:txBody>
          <a:bodyPr lIns="0" tIns="0" rIns="0" bIns="0"/>
          <a:lstStyle>
            <a:lvl1pPr>
              <a:buNone/>
              <a:defRPr sz="1400" b="1" baseline="0">
                <a:solidFill>
                  <a:schemeClr val="accent1"/>
                </a:solidFill>
              </a:defRPr>
            </a:lvl1pPr>
          </a:lstStyle>
          <a:p>
            <a:pPr lvl="0"/>
            <a:r>
              <a:rPr lang="en-CA" err="1"/>
              <a:t>Insérer votre titre ici</a:t>
            </a:r>
            <a:endParaRPr lang="en-CA"/>
          </a:p>
        </p:txBody>
      </p:sp>
      <p:sp>
        <p:nvSpPr>
          <p:cNvPr id="23" name="Text Placeholder 8">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316312" y="1644886"/>
            <a:ext cx="6840388" cy="269303"/>
          </a:xfrm>
          <a:prstGeom prst="rect">
            <a:avLst/>
          </a:prstGeom>
        </p:spPr>
        <p:txBody>
          <a:bodyPr lIns="0" tIns="0" rIns="0" bIns="0"/>
          <a:lstStyle>
            <a:lvl1pPr marL="0">
              <a:buNone/>
              <a:defRPr sz="1400"/>
            </a:lvl1pPr>
          </a:lstStyle>
          <a:p>
            <a:pPr lvl="0"/>
            <a:r>
              <a:rPr lang="en-CA" err="1"/>
              <a:t>Insérer vos années d’experiences et vos champs d’expertise ici</a:t>
            </a:r>
            <a:endParaRPr lang="en-CA"/>
          </a:p>
        </p:txBody>
      </p:sp>
      <p:cxnSp>
        <p:nvCxnSpPr>
          <p:cNvPr id="24" name="Straight Connector 23">
            <a:extLst>
              <a:ext uri="{FF2B5EF4-FFF2-40B4-BE49-F238E27FC236}">
                <a16:creationId xmlns:a16="http://schemas.microsoft.com/office/drawing/2014/main" id="{88D1CEE3-25F9-A644-B5D1-88B5CE31DFE8}"/>
              </a:ext>
            </a:extLst>
          </p:cNvPr>
          <p:cNvCxnSpPr/>
          <p:nvPr userDrawn="1"/>
        </p:nvCxnSpPr>
        <p:spPr bwMode="gray">
          <a:xfrm>
            <a:off x="2316163" y="2039050"/>
            <a:ext cx="1511449" cy="0"/>
          </a:xfrm>
          <a:prstGeom prst="line">
            <a:avLst/>
          </a:prstGeom>
          <a:noFill/>
          <a:ln w="12700">
            <a:solidFill>
              <a:schemeClr val="tx1"/>
            </a:solidFill>
            <a:round/>
          </a:ln>
          <a:effectLst/>
        </p:spPr>
      </p:cxnSp>
      <p:sp>
        <p:nvSpPr>
          <p:cNvPr id="25" name="TextBox 24">
            <a:extLst>
              <a:ext uri="{FF2B5EF4-FFF2-40B4-BE49-F238E27FC236}">
                <a16:creationId xmlns:a16="http://schemas.microsoft.com/office/drawing/2014/main" id="{0BBE6FF5-40B6-334C-8F6E-E695402E0444}"/>
              </a:ext>
            </a:extLst>
          </p:cNvPr>
          <p:cNvSpPr txBox="1"/>
          <p:nvPr userDrawn="1"/>
        </p:nvSpPr>
        <p:spPr>
          <a:xfrm flipH="1">
            <a:off x="2704563" y="746975"/>
            <a:ext cx="0" cy="0"/>
          </a:xfrm>
          <a:prstGeom prst="rect">
            <a:avLst/>
          </a:prstGeom>
        </p:spPr>
        <p:txBody>
          <a:bodyPr vert="horz" wrap="none" lIns="0" tIns="0" rIns="0" bIns="0" rtlCol="0" anchor="t" anchorCtr="0">
            <a:normAutofit fontScale="25000" lnSpcReduction="20000"/>
          </a:bodyPr>
          <a:lstStyle/>
          <a:p>
            <a:pPr algn="l"/>
            <a:endParaRPr lang="en-CA"/>
          </a:p>
        </p:txBody>
      </p:sp>
      <p:sp>
        <p:nvSpPr>
          <p:cNvPr id="27" name="Text Placeholder 3">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309813" y="2169441"/>
            <a:ext cx="9115474" cy="262674"/>
          </a:xfrm>
          <a:prstGeom prst="rect">
            <a:avLst/>
          </a:prstGeom>
        </p:spPr>
        <p:txBody>
          <a:bodyPr lIns="0" tIns="0" rIns="0" bIns="0"/>
          <a:lstStyle>
            <a:lvl1pPr marL="0" indent="0">
              <a:spcBef>
                <a:spcPct val="0"/>
              </a:spcBef>
              <a:buNone/>
              <a:defRPr sz="1200" b="1">
                <a:solidFill>
                  <a:schemeClr val="accent3"/>
                </a:solidFill>
              </a:defRPr>
            </a:lvl1pPr>
          </a:lstStyle>
          <a:p>
            <a:r>
              <a:rPr lang="en-CA" err="1"/>
              <a:t>Profil</a:t>
            </a:r>
            <a:endParaRPr lang="en-CA"/>
          </a:p>
        </p:txBody>
      </p:sp>
      <p:sp>
        <p:nvSpPr>
          <p:cNvPr id="28" name="Text Placeholder 3">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309813" y="3545839"/>
            <a:ext cx="9115474" cy="262674"/>
          </a:xfrm>
          <a:prstGeom prst="rect">
            <a:avLst/>
          </a:prstGeom>
        </p:spPr>
        <p:txBody>
          <a:bodyPr lIns="0" tIns="0" rIns="0" bIns="0"/>
          <a:lstStyle>
            <a:lvl1pPr marL="0" indent="0">
              <a:spcBef>
                <a:spcPct val="0"/>
              </a:spcBef>
              <a:buFont typeface="Arial" pitchFamily="34" charset="0"/>
              <a:buNone/>
              <a:defRPr sz="1200" b="1">
                <a:solidFill>
                  <a:schemeClr val="accent3"/>
                </a:solidFill>
              </a:defRPr>
            </a:lvl1pPr>
          </a:lstStyle>
          <a:p>
            <a:pPr indent="0">
              <a:buFont typeface="Arial" pitchFamily="34" charset="0"/>
              <a:buNone/>
            </a:pPr>
            <a:r>
              <a:rPr lang="en-CA" sz="1200" b="1" err="1">
                <a:solidFill>
                  <a:schemeClr val="accent3"/>
                </a:solidFill>
              </a:rPr>
              <a:t>Expérience chez CGI</a:t>
            </a:r>
          </a:p>
        </p:txBody>
      </p:sp>
      <p:sp>
        <p:nvSpPr>
          <p:cNvPr id="29" name="Text Placeholder 8">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316163" y="2364654"/>
            <a:ext cx="9109075" cy="903855"/>
          </a:xfrm>
          <a:prstGeom prst="rect">
            <a:avLst/>
          </a:prstGeom>
        </p:spPr>
        <p:txBody>
          <a:bodyPr lIns="0" tIns="0" rIns="0" bIns="0"/>
          <a:lstStyle>
            <a:lvl1pPr marL="0" indent="-102625">
              <a:lnSpc>
                <a:spcPct val="150000"/>
              </a:lnSpc>
              <a:spcBef>
                <a:spcPct val="0"/>
              </a:spcBef>
              <a:buFont typeface="Arial" pitchFamily="34" charset="0"/>
              <a:buNone/>
              <a:defRPr sz="900" b="0">
                <a:solidFill>
                  <a:schemeClr val="tx1"/>
                </a:solidFill>
              </a:defRPr>
            </a:lvl1pPr>
          </a:lstStyle>
          <a:p>
            <a:pPr lvl="0"/>
            <a:r>
              <a:rPr lang="en-CA" err="1"/>
              <a:t>Texte</a:t>
            </a:r>
            <a:endParaRPr lang="en-CA"/>
          </a:p>
        </p:txBody>
      </p:sp>
      <p:sp>
        <p:nvSpPr>
          <p:cNvPr id="30" name="Text Placeholder 8">
            <a:extLst>
              <a:ext uri="{FF2B5EF4-FFF2-40B4-BE49-F238E27FC236}">
                <a16:creationId xmlns:a16="http://schemas.microsoft.com/office/drawing/2014/main" id="{D72408D2-5287-F14F-85A3-5EEFBBA9471E}"/>
              </a:ext>
            </a:extLst>
          </p:cNvPr>
          <p:cNvSpPr>
            <a:spLocks noGrp="1"/>
          </p:cNvSpPr>
          <p:nvPr>
            <p:ph type="body" sz="quarter" idx="21" hasCustomPrompt="1"/>
          </p:nvPr>
        </p:nvSpPr>
        <p:spPr>
          <a:xfrm>
            <a:off x="2316163" y="3752482"/>
            <a:ext cx="9109075" cy="2168258"/>
          </a:xfrm>
          <a:prstGeom prst="rect">
            <a:avLst/>
          </a:prstGeom>
        </p:spPr>
        <p:txBody>
          <a:bodyPr lIns="0" tIns="0" rIns="0" bIns="0" numCol="2" spcCol="180000"/>
          <a:lstStyle>
            <a:lvl1pPr marL="0" indent="-104400">
              <a:lnSpc>
                <a:spcPct val="150000"/>
              </a:lnSpc>
              <a:spcBef>
                <a:spcPct val="0"/>
              </a:spcBef>
              <a:buFont typeface="Arial" pitchFamily="34" charset="0"/>
              <a:buChar char="•"/>
              <a:defRPr sz="900" b="0">
                <a:solidFill>
                  <a:schemeClr val="tx1"/>
                </a:solidFill>
              </a:defRPr>
            </a:lvl1pPr>
          </a:lstStyle>
          <a:p>
            <a:pPr lvl="0"/>
            <a:r>
              <a:rPr lang="en-CA" err="1"/>
              <a:t>Texte</a:t>
            </a:r>
            <a:endParaRPr lang="en-CA"/>
          </a:p>
        </p:txBody>
      </p:sp>
      <p:sp>
        <p:nvSpPr>
          <p:cNvPr id="31" name="TextBox 30">
            <a:extLst>
              <a:ext uri="{FF2B5EF4-FFF2-40B4-BE49-F238E27FC236}">
                <a16:creationId xmlns:a16="http://schemas.microsoft.com/office/drawing/2014/main" id="{DE4FEFE0-9196-B245-B2EE-BE76B7D8F618}"/>
              </a:ext>
            </a:extLst>
          </p:cNvPr>
          <p:cNvSpPr txBox="1"/>
          <p:nvPr userDrawn="1"/>
        </p:nvSpPr>
        <p:spPr>
          <a:xfrm flipH="1">
            <a:off x="3313355" y="4367605"/>
            <a:ext cx="0" cy="0"/>
          </a:xfrm>
          <a:prstGeom prst="rect">
            <a:avLst/>
          </a:prstGeom>
        </p:spPr>
        <p:txBody>
          <a:bodyPr vert="horz" wrap="none" lIns="0" tIns="0" rIns="0" bIns="0" rtlCol="0" anchor="t" anchorCtr="0">
            <a:normAutofit fontScale="25000" lnSpcReduction="20000"/>
          </a:bodyPr>
          <a:lstStyle/>
          <a:p>
            <a:pPr algn="l"/>
            <a:endParaRPr lang="en-CA"/>
          </a:p>
        </p:txBody>
      </p:sp>
      <p:sp>
        <p:nvSpPr>
          <p:cNvPr id="32" name="Text Placeholder 3">
            <a:extLst>
              <a:ext uri="{FF2B5EF4-FFF2-40B4-BE49-F238E27FC236}">
                <a16:creationId xmlns:a16="http://schemas.microsoft.com/office/drawing/2014/main" id="{DF5D046D-73EB-384F-A89F-8A70D1083E14}"/>
              </a:ext>
            </a:extLst>
          </p:cNvPr>
          <p:cNvSpPr>
            <a:spLocks noGrp="1"/>
          </p:cNvSpPr>
          <p:nvPr>
            <p:ph type="body" sz="quarter" idx="23" hasCustomPrompt="1"/>
          </p:nvPr>
        </p:nvSpPr>
        <p:spPr>
          <a:xfrm>
            <a:off x="767408" y="2169441"/>
            <a:ext cx="1251464" cy="198855"/>
          </a:xfrm>
          <a:prstGeom prst="rect">
            <a:avLst/>
          </a:prstGeom>
        </p:spPr>
        <p:txBody>
          <a:bodyPr lIns="0" tIns="0" rIns="0" bIns="0"/>
          <a:lstStyle>
            <a:lvl1pPr marL="0" indent="0">
              <a:spcBef>
                <a:spcPct val="0"/>
              </a:spcBef>
              <a:buNone/>
              <a:defRPr sz="1200" b="1">
                <a:solidFill>
                  <a:schemeClr val="accent3"/>
                </a:solidFill>
              </a:defRPr>
            </a:lvl1pPr>
          </a:lstStyle>
          <a:p>
            <a:r>
              <a:rPr lang="en-CA" sz="1200" b="1" err="1">
                <a:solidFill>
                  <a:schemeClr val="accent3"/>
                </a:solidFill>
              </a:rPr>
              <a:t>Secteurs</a:t>
            </a:r>
            <a:endParaRPr lang="en-CA"/>
          </a:p>
        </p:txBody>
      </p:sp>
      <p:sp>
        <p:nvSpPr>
          <p:cNvPr id="33" name="Text Placeholder 8">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404153"/>
            <a:ext cx="1247372" cy="3534733"/>
          </a:xfrm>
          <a:prstGeom prst="rect">
            <a:avLst/>
          </a:prstGeom>
        </p:spPr>
        <p:txBody>
          <a:bodyPr lIns="0" tIns="0" rIns="0" bIns="0"/>
          <a:lstStyle>
            <a:lvl1pPr marL="0">
              <a:lnSpc>
                <a:spcPct val="100000"/>
              </a:lnSpc>
              <a:spcBef>
                <a:spcPct val="0"/>
              </a:spcBef>
              <a:spcAft>
                <a:spcPts val="600"/>
              </a:spcAft>
              <a:buNone/>
              <a:defRPr sz="900" b="0">
                <a:solidFill>
                  <a:schemeClr val="tx1"/>
                </a:solidFill>
              </a:defRPr>
            </a:lvl1pPr>
          </a:lstStyle>
          <a:p>
            <a:pPr lvl="0"/>
            <a:r>
              <a:rPr lang="en-CA" err="1"/>
              <a:t>Texte</a:t>
            </a:r>
            <a:endParaRPr lang="en-CA"/>
          </a:p>
        </p:txBody>
      </p:sp>
      <p:sp>
        <p:nvSpPr>
          <p:cNvPr id="17" name="Espace réservé du numéro de diapositive 2">
            <a:extLst>
              <a:ext uri="{FF2B5EF4-FFF2-40B4-BE49-F238E27FC236}">
                <a16:creationId xmlns:a16="http://schemas.microsoft.com/office/drawing/2014/main" id="{23036407-D96C-C547-8CD5-FCAA41B9A8C9}"/>
              </a:ext>
            </a:extLst>
          </p:cNvPr>
          <p:cNvSpPr>
            <a:spLocks noGrp="1"/>
          </p:cNvSpPr>
          <p:nvPr>
            <p:ph type="sldNum" sz="quarter" idx="4"/>
          </p:nvPr>
        </p:nvSpPr>
        <p:spPr>
          <a:xfrm>
            <a:off x="11163034" y="6264308"/>
            <a:ext cx="261660" cy="169200"/>
          </a:xfrm>
        </p:spPr>
        <p:txBody>
          <a:bodyPr>
            <a:noAutofit/>
          </a:bodyPr>
          <a:lstStyle/>
          <a:p>
            <a:fld id="{525A3C56-E491-49B2-93F3-63532DF516BC}" type="slidenum">
              <a:rPr lang="en-CA" smtClean="0"/>
              <a:t>‹N°›</a:t>
            </a:fld>
            <a:endParaRPr lang="en-CA"/>
          </a:p>
        </p:txBody>
      </p:sp>
    </p:spTree>
    <p:extLst>
      <p:ext uri="{BB962C8B-B14F-4D97-AF65-F5344CB8AC3E}">
        <p14:creationId xmlns:p14="http://schemas.microsoft.com/office/powerpoint/2010/main" val="174239960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V 2">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3416D0CC-045F-594D-BDF5-1FCC074C465E}"/>
              </a:ext>
            </a:extLst>
          </p:cNvPr>
          <p:cNvSpPr>
            <a:spLocks noGrp="1"/>
          </p:cNvSpPr>
          <p:nvPr>
            <p:ph type="sldNum" sz="quarter" idx="10"/>
          </p:nvPr>
        </p:nvSpPr>
        <p:spPr>
          <a:xfrm>
            <a:off x="11163034" y="6264308"/>
            <a:ext cx="261660" cy="169200"/>
          </a:xfrm>
        </p:spPr>
        <p:txBody>
          <a:bodyPr/>
          <a:lstStyle/>
          <a:p>
            <a:fld id="{525A3C56-E491-49B2-93F3-63532DF516BC}" type="slidenum">
              <a:rPr lang="en-CA" smtClean="0"/>
              <a:t>‹N°›</a:t>
            </a:fld>
            <a:endParaRPr lang="en-CA"/>
          </a:p>
        </p:txBody>
      </p:sp>
      <p:sp>
        <p:nvSpPr>
          <p:cNvPr id="5" name="Text Placeholder 8">
            <a:extLst>
              <a:ext uri="{FF2B5EF4-FFF2-40B4-BE49-F238E27FC236}">
                <a16:creationId xmlns:a16="http://schemas.microsoft.com/office/drawing/2014/main" id="{F46B3183-779A-BF46-9670-39F1C2BBFC2C}"/>
              </a:ext>
            </a:extLst>
          </p:cNvPr>
          <p:cNvSpPr>
            <a:spLocks noGrp="1"/>
          </p:cNvSpPr>
          <p:nvPr>
            <p:ph type="body" sz="quarter" idx="17" hasCustomPrompt="1"/>
          </p:nvPr>
        </p:nvSpPr>
        <p:spPr>
          <a:xfrm>
            <a:off x="767409" y="1277007"/>
            <a:ext cx="1247372" cy="4815817"/>
          </a:xfrm>
          <a:prstGeom prst="rect">
            <a:avLst/>
          </a:prstGeom>
        </p:spPr>
        <p:txBody>
          <a:bodyPr lIns="0" tIns="0" rIns="0" bIns="0"/>
          <a:lstStyle>
            <a:lvl1pPr marL="0" indent="0">
              <a:lnSpc>
                <a:spcPct val="100000"/>
              </a:lnSpc>
              <a:spcBef>
                <a:spcPct val="0"/>
              </a:spcBef>
              <a:spcAft>
                <a:spcPts val="600"/>
              </a:spcAft>
              <a:buNone/>
              <a:defRPr sz="900" b="0">
                <a:solidFill>
                  <a:schemeClr val="tx1"/>
                </a:solidFill>
              </a:defRPr>
            </a:lvl1pPr>
          </a:lstStyle>
          <a:p>
            <a:pPr lvl="0"/>
            <a:r>
              <a:rPr lang="en-CA" err="1"/>
              <a:t>Texte</a:t>
            </a:r>
            <a:endParaRPr lang="en-CA"/>
          </a:p>
        </p:txBody>
      </p:sp>
      <p:sp>
        <p:nvSpPr>
          <p:cNvPr id="6" name="Text Placeholder 3">
            <a:extLst>
              <a:ext uri="{FF2B5EF4-FFF2-40B4-BE49-F238E27FC236}">
                <a16:creationId xmlns:a16="http://schemas.microsoft.com/office/drawing/2014/main" id="{3BE3F43F-50C4-B445-8B73-F30ED8B309BA}"/>
              </a:ext>
            </a:extLst>
          </p:cNvPr>
          <p:cNvSpPr>
            <a:spLocks noGrp="1"/>
          </p:cNvSpPr>
          <p:nvPr>
            <p:ph type="body" sz="quarter" idx="22" hasCustomPrompt="1"/>
          </p:nvPr>
        </p:nvSpPr>
        <p:spPr>
          <a:xfrm>
            <a:off x="2309813" y="811322"/>
            <a:ext cx="9115474" cy="204678"/>
          </a:xfrm>
          <a:prstGeom prst="rect">
            <a:avLst/>
          </a:prstGeom>
        </p:spPr>
        <p:txBody>
          <a:bodyPr lIns="0" tIns="0" rIns="0" bIns="0"/>
          <a:lstStyle>
            <a:lvl1pPr marL="0" indent="0">
              <a:spcBef>
                <a:spcPct val="0"/>
              </a:spcBef>
              <a:buFont typeface="Arial" pitchFamily="34" charset="0"/>
              <a:buNone/>
              <a:defRPr sz="1200" b="1">
                <a:solidFill>
                  <a:schemeClr val="accent3"/>
                </a:solidFill>
              </a:defRPr>
            </a:lvl1pPr>
          </a:lstStyle>
          <a:p>
            <a:pPr marL="0" indent="0">
              <a:buNone/>
            </a:pPr>
            <a:r>
              <a:rPr lang="en-CA" sz="1200" b="1" err="1">
                <a:solidFill>
                  <a:schemeClr val="accent3"/>
                </a:solidFill>
              </a:rPr>
              <a:t>Autres expériences</a:t>
            </a:r>
            <a:endParaRPr lang="en-CA" sz="1200" b="1">
              <a:solidFill>
                <a:schemeClr val="accent3"/>
              </a:solidFill>
            </a:endParaRPr>
          </a:p>
        </p:txBody>
      </p:sp>
      <p:sp>
        <p:nvSpPr>
          <p:cNvPr id="7" name="Text Placeholder 8">
            <a:extLst>
              <a:ext uri="{FF2B5EF4-FFF2-40B4-BE49-F238E27FC236}">
                <a16:creationId xmlns:a16="http://schemas.microsoft.com/office/drawing/2014/main" id="{443A9262-8BA3-8E41-B4B0-F6F4BDF9F58B}"/>
              </a:ext>
            </a:extLst>
          </p:cNvPr>
          <p:cNvSpPr>
            <a:spLocks noGrp="1"/>
          </p:cNvSpPr>
          <p:nvPr>
            <p:ph type="body" sz="quarter" idx="19" hasCustomPrompt="1"/>
          </p:nvPr>
        </p:nvSpPr>
        <p:spPr>
          <a:xfrm>
            <a:off x="2316162" y="1023815"/>
            <a:ext cx="9109075" cy="5069009"/>
          </a:xfrm>
          <a:prstGeom prst="rect">
            <a:avLst/>
          </a:prstGeom>
        </p:spPr>
        <p:txBody>
          <a:bodyPr lIns="0" tIns="0" rIns="0" bIns="0"/>
          <a:lstStyle>
            <a:lvl1pPr marL="0" indent="-104400">
              <a:lnSpc>
                <a:spcPct val="150000"/>
              </a:lnSpc>
              <a:spcBef>
                <a:spcPct val="0"/>
              </a:spcBef>
              <a:buFont typeface="Arial" pitchFamily="34" charset="0"/>
              <a:buChar char="•"/>
              <a:defRPr sz="900" b="0">
                <a:solidFill>
                  <a:schemeClr val="tx1"/>
                </a:solidFill>
              </a:defRPr>
            </a:lvl1pPr>
          </a:lstStyle>
          <a:p>
            <a:pPr lvl="0"/>
            <a:r>
              <a:rPr lang="en-CA" err="1"/>
              <a:t>Texte</a:t>
            </a:r>
            <a:endParaRPr lang="en-CA"/>
          </a:p>
        </p:txBody>
      </p:sp>
      <p:sp>
        <p:nvSpPr>
          <p:cNvPr id="8" name="Text Placeholder 3">
            <a:extLst>
              <a:ext uri="{FF2B5EF4-FFF2-40B4-BE49-F238E27FC236}">
                <a16:creationId xmlns:a16="http://schemas.microsoft.com/office/drawing/2014/main" id="{5A1D13C4-22F3-204D-8372-F7A9579F711E}"/>
              </a:ext>
            </a:extLst>
          </p:cNvPr>
          <p:cNvSpPr>
            <a:spLocks noGrp="1"/>
          </p:cNvSpPr>
          <p:nvPr>
            <p:ph type="body" sz="quarter" idx="23" hasCustomPrompt="1"/>
          </p:nvPr>
        </p:nvSpPr>
        <p:spPr>
          <a:xfrm>
            <a:off x="767408" y="809249"/>
            <a:ext cx="1251464" cy="262674"/>
          </a:xfrm>
          <a:prstGeom prst="rect">
            <a:avLst/>
          </a:prstGeom>
        </p:spPr>
        <p:txBody>
          <a:bodyPr lIns="0" tIns="0" rIns="0" bIns="0"/>
          <a:lstStyle>
            <a:lvl1pPr marL="0" indent="0">
              <a:spcBef>
                <a:spcPct val="0"/>
              </a:spcBef>
              <a:buNone/>
              <a:defRPr sz="1200" b="1">
                <a:solidFill>
                  <a:schemeClr val="accent3"/>
                </a:solidFill>
              </a:defRPr>
            </a:lvl1pPr>
          </a:lstStyle>
          <a:p>
            <a:r>
              <a:rPr lang="en-CA" sz="1200" b="1" err="1">
                <a:solidFill>
                  <a:schemeClr val="accent3"/>
                </a:solidFill>
              </a:rPr>
              <a:t>Outils et </a:t>
            </a:r>
            <a:br>
              <a:rPr lang="en-CA" sz="1200" b="1" err="1">
                <a:solidFill>
                  <a:schemeClr val="accent3"/>
                </a:solidFill>
              </a:rPr>
            </a:br>
            <a:r>
              <a:rPr lang="en-CA" sz="1200" b="1" err="1">
                <a:solidFill>
                  <a:schemeClr val="accent3"/>
                </a:solidFill>
              </a:rPr>
              <a:t>Logiciels</a:t>
            </a:r>
            <a:endParaRPr lang="en-CA" sz="1200" b="1">
              <a:solidFill>
                <a:schemeClr val="accent3"/>
              </a:solidFill>
            </a:endParaRPr>
          </a:p>
        </p:txBody>
      </p:sp>
    </p:spTree>
    <p:extLst>
      <p:ext uri="{BB962C8B-B14F-4D97-AF65-F5344CB8AC3E}">
        <p14:creationId xmlns:p14="http://schemas.microsoft.com/office/powerpoint/2010/main" val="16646912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Équipe – 2">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16" name="Espace réservé pour une image  5">
            <a:extLst>
              <a:ext uri="{FF2B5EF4-FFF2-40B4-BE49-F238E27FC236}">
                <a16:creationId xmlns:a16="http://schemas.microsoft.com/office/drawing/2014/main" id="{7D61EEBE-3B41-5D46-80DE-AC722F451B11}"/>
              </a:ext>
            </a:extLst>
          </p:cNvPr>
          <p:cNvSpPr>
            <a:spLocks noGrp="1"/>
          </p:cNvSpPr>
          <p:nvPr>
            <p:ph type="pic" sz="quarter" idx="13" hasCustomPrompt="1"/>
          </p:nvPr>
        </p:nvSpPr>
        <p:spPr>
          <a:xfrm>
            <a:off x="3484223"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7" name="Espace réservé pour une image  5">
            <a:extLst>
              <a:ext uri="{FF2B5EF4-FFF2-40B4-BE49-F238E27FC236}">
                <a16:creationId xmlns:a16="http://schemas.microsoft.com/office/drawing/2014/main" id="{29D9025A-85B0-584F-98C5-38CC892AE122}"/>
              </a:ext>
            </a:extLst>
          </p:cNvPr>
          <p:cNvSpPr>
            <a:spLocks noGrp="1"/>
          </p:cNvSpPr>
          <p:nvPr>
            <p:ph type="pic" sz="quarter" idx="14" hasCustomPrompt="1"/>
          </p:nvPr>
        </p:nvSpPr>
        <p:spPr>
          <a:xfrm>
            <a:off x="6508411"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9" name="Titr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12" name="Espace réservé du texte 5">
            <a:extLst>
              <a:ext uri="{FF2B5EF4-FFF2-40B4-BE49-F238E27FC236}">
                <a16:creationId xmlns:a16="http://schemas.microsoft.com/office/drawing/2014/main" id="{F81D715D-283C-3542-9DE5-920E129C30C1}"/>
              </a:ext>
            </a:extLst>
          </p:cNvPr>
          <p:cNvSpPr>
            <a:spLocks noGrp="1"/>
          </p:cNvSpPr>
          <p:nvPr>
            <p:ph type="body" sz="quarter" idx="29" hasCustomPrompt="1"/>
          </p:nvPr>
        </p:nvSpPr>
        <p:spPr>
          <a:xfrm>
            <a:off x="3481691"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3" name="Espace réservé du texte 5">
            <a:extLst>
              <a:ext uri="{FF2B5EF4-FFF2-40B4-BE49-F238E27FC236}">
                <a16:creationId xmlns:a16="http://schemas.microsoft.com/office/drawing/2014/main" id="{7707DEFF-AE6F-9B4B-BDFE-3AA0799A5A5E}"/>
              </a:ext>
            </a:extLst>
          </p:cNvPr>
          <p:cNvSpPr>
            <a:spLocks noGrp="1"/>
          </p:cNvSpPr>
          <p:nvPr>
            <p:ph type="body" sz="quarter" idx="30" hasCustomPrompt="1"/>
          </p:nvPr>
        </p:nvSpPr>
        <p:spPr>
          <a:xfrm>
            <a:off x="3481691" y="4789582"/>
            <a:ext cx="2272437" cy="1299600"/>
          </a:xfrm>
          <a:prstGeom prst="rect">
            <a:avLst/>
          </a:prstGeom>
        </p:spPr>
        <p:txBody>
          <a:bodyPr lIns="0" tIns="0" rIns="0" bIns="0">
            <a:noAutofit/>
          </a:bodyPr>
          <a:lstStyle>
            <a:lvl1pPr marL="0" indent="0" algn="ctr">
              <a:spcBef>
                <a:spcPct val="0"/>
              </a:spcBef>
              <a:buNone/>
              <a:defRPr lang="en-US" sz="1600" b="0" i="0" smtClean="0">
                <a:effectLst/>
              </a:defRPr>
            </a:lvl1pPr>
            <a:lvl4pPr marL="1371600" indent="0">
              <a:buNone/>
              <a:defRPr/>
            </a:lvl4pPr>
          </a:lstStyle>
          <a:p>
            <a:pPr lvl="0"/>
            <a:r>
              <a:rPr lang="en-US" b="0" i="0">
                <a:solidFill>
                  <a:srgbClr val="000000"/>
                </a:solidFill>
                <a:effectLst/>
                <a:latin typeface="Arial" pitchFamily="34" charset="0"/>
              </a:rPr>
              <a:t> 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4" name="Espace réservé du texte 5">
            <a:extLst>
              <a:ext uri="{FF2B5EF4-FFF2-40B4-BE49-F238E27FC236}">
                <a16:creationId xmlns:a16="http://schemas.microsoft.com/office/drawing/2014/main" id="{809269EA-475F-8647-8F49-26134BEA6996}"/>
              </a:ext>
            </a:extLst>
          </p:cNvPr>
          <p:cNvSpPr>
            <a:spLocks noGrp="1"/>
          </p:cNvSpPr>
          <p:nvPr>
            <p:ph type="body" sz="quarter" idx="31" hasCustomPrompt="1"/>
          </p:nvPr>
        </p:nvSpPr>
        <p:spPr>
          <a:xfrm>
            <a:off x="6508671"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5" name="Espace réservé du texte 5">
            <a:extLst>
              <a:ext uri="{FF2B5EF4-FFF2-40B4-BE49-F238E27FC236}">
                <a16:creationId xmlns:a16="http://schemas.microsoft.com/office/drawing/2014/main" id="{0483396E-96D9-5D44-817D-E5514525C234}"/>
              </a:ext>
            </a:extLst>
          </p:cNvPr>
          <p:cNvSpPr>
            <a:spLocks noGrp="1"/>
          </p:cNvSpPr>
          <p:nvPr>
            <p:ph type="body" sz="quarter" idx="32" hasCustomPrompt="1"/>
          </p:nvPr>
        </p:nvSpPr>
        <p:spPr>
          <a:xfrm>
            <a:off x="6508671" y="4789582"/>
            <a:ext cx="2272437" cy="1299600"/>
          </a:xfrm>
          <a:prstGeom prst="rect">
            <a:avLst/>
          </a:prstGeom>
        </p:spPr>
        <p:txBody>
          <a:bodyPr lIns="0" tIns="0" rIns="0" bIns="0">
            <a:noAutofit/>
          </a:bodyPr>
          <a:lstStyle>
            <a:lvl1pPr marL="0" indent="0" algn="ctr">
              <a:spcBef>
                <a:spcPct val="0"/>
              </a:spcBef>
              <a:buNone/>
              <a:defRPr lang="en-US" sz="1600" b="0" i="0" smtClean="0">
                <a:effectLst/>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Tree>
    <p:extLst>
      <p:ext uri="{BB962C8B-B14F-4D97-AF65-F5344CB8AC3E}">
        <p14:creationId xmlns:p14="http://schemas.microsoft.com/office/powerpoint/2010/main" val="83796590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Équipe – 3">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6" name="Espace réservé pour une image  5">
            <a:extLst>
              <a:ext uri="{FF2B5EF4-FFF2-40B4-BE49-F238E27FC236}">
                <a16:creationId xmlns:a16="http://schemas.microsoft.com/office/drawing/2014/main" id="{ADB2690B-AF61-1A44-8C12-7A7917153821}"/>
              </a:ext>
            </a:extLst>
          </p:cNvPr>
          <p:cNvSpPr>
            <a:spLocks noGrp="1"/>
          </p:cNvSpPr>
          <p:nvPr>
            <p:ph type="pic" sz="quarter" idx="12" hasCustomPrompt="1"/>
          </p:nvPr>
        </p:nvSpPr>
        <p:spPr>
          <a:xfrm>
            <a:off x="1918691"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6" name="Espace réservé pour une image  5">
            <a:extLst>
              <a:ext uri="{FF2B5EF4-FFF2-40B4-BE49-F238E27FC236}">
                <a16:creationId xmlns:a16="http://schemas.microsoft.com/office/drawing/2014/main" id="{7D61EEBE-3B41-5D46-80DE-AC722F451B11}"/>
              </a:ext>
            </a:extLst>
          </p:cNvPr>
          <p:cNvSpPr>
            <a:spLocks noGrp="1"/>
          </p:cNvSpPr>
          <p:nvPr>
            <p:ph type="pic" sz="quarter" idx="13" hasCustomPrompt="1"/>
          </p:nvPr>
        </p:nvSpPr>
        <p:spPr>
          <a:xfrm>
            <a:off x="4979390"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7" name="Espace réservé pour une image  5">
            <a:extLst>
              <a:ext uri="{FF2B5EF4-FFF2-40B4-BE49-F238E27FC236}">
                <a16:creationId xmlns:a16="http://schemas.microsoft.com/office/drawing/2014/main" id="{29D9025A-85B0-584F-98C5-38CC892AE122}"/>
              </a:ext>
            </a:extLst>
          </p:cNvPr>
          <p:cNvSpPr>
            <a:spLocks noGrp="1"/>
          </p:cNvSpPr>
          <p:nvPr>
            <p:ph type="pic" sz="quarter" idx="14" hasCustomPrompt="1"/>
          </p:nvPr>
        </p:nvSpPr>
        <p:spPr>
          <a:xfrm>
            <a:off x="8003578" y="1590206"/>
            <a:ext cx="2268538" cy="2268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9" name="Titr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10" name="Espace réservé du texte 5">
            <a:extLst>
              <a:ext uri="{FF2B5EF4-FFF2-40B4-BE49-F238E27FC236}">
                <a16:creationId xmlns:a16="http://schemas.microsoft.com/office/drawing/2014/main" id="{A5FB43EF-6CA6-024F-8F77-FC5838D6DDEC}"/>
              </a:ext>
            </a:extLst>
          </p:cNvPr>
          <p:cNvSpPr>
            <a:spLocks noGrp="1"/>
          </p:cNvSpPr>
          <p:nvPr>
            <p:ph type="body" sz="quarter" idx="27" hasCustomPrompt="1"/>
          </p:nvPr>
        </p:nvSpPr>
        <p:spPr>
          <a:xfrm>
            <a:off x="1923603" y="4162052"/>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1" name="Espace réservé du texte 5">
            <a:extLst>
              <a:ext uri="{FF2B5EF4-FFF2-40B4-BE49-F238E27FC236}">
                <a16:creationId xmlns:a16="http://schemas.microsoft.com/office/drawing/2014/main" id="{CA153E98-7681-0A40-9CD3-6D021604575E}"/>
              </a:ext>
            </a:extLst>
          </p:cNvPr>
          <p:cNvSpPr>
            <a:spLocks noGrp="1"/>
          </p:cNvSpPr>
          <p:nvPr>
            <p:ph type="body" sz="quarter" idx="28" hasCustomPrompt="1"/>
          </p:nvPr>
        </p:nvSpPr>
        <p:spPr>
          <a:xfrm>
            <a:off x="1923603" y="4789582"/>
            <a:ext cx="2272437" cy="1299600"/>
          </a:xfrm>
          <a:prstGeom prst="rect">
            <a:avLst/>
          </a:prstGeom>
        </p:spPr>
        <p:txBody>
          <a:bodyPr lIns="0" tIns="0" rIns="0" bIns="0">
            <a:noAutofit/>
          </a:bodyPr>
          <a:lstStyle>
            <a:lvl1pPr marL="0" indent="0" algn="ctr">
              <a:spcBef>
                <a:spcPct val="0"/>
              </a:spcBef>
              <a:buNone/>
              <a:defRPr sz="16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2" name="Espace réservé du texte 5">
            <a:extLst>
              <a:ext uri="{FF2B5EF4-FFF2-40B4-BE49-F238E27FC236}">
                <a16:creationId xmlns:a16="http://schemas.microsoft.com/office/drawing/2014/main" id="{F81D715D-283C-3542-9DE5-920E129C30C1}"/>
              </a:ext>
            </a:extLst>
          </p:cNvPr>
          <p:cNvSpPr>
            <a:spLocks noGrp="1"/>
          </p:cNvSpPr>
          <p:nvPr>
            <p:ph type="body" sz="quarter" idx="29" hasCustomPrompt="1"/>
          </p:nvPr>
        </p:nvSpPr>
        <p:spPr>
          <a:xfrm>
            <a:off x="4976858"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3" name="Espace réservé du texte 5">
            <a:extLst>
              <a:ext uri="{FF2B5EF4-FFF2-40B4-BE49-F238E27FC236}">
                <a16:creationId xmlns:a16="http://schemas.microsoft.com/office/drawing/2014/main" id="{7707DEFF-AE6F-9B4B-BDFE-3AA0799A5A5E}"/>
              </a:ext>
            </a:extLst>
          </p:cNvPr>
          <p:cNvSpPr>
            <a:spLocks noGrp="1"/>
          </p:cNvSpPr>
          <p:nvPr>
            <p:ph type="body" sz="quarter" idx="30" hasCustomPrompt="1"/>
          </p:nvPr>
        </p:nvSpPr>
        <p:spPr>
          <a:xfrm>
            <a:off x="4976858" y="4789582"/>
            <a:ext cx="2272437" cy="1299600"/>
          </a:xfrm>
          <a:prstGeom prst="rect">
            <a:avLst/>
          </a:prstGeom>
        </p:spPr>
        <p:txBody>
          <a:bodyPr lIns="0" tIns="0" rIns="0" bIns="0">
            <a:noAutofit/>
          </a:bodyPr>
          <a:lstStyle>
            <a:lvl1pPr marL="0" indent="0" algn="ctr">
              <a:spcBef>
                <a:spcPct val="0"/>
              </a:spcBef>
              <a:buNone/>
              <a:defRPr sz="16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4" name="Espace réservé du texte 5">
            <a:extLst>
              <a:ext uri="{FF2B5EF4-FFF2-40B4-BE49-F238E27FC236}">
                <a16:creationId xmlns:a16="http://schemas.microsoft.com/office/drawing/2014/main" id="{809269EA-475F-8647-8F49-26134BEA6996}"/>
              </a:ext>
            </a:extLst>
          </p:cNvPr>
          <p:cNvSpPr>
            <a:spLocks noGrp="1"/>
          </p:cNvSpPr>
          <p:nvPr>
            <p:ph type="body" sz="quarter" idx="31" hasCustomPrompt="1"/>
          </p:nvPr>
        </p:nvSpPr>
        <p:spPr>
          <a:xfrm>
            <a:off x="8003838" y="4156797"/>
            <a:ext cx="2272437" cy="472710"/>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15" name="Espace réservé du texte 5">
            <a:extLst>
              <a:ext uri="{FF2B5EF4-FFF2-40B4-BE49-F238E27FC236}">
                <a16:creationId xmlns:a16="http://schemas.microsoft.com/office/drawing/2014/main" id="{0483396E-96D9-5D44-817D-E5514525C234}"/>
              </a:ext>
            </a:extLst>
          </p:cNvPr>
          <p:cNvSpPr>
            <a:spLocks noGrp="1"/>
          </p:cNvSpPr>
          <p:nvPr>
            <p:ph type="body" sz="quarter" idx="32" hasCustomPrompt="1"/>
          </p:nvPr>
        </p:nvSpPr>
        <p:spPr>
          <a:xfrm>
            <a:off x="8003838" y="4789582"/>
            <a:ext cx="2272437" cy="1299600"/>
          </a:xfrm>
          <a:prstGeom prst="rect">
            <a:avLst/>
          </a:prstGeom>
        </p:spPr>
        <p:txBody>
          <a:bodyPr lIns="0" tIns="0" rIns="0" bIns="0">
            <a:noAutofit/>
          </a:bodyPr>
          <a:lstStyle>
            <a:lvl1pPr marL="0" indent="0" algn="ctr">
              <a:spcBef>
                <a:spcPct val="0"/>
              </a:spcBef>
              <a:buNone/>
              <a:defRPr sz="16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Tree>
    <p:extLst>
      <p:ext uri="{BB962C8B-B14F-4D97-AF65-F5344CB8AC3E}">
        <p14:creationId xmlns:p14="http://schemas.microsoft.com/office/powerpoint/2010/main" val="300112636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Équipe – 4">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6" name="Espace réservé pour une image  5">
            <a:extLst>
              <a:ext uri="{FF2B5EF4-FFF2-40B4-BE49-F238E27FC236}">
                <a16:creationId xmlns:a16="http://schemas.microsoft.com/office/drawing/2014/main" id="{ADB2690B-AF61-1A44-8C12-7A7917153821}"/>
              </a:ext>
            </a:extLst>
          </p:cNvPr>
          <p:cNvSpPr>
            <a:spLocks noGrp="1"/>
          </p:cNvSpPr>
          <p:nvPr>
            <p:ph type="pic" sz="quarter" idx="12" hasCustomPrompt="1"/>
          </p:nvPr>
        </p:nvSpPr>
        <p:spPr>
          <a:xfrm>
            <a:off x="1918687" y="1971117"/>
            <a:ext cx="1512888" cy="15120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1" name="Espace réservé pour une image  5">
            <a:extLst>
              <a:ext uri="{FF2B5EF4-FFF2-40B4-BE49-F238E27FC236}">
                <a16:creationId xmlns:a16="http://schemas.microsoft.com/office/drawing/2014/main" id="{6648063D-6682-1248-A670-ACA6889C1AF0}"/>
              </a:ext>
            </a:extLst>
          </p:cNvPr>
          <p:cNvSpPr>
            <a:spLocks noGrp="1"/>
          </p:cNvSpPr>
          <p:nvPr>
            <p:ph type="pic" sz="quarter" idx="13" hasCustomPrompt="1"/>
          </p:nvPr>
        </p:nvSpPr>
        <p:spPr>
          <a:xfrm>
            <a:off x="4217192" y="1971117"/>
            <a:ext cx="1512888" cy="15192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2" name="Espace réservé pour une image  5">
            <a:extLst>
              <a:ext uri="{FF2B5EF4-FFF2-40B4-BE49-F238E27FC236}">
                <a16:creationId xmlns:a16="http://schemas.microsoft.com/office/drawing/2014/main" id="{A792B46A-6C96-6840-832B-E20CE039D872}"/>
              </a:ext>
            </a:extLst>
          </p:cNvPr>
          <p:cNvSpPr>
            <a:spLocks noGrp="1"/>
          </p:cNvSpPr>
          <p:nvPr>
            <p:ph type="pic" sz="quarter" idx="14" hasCustomPrompt="1"/>
          </p:nvPr>
        </p:nvSpPr>
        <p:spPr>
          <a:xfrm>
            <a:off x="8760812" y="1971117"/>
            <a:ext cx="1512888" cy="15192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3" name="Espace réservé pour une image  5">
            <a:extLst>
              <a:ext uri="{FF2B5EF4-FFF2-40B4-BE49-F238E27FC236}">
                <a16:creationId xmlns:a16="http://schemas.microsoft.com/office/drawing/2014/main" id="{B85760F7-AAF7-BC45-9E56-D0AD952799BD}"/>
              </a:ext>
            </a:extLst>
          </p:cNvPr>
          <p:cNvSpPr>
            <a:spLocks noGrp="1"/>
          </p:cNvSpPr>
          <p:nvPr>
            <p:ph type="pic" sz="quarter" idx="15" hasCustomPrompt="1"/>
          </p:nvPr>
        </p:nvSpPr>
        <p:spPr>
          <a:xfrm>
            <a:off x="6492275" y="1971117"/>
            <a:ext cx="1512888" cy="1519200"/>
          </a:xfrm>
          <a:prstGeom prst="rect">
            <a:avLst/>
          </a:prstGeom>
        </p:spPr>
        <p:txBody>
          <a:bodyPr>
            <a:noAutofit/>
          </a:bodyPr>
          <a:lstStyle>
            <a:lvl1pPr marL="0" indent="0">
              <a:buNone/>
              <a:defRPr sz="1400"/>
            </a:lvl1pPr>
          </a:lstStyle>
          <a:p>
            <a:r>
              <a:rPr lang="fr-CA"/>
              <a:t>Cliquer sur l'icône pour ajouter une image</a:t>
            </a:r>
            <a:endParaRPr lang="fr-FR"/>
          </a:p>
        </p:txBody>
      </p:sp>
      <p:sp>
        <p:nvSpPr>
          <p:cNvPr id="18" name="Espace réservé du texte 5">
            <a:extLst>
              <a:ext uri="{FF2B5EF4-FFF2-40B4-BE49-F238E27FC236}">
                <a16:creationId xmlns:a16="http://schemas.microsoft.com/office/drawing/2014/main" id="{9F6E5A65-4FB3-D947-9C8C-AB5C4577AEC4}"/>
              </a:ext>
            </a:extLst>
          </p:cNvPr>
          <p:cNvSpPr>
            <a:spLocks noGrp="1"/>
          </p:cNvSpPr>
          <p:nvPr>
            <p:ph type="body" sz="quarter" idx="27" hasCustomPrompt="1"/>
          </p:nvPr>
        </p:nvSpPr>
        <p:spPr>
          <a:xfrm>
            <a:off x="1913090" y="3647746"/>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0" name="Espace réservé du texte 5">
            <a:extLst>
              <a:ext uri="{FF2B5EF4-FFF2-40B4-BE49-F238E27FC236}">
                <a16:creationId xmlns:a16="http://schemas.microsoft.com/office/drawing/2014/main" id="{8F6BBFEE-AEF3-9141-A362-28E277375114}"/>
              </a:ext>
            </a:extLst>
          </p:cNvPr>
          <p:cNvSpPr>
            <a:spLocks noGrp="1"/>
          </p:cNvSpPr>
          <p:nvPr>
            <p:ph type="body" sz="quarter" idx="28" hasCustomPrompt="1"/>
          </p:nvPr>
        </p:nvSpPr>
        <p:spPr>
          <a:xfrm>
            <a:off x="1913090" y="4208678"/>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21" name="Espace réservé du texte 5">
            <a:extLst>
              <a:ext uri="{FF2B5EF4-FFF2-40B4-BE49-F238E27FC236}">
                <a16:creationId xmlns:a16="http://schemas.microsoft.com/office/drawing/2014/main" id="{D0A2E1FE-F04D-E54E-BE60-45260ED35785}"/>
              </a:ext>
            </a:extLst>
          </p:cNvPr>
          <p:cNvSpPr>
            <a:spLocks noGrp="1"/>
          </p:cNvSpPr>
          <p:nvPr>
            <p:ph type="body" sz="quarter" idx="29" hasCustomPrompt="1"/>
          </p:nvPr>
        </p:nvSpPr>
        <p:spPr>
          <a:xfrm>
            <a:off x="4209600" y="3642491"/>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2" name="Espace réservé du texte 5">
            <a:extLst>
              <a:ext uri="{FF2B5EF4-FFF2-40B4-BE49-F238E27FC236}">
                <a16:creationId xmlns:a16="http://schemas.microsoft.com/office/drawing/2014/main" id="{E0587BEC-02AD-8D44-A4A6-C9F181EBC0BD}"/>
              </a:ext>
            </a:extLst>
          </p:cNvPr>
          <p:cNvSpPr>
            <a:spLocks noGrp="1"/>
          </p:cNvSpPr>
          <p:nvPr>
            <p:ph type="body" sz="quarter" idx="30" hasCustomPrompt="1"/>
          </p:nvPr>
        </p:nvSpPr>
        <p:spPr>
          <a:xfrm>
            <a:off x="4209600" y="4203423"/>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23" name="Espace réservé du texte 5">
            <a:extLst>
              <a:ext uri="{FF2B5EF4-FFF2-40B4-BE49-F238E27FC236}">
                <a16:creationId xmlns:a16="http://schemas.microsoft.com/office/drawing/2014/main" id="{E33CFF3B-954E-2944-8A83-B3BA6CF1032B}"/>
              </a:ext>
            </a:extLst>
          </p:cNvPr>
          <p:cNvSpPr>
            <a:spLocks noGrp="1"/>
          </p:cNvSpPr>
          <p:nvPr>
            <p:ph type="body" sz="quarter" idx="31" hasCustomPrompt="1"/>
          </p:nvPr>
        </p:nvSpPr>
        <p:spPr>
          <a:xfrm>
            <a:off x="6490345" y="3653001"/>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4" name="Espace réservé du texte 5">
            <a:extLst>
              <a:ext uri="{FF2B5EF4-FFF2-40B4-BE49-F238E27FC236}">
                <a16:creationId xmlns:a16="http://schemas.microsoft.com/office/drawing/2014/main" id="{E4B824FD-1DF5-E644-BD81-36BA01403EC1}"/>
              </a:ext>
            </a:extLst>
          </p:cNvPr>
          <p:cNvSpPr>
            <a:spLocks noGrp="1"/>
          </p:cNvSpPr>
          <p:nvPr>
            <p:ph type="body" sz="quarter" idx="32" hasCustomPrompt="1"/>
          </p:nvPr>
        </p:nvSpPr>
        <p:spPr>
          <a:xfrm>
            <a:off x="6490345" y="4213933"/>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25" name="Espace réservé du texte 5">
            <a:extLst>
              <a:ext uri="{FF2B5EF4-FFF2-40B4-BE49-F238E27FC236}">
                <a16:creationId xmlns:a16="http://schemas.microsoft.com/office/drawing/2014/main" id="{D9072BA4-9DAB-3F4E-BBD2-73CBD1EF7572}"/>
              </a:ext>
            </a:extLst>
          </p:cNvPr>
          <p:cNvSpPr>
            <a:spLocks noGrp="1"/>
          </p:cNvSpPr>
          <p:nvPr>
            <p:ph type="body" sz="quarter" idx="33" hasCustomPrompt="1"/>
          </p:nvPr>
        </p:nvSpPr>
        <p:spPr>
          <a:xfrm>
            <a:off x="8760580" y="3642491"/>
            <a:ext cx="1519200" cy="444201"/>
          </a:xfrm>
          <a:prstGeom prst="rect">
            <a:avLst/>
          </a:prstGeom>
        </p:spPr>
        <p:txBody>
          <a:bodyPr lIns="0" tIns="0" rIns="0" bIns="0" anchor="ctr">
            <a:noAutofit/>
          </a:bodyPr>
          <a:lstStyle>
            <a:lvl1pPr marL="0" indent="0" algn="ctr">
              <a:spcBef>
                <a:spcPct val="0"/>
              </a:spcBef>
              <a:buNone/>
              <a:defRPr sz="1600" b="1">
                <a:solidFill>
                  <a:schemeClr val="tx1"/>
                </a:solidFill>
              </a:defRPr>
            </a:lvl1pPr>
            <a:lvl4pPr marL="1371600" indent="0">
              <a:buNone/>
              <a:defRPr/>
            </a:lvl4pPr>
          </a:lstStyle>
          <a:p>
            <a:pPr lvl="0"/>
            <a:r>
              <a:rPr lang="en-CA"/>
              <a:t>Nom</a:t>
            </a:r>
          </a:p>
        </p:txBody>
      </p:sp>
      <p:sp>
        <p:nvSpPr>
          <p:cNvPr id="26" name="Espace réservé du texte 5">
            <a:extLst>
              <a:ext uri="{FF2B5EF4-FFF2-40B4-BE49-F238E27FC236}">
                <a16:creationId xmlns:a16="http://schemas.microsoft.com/office/drawing/2014/main" id="{A149E7E1-2EE8-5B41-AAE5-E706695AEE59}"/>
              </a:ext>
            </a:extLst>
          </p:cNvPr>
          <p:cNvSpPr>
            <a:spLocks noGrp="1"/>
          </p:cNvSpPr>
          <p:nvPr>
            <p:ph type="body" sz="quarter" idx="34" hasCustomPrompt="1"/>
          </p:nvPr>
        </p:nvSpPr>
        <p:spPr>
          <a:xfrm>
            <a:off x="8760580" y="4203423"/>
            <a:ext cx="1519200" cy="929827"/>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US" b="0" i="0" err="1">
                <a:solidFill>
                  <a:srgbClr val="000000"/>
                </a:solidFill>
                <a:effectLst/>
                <a:latin typeface="Arial" pitchFamily="34" charset="0"/>
              </a:rPr>
              <a:t>Titre </a:t>
            </a:r>
            <a:r>
              <a:rPr lang="en-US" b="0" i="0">
                <a:solidFill>
                  <a:srgbClr val="0C0C0C"/>
                </a:solidFill>
                <a:effectLst/>
                <a:latin typeface="Arial" pitchFamily="34" charset="0"/>
              </a:rPr>
              <a:t>du</a:t>
            </a:r>
            <a:r>
              <a:rPr lang="en-US" b="0" i="0">
                <a:solidFill>
                  <a:srgbClr val="181818"/>
                </a:solidFill>
                <a:effectLst/>
                <a:latin typeface="Arial" pitchFamily="34" charset="0"/>
              </a:rPr>
              <a:t> pos</a:t>
            </a:r>
            <a:r>
              <a:rPr lang="en-US" b="0" i="0">
                <a:solidFill>
                  <a:srgbClr val="242424"/>
                </a:solidFill>
                <a:effectLst/>
                <a:latin typeface="Arial" pitchFamily="34" charset="0"/>
              </a:rPr>
              <a:t>te</a:t>
            </a:r>
          </a:p>
          <a:p>
            <a:pPr lvl="0"/>
            <a:r>
              <a:rPr lang="en-CA"/>
              <a:t>Division</a:t>
            </a:r>
          </a:p>
          <a:p>
            <a:pPr lvl="0"/>
            <a:r>
              <a:rPr lang="en-CA"/>
              <a:t>Bureau</a:t>
            </a:r>
          </a:p>
        </p:txBody>
      </p:sp>
      <p:sp>
        <p:nvSpPr>
          <p:cNvPr id="16" name="Titr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9" name="ZoneTexte 8">
            <a:extLst>
              <a:ext uri="{FF2B5EF4-FFF2-40B4-BE49-F238E27FC236}">
                <a16:creationId xmlns:a16="http://schemas.microsoft.com/office/drawing/2014/main" id="{2D4ED3D8-F040-B14A-A05D-37277FBF0FE1}"/>
              </a:ext>
            </a:extLst>
          </p:cNvPr>
          <p:cNvSpPr txBox="1"/>
          <p:nvPr userDrawn="1"/>
        </p:nvSpPr>
        <p:spPr>
          <a:xfrm flipH="1">
            <a:off x="1544595" y="1800404"/>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257861018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Équipe – 5">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11" name="Espace réservé pour une image  5">
            <a:extLst>
              <a:ext uri="{FF2B5EF4-FFF2-40B4-BE49-F238E27FC236}">
                <a16:creationId xmlns:a16="http://schemas.microsoft.com/office/drawing/2014/main" id="{6648063D-6682-1248-A670-ACA6889C1AF0}"/>
              </a:ext>
            </a:extLst>
          </p:cNvPr>
          <p:cNvSpPr>
            <a:spLocks noGrp="1"/>
          </p:cNvSpPr>
          <p:nvPr>
            <p:ph type="pic" sz="quarter" idx="13" hasCustomPrompt="1"/>
          </p:nvPr>
        </p:nvSpPr>
        <p:spPr>
          <a:xfrm>
            <a:off x="3076526" y="2201289"/>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22" name="Espace réservé du texte 5">
            <a:extLst>
              <a:ext uri="{FF2B5EF4-FFF2-40B4-BE49-F238E27FC236}">
                <a16:creationId xmlns:a16="http://schemas.microsoft.com/office/drawing/2014/main" id="{CEFBA174-11E0-3640-A143-0A8CE7D169DD}"/>
              </a:ext>
            </a:extLst>
          </p:cNvPr>
          <p:cNvSpPr>
            <a:spLocks noGrp="1"/>
          </p:cNvSpPr>
          <p:nvPr>
            <p:ph type="body" sz="quarter" idx="24" hasCustomPrompt="1"/>
          </p:nvPr>
        </p:nvSpPr>
        <p:spPr>
          <a:xfrm>
            <a:off x="3073370" y="3834087"/>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23" name="Espace réservé du texte 5">
            <a:extLst>
              <a:ext uri="{FF2B5EF4-FFF2-40B4-BE49-F238E27FC236}">
                <a16:creationId xmlns:a16="http://schemas.microsoft.com/office/drawing/2014/main" id="{52C82127-7629-214F-8A6C-23D5E762916A}"/>
              </a:ext>
            </a:extLst>
          </p:cNvPr>
          <p:cNvSpPr>
            <a:spLocks noGrp="1"/>
          </p:cNvSpPr>
          <p:nvPr>
            <p:ph type="body" sz="quarter" idx="25" hasCustomPrompt="1"/>
          </p:nvPr>
        </p:nvSpPr>
        <p:spPr>
          <a:xfrm>
            <a:off x="3073370" y="4302505"/>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44" name="Espace réservé pour une image  5">
            <a:extLst>
              <a:ext uri="{FF2B5EF4-FFF2-40B4-BE49-F238E27FC236}">
                <a16:creationId xmlns:a16="http://schemas.microsoft.com/office/drawing/2014/main" id="{92079528-16A8-AC47-99D5-BA246ED893F7}"/>
              </a:ext>
            </a:extLst>
          </p:cNvPr>
          <p:cNvSpPr>
            <a:spLocks noGrp="1"/>
          </p:cNvSpPr>
          <p:nvPr>
            <p:ph type="pic" sz="quarter" idx="26" hasCustomPrompt="1"/>
          </p:nvPr>
        </p:nvSpPr>
        <p:spPr>
          <a:xfrm>
            <a:off x="789229" y="2202202"/>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5" name="Espace réservé du texte 5">
            <a:extLst>
              <a:ext uri="{FF2B5EF4-FFF2-40B4-BE49-F238E27FC236}">
                <a16:creationId xmlns:a16="http://schemas.microsoft.com/office/drawing/2014/main" id="{F6F24C28-52C6-4446-A047-8BAE1E23BA2A}"/>
              </a:ext>
            </a:extLst>
          </p:cNvPr>
          <p:cNvSpPr>
            <a:spLocks noGrp="1"/>
          </p:cNvSpPr>
          <p:nvPr>
            <p:ph type="body" sz="quarter" idx="27" hasCustomPrompt="1"/>
          </p:nvPr>
        </p:nvSpPr>
        <p:spPr>
          <a:xfrm>
            <a:off x="786073" y="3835000"/>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46" name="Espace réservé du texte 5">
            <a:extLst>
              <a:ext uri="{FF2B5EF4-FFF2-40B4-BE49-F238E27FC236}">
                <a16:creationId xmlns:a16="http://schemas.microsoft.com/office/drawing/2014/main" id="{249F9432-E942-F847-85CC-7C127BD72D6A}"/>
              </a:ext>
            </a:extLst>
          </p:cNvPr>
          <p:cNvSpPr>
            <a:spLocks noGrp="1"/>
          </p:cNvSpPr>
          <p:nvPr>
            <p:ph type="body" sz="quarter" idx="28" hasCustomPrompt="1"/>
          </p:nvPr>
        </p:nvSpPr>
        <p:spPr>
          <a:xfrm>
            <a:off x="786073" y="4303418"/>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47" name="Espace réservé pour une image  5">
            <a:extLst>
              <a:ext uri="{FF2B5EF4-FFF2-40B4-BE49-F238E27FC236}">
                <a16:creationId xmlns:a16="http://schemas.microsoft.com/office/drawing/2014/main" id="{51D00EB2-82E8-2843-A074-1076D0975ABF}"/>
              </a:ext>
            </a:extLst>
          </p:cNvPr>
          <p:cNvSpPr>
            <a:spLocks noGrp="1"/>
          </p:cNvSpPr>
          <p:nvPr>
            <p:ph type="pic" sz="quarter" idx="29" hasCustomPrompt="1"/>
          </p:nvPr>
        </p:nvSpPr>
        <p:spPr>
          <a:xfrm>
            <a:off x="5378431" y="2206545"/>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8" name="Espace réservé du texte 5">
            <a:extLst>
              <a:ext uri="{FF2B5EF4-FFF2-40B4-BE49-F238E27FC236}">
                <a16:creationId xmlns:a16="http://schemas.microsoft.com/office/drawing/2014/main" id="{22520BB7-44E3-AB4D-B164-EF25D8DAD6D0}"/>
              </a:ext>
            </a:extLst>
          </p:cNvPr>
          <p:cNvSpPr>
            <a:spLocks noGrp="1"/>
          </p:cNvSpPr>
          <p:nvPr>
            <p:ph type="body" sz="quarter" idx="30" hasCustomPrompt="1"/>
          </p:nvPr>
        </p:nvSpPr>
        <p:spPr>
          <a:xfrm>
            <a:off x="5375275" y="3839343"/>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49" name="Espace réservé du texte 5">
            <a:extLst>
              <a:ext uri="{FF2B5EF4-FFF2-40B4-BE49-F238E27FC236}">
                <a16:creationId xmlns:a16="http://schemas.microsoft.com/office/drawing/2014/main" id="{EF8F210A-69BC-0341-9730-34FC399FB3C7}"/>
              </a:ext>
            </a:extLst>
          </p:cNvPr>
          <p:cNvSpPr>
            <a:spLocks noGrp="1"/>
          </p:cNvSpPr>
          <p:nvPr>
            <p:ph type="body" sz="quarter" idx="31" hasCustomPrompt="1"/>
          </p:nvPr>
        </p:nvSpPr>
        <p:spPr>
          <a:xfrm>
            <a:off x="5375275" y="4307761"/>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50" name="Espace réservé pour une image  5">
            <a:extLst>
              <a:ext uri="{FF2B5EF4-FFF2-40B4-BE49-F238E27FC236}">
                <a16:creationId xmlns:a16="http://schemas.microsoft.com/office/drawing/2014/main" id="{B42152F6-1866-7942-AD47-EA9F9115930B}"/>
              </a:ext>
            </a:extLst>
          </p:cNvPr>
          <p:cNvSpPr>
            <a:spLocks noGrp="1"/>
          </p:cNvSpPr>
          <p:nvPr>
            <p:ph type="pic" sz="quarter" idx="32" hasCustomPrompt="1"/>
          </p:nvPr>
        </p:nvSpPr>
        <p:spPr>
          <a:xfrm>
            <a:off x="7646969" y="2206545"/>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51" name="Espace réservé du texte 5">
            <a:extLst>
              <a:ext uri="{FF2B5EF4-FFF2-40B4-BE49-F238E27FC236}">
                <a16:creationId xmlns:a16="http://schemas.microsoft.com/office/drawing/2014/main" id="{706B3FDE-7B3F-6240-B1F1-2183E848D8D9}"/>
              </a:ext>
            </a:extLst>
          </p:cNvPr>
          <p:cNvSpPr>
            <a:spLocks noGrp="1"/>
          </p:cNvSpPr>
          <p:nvPr>
            <p:ph type="body" sz="quarter" idx="33" hasCustomPrompt="1"/>
          </p:nvPr>
        </p:nvSpPr>
        <p:spPr>
          <a:xfrm>
            <a:off x="7643813" y="3839343"/>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52" name="Espace réservé du texte 5">
            <a:extLst>
              <a:ext uri="{FF2B5EF4-FFF2-40B4-BE49-F238E27FC236}">
                <a16:creationId xmlns:a16="http://schemas.microsoft.com/office/drawing/2014/main" id="{1BDDCDC0-26C5-784E-B047-A360BCEA4566}"/>
              </a:ext>
            </a:extLst>
          </p:cNvPr>
          <p:cNvSpPr>
            <a:spLocks noGrp="1"/>
          </p:cNvSpPr>
          <p:nvPr>
            <p:ph type="body" sz="quarter" idx="34" hasCustomPrompt="1"/>
          </p:nvPr>
        </p:nvSpPr>
        <p:spPr>
          <a:xfrm>
            <a:off x="7643813" y="4307761"/>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53" name="Espace réservé pour une image  5">
            <a:extLst>
              <a:ext uri="{FF2B5EF4-FFF2-40B4-BE49-F238E27FC236}">
                <a16:creationId xmlns:a16="http://schemas.microsoft.com/office/drawing/2014/main" id="{A2EF995F-6F18-1E48-A0F5-E0CA9BBFE91F}"/>
              </a:ext>
            </a:extLst>
          </p:cNvPr>
          <p:cNvSpPr>
            <a:spLocks noGrp="1"/>
          </p:cNvSpPr>
          <p:nvPr>
            <p:ph type="pic" sz="quarter" idx="35" hasCustomPrompt="1"/>
          </p:nvPr>
        </p:nvSpPr>
        <p:spPr>
          <a:xfrm>
            <a:off x="9915506" y="2206544"/>
            <a:ext cx="1512888" cy="151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54" name="Espace réservé du texte 5">
            <a:extLst>
              <a:ext uri="{FF2B5EF4-FFF2-40B4-BE49-F238E27FC236}">
                <a16:creationId xmlns:a16="http://schemas.microsoft.com/office/drawing/2014/main" id="{47994C68-BBD0-6A47-8531-AC9859E8A389}"/>
              </a:ext>
            </a:extLst>
          </p:cNvPr>
          <p:cNvSpPr>
            <a:spLocks noGrp="1"/>
          </p:cNvSpPr>
          <p:nvPr>
            <p:ph type="body" sz="quarter" idx="36" hasCustomPrompt="1"/>
          </p:nvPr>
        </p:nvSpPr>
        <p:spPr>
          <a:xfrm>
            <a:off x="9912350" y="3839342"/>
            <a:ext cx="1519200" cy="391552"/>
          </a:xfrm>
          <a:prstGeom prst="rect">
            <a:avLst/>
          </a:prstGeom>
        </p:spPr>
        <p:txBody>
          <a:bodyPr lIns="0" tIns="0" rIns="0" bIns="0" anchor="ctr">
            <a:noAutofit/>
          </a:bodyPr>
          <a:lstStyle>
            <a:lvl1pPr marL="0" indent="0" algn="ctr">
              <a:spcBef>
                <a:spcPct val="0"/>
              </a:spcBef>
              <a:buNone/>
              <a:defRPr sz="1400" b="1">
                <a:solidFill>
                  <a:schemeClr val="tx1"/>
                </a:solidFill>
              </a:defRPr>
            </a:lvl1pPr>
            <a:lvl4pPr marL="1371600" indent="0">
              <a:buNone/>
              <a:defRPr/>
            </a:lvl4pPr>
          </a:lstStyle>
          <a:p>
            <a:pPr lvl="0"/>
            <a:r>
              <a:rPr lang="en-CA"/>
              <a:t>Nom</a:t>
            </a:r>
          </a:p>
        </p:txBody>
      </p:sp>
      <p:sp>
        <p:nvSpPr>
          <p:cNvPr id="55" name="Espace réservé du texte 5">
            <a:extLst>
              <a:ext uri="{FF2B5EF4-FFF2-40B4-BE49-F238E27FC236}">
                <a16:creationId xmlns:a16="http://schemas.microsoft.com/office/drawing/2014/main" id="{09C1574A-363A-EE48-B9A1-4BE9E7A90DCA}"/>
              </a:ext>
            </a:extLst>
          </p:cNvPr>
          <p:cNvSpPr>
            <a:spLocks noGrp="1"/>
          </p:cNvSpPr>
          <p:nvPr>
            <p:ph type="body" sz="quarter" idx="37" hasCustomPrompt="1"/>
          </p:nvPr>
        </p:nvSpPr>
        <p:spPr>
          <a:xfrm>
            <a:off x="9912350" y="4307760"/>
            <a:ext cx="1519200" cy="629714"/>
          </a:xfrm>
          <a:prstGeom prst="rect">
            <a:avLst/>
          </a:prstGeom>
        </p:spPr>
        <p:txBody>
          <a:bodyPr lIns="0" tIns="0" rIns="0" bIns="0">
            <a:noAutofit/>
          </a:bodyPr>
          <a:lstStyle>
            <a:lvl1pPr marL="0" indent="0" algn="ctr">
              <a:spcBef>
                <a:spcPct val="0"/>
              </a:spcBef>
              <a:buNone/>
              <a:defRPr sz="1400" b="0">
                <a:solidFill>
                  <a:schemeClr val="tx1"/>
                </a:solidFill>
              </a:defRPr>
            </a:lvl1pPr>
            <a:lvl4pPr marL="1371600" indent="0">
              <a:buNone/>
              <a:defRPr/>
            </a:lvl4pPr>
          </a:lstStyle>
          <a:p>
            <a:pPr lvl="0"/>
            <a:r>
              <a:rPr lang="en-CA" err="1"/>
              <a:t>Rôle</a:t>
            </a:r>
            <a:endParaRPr lang="en-CA"/>
          </a:p>
        </p:txBody>
      </p:sp>
      <p:sp>
        <p:nvSpPr>
          <p:cNvPr id="20" name="Titr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Tree>
    <p:extLst>
      <p:ext uri="{BB962C8B-B14F-4D97-AF65-F5344CB8AC3E}">
        <p14:creationId xmlns:p14="http://schemas.microsoft.com/office/powerpoint/2010/main" val="296468285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Équipe – 10">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360BE23-CA16-4146-BB98-805987ADAD06}"/>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66" name="Espace réservé pour une image  5">
            <a:extLst>
              <a:ext uri="{FF2B5EF4-FFF2-40B4-BE49-F238E27FC236}">
                <a16:creationId xmlns:a16="http://schemas.microsoft.com/office/drawing/2014/main" id="{EE786B5B-ADB1-914E-B22C-446987A74902}"/>
              </a:ext>
            </a:extLst>
          </p:cNvPr>
          <p:cNvSpPr>
            <a:spLocks noGrp="1" noChangeAspect="1"/>
          </p:cNvSpPr>
          <p:nvPr>
            <p:ph type="pic" sz="quarter" idx="57" hasCustomPrompt="1"/>
          </p:nvPr>
        </p:nvSpPr>
        <p:spPr>
          <a:xfrm>
            <a:off x="772630" y="1505036"/>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67" name="Espace réservé du texte 5">
            <a:extLst>
              <a:ext uri="{FF2B5EF4-FFF2-40B4-BE49-F238E27FC236}">
                <a16:creationId xmlns:a16="http://schemas.microsoft.com/office/drawing/2014/main" id="{3D2BFFA9-A0BB-4141-A691-E3BF1DB263B2}"/>
              </a:ext>
            </a:extLst>
          </p:cNvPr>
          <p:cNvSpPr>
            <a:spLocks noGrp="1"/>
          </p:cNvSpPr>
          <p:nvPr>
            <p:ph type="body" sz="quarter" idx="58" hasCustomPrompt="1"/>
          </p:nvPr>
        </p:nvSpPr>
        <p:spPr>
          <a:xfrm>
            <a:off x="772630"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68" name="Espace réservé du texte 5">
            <a:extLst>
              <a:ext uri="{FF2B5EF4-FFF2-40B4-BE49-F238E27FC236}">
                <a16:creationId xmlns:a16="http://schemas.microsoft.com/office/drawing/2014/main" id="{4624AFB6-631A-A342-BBEB-E9490E4283E4}"/>
              </a:ext>
            </a:extLst>
          </p:cNvPr>
          <p:cNvSpPr>
            <a:spLocks noGrp="1"/>
          </p:cNvSpPr>
          <p:nvPr>
            <p:ph type="body" sz="quarter" idx="59" hasCustomPrompt="1"/>
          </p:nvPr>
        </p:nvSpPr>
        <p:spPr>
          <a:xfrm>
            <a:off x="772630"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111" name="Espace réservé pour une image  5">
            <a:extLst>
              <a:ext uri="{FF2B5EF4-FFF2-40B4-BE49-F238E27FC236}">
                <a16:creationId xmlns:a16="http://schemas.microsoft.com/office/drawing/2014/main" id="{8E0BCA09-C5BF-D843-872B-821AF2D8187C}"/>
              </a:ext>
            </a:extLst>
          </p:cNvPr>
          <p:cNvSpPr>
            <a:spLocks noGrp="1" noChangeAspect="1"/>
          </p:cNvSpPr>
          <p:nvPr>
            <p:ph type="pic" sz="quarter" idx="60" hasCustomPrompt="1"/>
          </p:nvPr>
        </p:nvSpPr>
        <p:spPr>
          <a:xfrm>
            <a:off x="772630" y="3856188"/>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112" name="Espace réservé du texte 5">
            <a:extLst>
              <a:ext uri="{FF2B5EF4-FFF2-40B4-BE49-F238E27FC236}">
                <a16:creationId xmlns:a16="http://schemas.microsoft.com/office/drawing/2014/main" id="{F0985BBD-C1F4-4B4A-937A-6E61D3A1806F}"/>
              </a:ext>
            </a:extLst>
          </p:cNvPr>
          <p:cNvSpPr>
            <a:spLocks noGrp="1"/>
          </p:cNvSpPr>
          <p:nvPr>
            <p:ph type="body" sz="quarter" idx="61" hasCustomPrompt="1"/>
          </p:nvPr>
        </p:nvSpPr>
        <p:spPr>
          <a:xfrm>
            <a:off x="772630"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113" name="Espace réservé du texte 5">
            <a:extLst>
              <a:ext uri="{FF2B5EF4-FFF2-40B4-BE49-F238E27FC236}">
                <a16:creationId xmlns:a16="http://schemas.microsoft.com/office/drawing/2014/main" id="{7C357D04-4C41-B242-B5E6-B881823FF24B}"/>
              </a:ext>
            </a:extLst>
          </p:cNvPr>
          <p:cNvSpPr>
            <a:spLocks noGrp="1"/>
          </p:cNvSpPr>
          <p:nvPr>
            <p:ph type="body" sz="quarter" idx="62" hasCustomPrompt="1"/>
          </p:nvPr>
        </p:nvSpPr>
        <p:spPr>
          <a:xfrm>
            <a:off x="772630"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41" name="Espace réservé pour une image  5">
            <a:extLst>
              <a:ext uri="{FF2B5EF4-FFF2-40B4-BE49-F238E27FC236}">
                <a16:creationId xmlns:a16="http://schemas.microsoft.com/office/drawing/2014/main" id="{B53C58A7-88E3-BC47-A71C-C4CDDA0CF2D1}"/>
              </a:ext>
            </a:extLst>
          </p:cNvPr>
          <p:cNvSpPr>
            <a:spLocks noGrp="1" noChangeAspect="1"/>
          </p:cNvSpPr>
          <p:nvPr>
            <p:ph type="pic" sz="quarter" idx="63" hasCustomPrompt="1"/>
          </p:nvPr>
        </p:nvSpPr>
        <p:spPr>
          <a:xfrm>
            <a:off x="3096923" y="1513387"/>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2" name="Espace réservé du texte 5">
            <a:extLst>
              <a:ext uri="{FF2B5EF4-FFF2-40B4-BE49-F238E27FC236}">
                <a16:creationId xmlns:a16="http://schemas.microsoft.com/office/drawing/2014/main" id="{FD802FA2-99DC-FF40-BA3E-663B446CFFF6}"/>
              </a:ext>
            </a:extLst>
          </p:cNvPr>
          <p:cNvSpPr>
            <a:spLocks noGrp="1"/>
          </p:cNvSpPr>
          <p:nvPr>
            <p:ph type="body" sz="quarter" idx="64" hasCustomPrompt="1"/>
          </p:nvPr>
        </p:nvSpPr>
        <p:spPr>
          <a:xfrm>
            <a:off x="3096923"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43" name="Espace réservé du texte 5">
            <a:extLst>
              <a:ext uri="{FF2B5EF4-FFF2-40B4-BE49-F238E27FC236}">
                <a16:creationId xmlns:a16="http://schemas.microsoft.com/office/drawing/2014/main" id="{51803403-26FF-B145-8A44-43BFC0B0D0E6}"/>
              </a:ext>
            </a:extLst>
          </p:cNvPr>
          <p:cNvSpPr>
            <a:spLocks noGrp="1"/>
          </p:cNvSpPr>
          <p:nvPr>
            <p:ph type="body" sz="quarter" idx="65" hasCustomPrompt="1"/>
          </p:nvPr>
        </p:nvSpPr>
        <p:spPr>
          <a:xfrm>
            <a:off x="3096923"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44" name="Espace réservé pour une image  5">
            <a:extLst>
              <a:ext uri="{FF2B5EF4-FFF2-40B4-BE49-F238E27FC236}">
                <a16:creationId xmlns:a16="http://schemas.microsoft.com/office/drawing/2014/main" id="{647C4664-4742-374A-A7E1-4F7610BDD3BB}"/>
              </a:ext>
            </a:extLst>
          </p:cNvPr>
          <p:cNvSpPr>
            <a:spLocks noGrp="1" noChangeAspect="1"/>
          </p:cNvSpPr>
          <p:nvPr>
            <p:ph type="pic" sz="quarter" idx="66" hasCustomPrompt="1"/>
          </p:nvPr>
        </p:nvSpPr>
        <p:spPr>
          <a:xfrm>
            <a:off x="3096923" y="3864539"/>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45" name="Espace réservé du texte 5">
            <a:extLst>
              <a:ext uri="{FF2B5EF4-FFF2-40B4-BE49-F238E27FC236}">
                <a16:creationId xmlns:a16="http://schemas.microsoft.com/office/drawing/2014/main" id="{2B49B4A6-EB7B-724D-9F41-C0D8635DD6F8}"/>
              </a:ext>
            </a:extLst>
          </p:cNvPr>
          <p:cNvSpPr>
            <a:spLocks noGrp="1"/>
          </p:cNvSpPr>
          <p:nvPr>
            <p:ph type="body" sz="quarter" idx="67" hasCustomPrompt="1"/>
          </p:nvPr>
        </p:nvSpPr>
        <p:spPr>
          <a:xfrm>
            <a:off x="3096923"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46" name="Espace réservé du texte 5">
            <a:extLst>
              <a:ext uri="{FF2B5EF4-FFF2-40B4-BE49-F238E27FC236}">
                <a16:creationId xmlns:a16="http://schemas.microsoft.com/office/drawing/2014/main" id="{DDC3CED0-DAE8-FF41-AC58-6E4CC35051A6}"/>
              </a:ext>
            </a:extLst>
          </p:cNvPr>
          <p:cNvSpPr>
            <a:spLocks noGrp="1"/>
          </p:cNvSpPr>
          <p:nvPr>
            <p:ph type="body" sz="quarter" idx="68" hasCustomPrompt="1"/>
          </p:nvPr>
        </p:nvSpPr>
        <p:spPr>
          <a:xfrm>
            <a:off x="3096923"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47" name="Espace réservé pour une image  5">
            <a:extLst>
              <a:ext uri="{FF2B5EF4-FFF2-40B4-BE49-F238E27FC236}">
                <a16:creationId xmlns:a16="http://schemas.microsoft.com/office/drawing/2014/main" id="{3A1AF66A-0642-9546-9367-C4D7B11E0D2E}"/>
              </a:ext>
            </a:extLst>
          </p:cNvPr>
          <p:cNvSpPr>
            <a:spLocks noGrp="1" noChangeAspect="1"/>
          </p:cNvSpPr>
          <p:nvPr>
            <p:ph type="pic" sz="quarter" idx="69" hasCustomPrompt="1"/>
          </p:nvPr>
        </p:nvSpPr>
        <p:spPr>
          <a:xfrm>
            <a:off x="5431389" y="1513388"/>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48" name="Espace réservé du texte 5">
            <a:extLst>
              <a:ext uri="{FF2B5EF4-FFF2-40B4-BE49-F238E27FC236}">
                <a16:creationId xmlns:a16="http://schemas.microsoft.com/office/drawing/2014/main" id="{714E316F-3190-0549-BE7D-55D1581EA9DC}"/>
              </a:ext>
            </a:extLst>
          </p:cNvPr>
          <p:cNvSpPr>
            <a:spLocks noGrp="1"/>
          </p:cNvSpPr>
          <p:nvPr>
            <p:ph type="body" sz="quarter" idx="70" hasCustomPrompt="1"/>
          </p:nvPr>
        </p:nvSpPr>
        <p:spPr>
          <a:xfrm>
            <a:off x="5431389"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49" name="Espace réservé du texte 5">
            <a:extLst>
              <a:ext uri="{FF2B5EF4-FFF2-40B4-BE49-F238E27FC236}">
                <a16:creationId xmlns:a16="http://schemas.microsoft.com/office/drawing/2014/main" id="{C2D8EF22-B1DF-4344-8269-C27CA6ED9F65}"/>
              </a:ext>
            </a:extLst>
          </p:cNvPr>
          <p:cNvSpPr>
            <a:spLocks noGrp="1"/>
          </p:cNvSpPr>
          <p:nvPr>
            <p:ph type="body" sz="quarter" idx="71" hasCustomPrompt="1"/>
          </p:nvPr>
        </p:nvSpPr>
        <p:spPr>
          <a:xfrm>
            <a:off x="5431389"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0" name="Espace réservé pour une image  5">
            <a:extLst>
              <a:ext uri="{FF2B5EF4-FFF2-40B4-BE49-F238E27FC236}">
                <a16:creationId xmlns:a16="http://schemas.microsoft.com/office/drawing/2014/main" id="{9A1E6596-D7B1-084C-919F-05F806C50278}"/>
              </a:ext>
            </a:extLst>
          </p:cNvPr>
          <p:cNvSpPr>
            <a:spLocks noGrp="1" noChangeAspect="1"/>
          </p:cNvSpPr>
          <p:nvPr>
            <p:ph type="pic" sz="quarter" idx="72" hasCustomPrompt="1"/>
          </p:nvPr>
        </p:nvSpPr>
        <p:spPr>
          <a:xfrm>
            <a:off x="5431389" y="3864540"/>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51" name="Espace réservé du texte 5">
            <a:extLst>
              <a:ext uri="{FF2B5EF4-FFF2-40B4-BE49-F238E27FC236}">
                <a16:creationId xmlns:a16="http://schemas.microsoft.com/office/drawing/2014/main" id="{50ABBD99-D126-1546-8798-2BAA7DB51490}"/>
              </a:ext>
            </a:extLst>
          </p:cNvPr>
          <p:cNvSpPr>
            <a:spLocks noGrp="1"/>
          </p:cNvSpPr>
          <p:nvPr>
            <p:ph type="body" sz="quarter" idx="73" hasCustomPrompt="1"/>
          </p:nvPr>
        </p:nvSpPr>
        <p:spPr>
          <a:xfrm>
            <a:off x="5431389"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52" name="Espace réservé du texte 5">
            <a:extLst>
              <a:ext uri="{FF2B5EF4-FFF2-40B4-BE49-F238E27FC236}">
                <a16:creationId xmlns:a16="http://schemas.microsoft.com/office/drawing/2014/main" id="{F8BBAB7A-0874-F142-A742-9D362302388F}"/>
              </a:ext>
            </a:extLst>
          </p:cNvPr>
          <p:cNvSpPr>
            <a:spLocks noGrp="1"/>
          </p:cNvSpPr>
          <p:nvPr>
            <p:ph type="body" sz="quarter" idx="74" hasCustomPrompt="1"/>
          </p:nvPr>
        </p:nvSpPr>
        <p:spPr>
          <a:xfrm>
            <a:off x="5431389"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3" name="Espace réservé pour une image  5">
            <a:extLst>
              <a:ext uri="{FF2B5EF4-FFF2-40B4-BE49-F238E27FC236}">
                <a16:creationId xmlns:a16="http://schemas.microsoft.com/office/drawing/2014/main" id="{E17433F2-ACBF-3D46-8718-C2A899DDC66E}"/>
              </a:ext>
            </a:extLst>
          </p:cNvPr>
          <p:cNvSpPr>
            <a:spLocks noGrp="1" noChangeAspect="1"/>
          </p:cNvSpPr>
          <p:nvPr>
            <p:ph type="pic" sz="quarter" idx="75" hasCustomPrompt="1"/>
          </p:nvPr>
        </p:nvSpPr>
        <p:spPr>
          <a:xfrm>
            <a:off x="7765801" y="1505036"/>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54" name="Espace réservé du texte 5">
            <a:extLst>
              <a:ext uri="{FF2B5EF4-FFF2-40B4-BE49-F238E27FC236}">
                <a16:creationId xmlns:a16="http://schemas.microsoft.com/office/drawing/2014/main" id="{86F25E95-9D1E-A245-8C5D-E1610A1BE5E9}"/>
              </a:ext>
            </a:extLst>
          </p:cNvPr>
          <p:cNvSpPr>
            <a:spLocks noGrp="1"/>
          </p:cNvSpPr>
          <p:nvPr>
            <p:ph type="body" sz="quarter" idx="76" hasCustomPrompt="1"/>
          </p:nvPr>
        </p:nvSpPr>
        <p:spPr>
          <a:xfrm>
            <a:off x="7765801"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55" name="Espace réservé du texte 5">
            <a:extLst>
              <a:ext uri="{FF2B5EF4-FFF2-40B4-BE49-F238E27FC236}">
                <a16:creationId xmlns:a16="http://schemas.microsoft.com/office/drawing/2014/main" id="{B6631680-32C8-034C-BF09-79FF3D93A1A9}"/>
              </a:ext>
            </a:extLst>
          </p:cNvPr>
          <p:cNvSpPr>
            <a:spLocks noGrp="1"/>
          </p:cNvSpPr>
          <p:nvPr>
            <p:ph type="body" sz="quarter" idx="77" hasCustomPrompt="1"/>
          </p:nvPr>
        </p:nvSpPr>
        <p:spPr>
          <a:xfrm>
            <a:off x="7765801"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6" name="Espace réservé pour une image  5">
            <a:extLst>
              <a:ext uri="{FF2B5EF4-FFF2-40B4-BE49-F238E27FC236}">
                <a16:creationId xmlns:a16="http://schemas.microsoft.com/office/drawing/2014/main" id="{C0FF4D73-45DC-334F-8DBD-DBF3F5724457}"/>
              </a:ext>
            </a:extLst>
          </p:cNvPr>
          <p:cNvSpPr>
            <a:spLocks noGrp="1" noChangeAspect="1"/>
          </p:cNvSpPr>
          <p:nvPr>
            <p:ph type="pic" sz="quarter" idx="78" hasCustomPrompt="1"/>
          </p:nvPr>
        </p:nvSpPr>
        <p:spPr>
          <a:xfrm>
            <a:off x="7765801" y="3856188"/>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57" name="Espace réservé du texte 5">
            <a:extLst>
              <a:ext uri="{FF2B5EF4-FFF2-40B4-BE49-F238E27FC236}">
                <a16:creationId xmlns:a16="http://schemas.microsoft.com/office/drawing/2014/main" id="{E91127D2-B259-8345-889C-202ACB849300}"/>
              </a:ext>
            </a:extLst>
          </p:cNvPr>
          <p:cNvSpPr>
            <a:spLocks noGrp="1"/>
          </p:cNvSpPr>
          <p:nvPr>
            <p:ph type="body" sz="quarter" idx="79" hasCustomPrompt="1"/>
          </p:nvPr>
        </p:nvSpPr>
        <p:spPr>
          <a:xfrm>
            <a:off x="7765801"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58" name="Espace réservé du texte 5">
            <a:extLst>
              <a:ext uri="{FF2B5EF4-FFF2-40B4-BE49-F238E27FC236}">
                <a16:creationId xmlns:a16="http://schemas.microsoft.com/office/drawing/2014/main" id="{996D847F-688A-E048-ADEC-9FEF4146952C}"/>
              </a:ext>
            </a:extLst>
          </p:cNvPr>
          <p:cNvSpPr>
            <a:spLocks noGrp="1"/>
          </p:cNvSpPr>
          <p:nvPr>
            <p:ph type="body" sz="quarter" idx="80" hasCustomPrompt="1"/>
          </p:nvPr>
        </p:nvSpPr>
        <p:spPr>
          <a:xfrm>
            <a:off x="7765801"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59" name="Espace réservé pour une image  5">
            <a:extLst>
              <a:ext uri="{FF2B5EF4-FFF2-40B4-BE49-F238E27FC236}">
                <a16:creationId xmlns:a16="http://schemas.microsoft.com/office/drawing/2014/main" id="{EBF1FE4E-843B-BF42-82CC-5BD49C517620}"/>
              </a:ext>
            </a:extLst>
          </p:cNvPr>
          <p:cNvSpPr>
            <a:spLocks noGrp="1" noChangeAspect="1"/>
          </p:cNvSpPr>
          <p:nvPr>
            <p:ph type="pic" sz="quarter" idx="81" hasCustomPrompt="1"/>
          </p:nvPr>
        </p:nvSpPr>
        <p:spPr>
          <a:xfrm>
            <a:off x="10093238" y="1505036"/>
            <a:ext cx="1332000" cy="1332000"/>
          </a:xfrm>
          <a:prstGeom prst="rect">
            <a:avLst/>
          </a:prstGeom>
        </p:spPr>
        <p:txBody>
          <a:bodyPr>
            <a:noAutofit/>
          </a:bodyPr>
          <a:lstStyle>
            <a:lvl1pPr marL="0" indent="0">
              <a:buNone/>
              <a:defRPr sz="1200"/>
            </a:lvl1pPr>
          </a:lstStyle>
          <a:p>
            <a:r>
              <a:rPr lang="fr-CA"/>
              <a:t>Cliquer sur l'icône pour ajouter une image</a:t>
            </a:r>
            <a:endParaRPr lang="fr-FR"/>
          </a:p>
        </p:txBody>
      </p:sp>
      <p:sp>
        <p:nvSpPr>
          <p:cNvPr id="60" name="Espace réservé du texte 5">
            <a:extLst>
              <a:ext uri="{FF2B5EF4-FFF2-40B4-BE49-F238E27FC236}">
                <a16:creationId xmlns:a16="http://schemas.microsoft.com/office/drawing/2014/main" id="{1262C7B6-6252-C642-B297-716226E379CD}"/>
              </a:ext>
            </a:extLst>
          </p:cNvPr>
          <p:cNvSpPr>
            <a:spLocks noGrp="1"/>
          </p:cNvSpPr>
          <p:nvPr>
            <p:ph type="body" sz="quarter" idx="82" hasCustomPrompt="1"/>
          </p:nvPr>
        </p:nvSpPr>
        <p:spPr>
          <a:xfrm>
            <a:off x="10093238" y="3245733"/>
            <a:ext cx="1332000" cy="50400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61" name="Espace réservé du texte 5">
            <a:extLst>
              <a:ext uri="{FF2B5EF4-FFF2-40B4-BE49-F238E27FC236}">
                <a16:creationId xmlns:a16="http://schemas.microsoft.com/office/drawing/2014/main" id="{573E24FE-8879-FB42-B8CA-4D3332150C4F}"/>
              </a:ext>
            </a:extLst>
          </p:cNvPr>
          <p:cNvSpPr>
            <a:spLocks noGrp="1"/>
          </p:cNvSpPr>
          <p:nvPr>
            <p:ph type="body" sz="quarter" idx="83" hasCustomPrompt="1"/>
          </p:nvPr>
        </p:nvSpPr>
        <p:spPr>
          <a:xfrm>
            <a:off x="10093238" y="2865775"/>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62" name="Espace réservé pour une image  5">
            <a:extLst>
              <a:ext uri="{FF2B5EF4-FFF2-40B4-BE49-F238E27FC236}">
                <a16:creationId xmlns:a16="http://schemas.microsoft.com/office/drawing/2014/main" id="{CBD400C3-7A40-3048-8844-C3F44A0B40C3}"/>
              </a:ext>
            </a:extLst>
          </p:cNvPr>
          <p:cNvSpPr>
            <a:spLocks noGrp="1" noChangeAspect="1"/>
          </p:cNvSpPr>
          <p:nvPr>
            <p:ph type="pic" sz="quarter" idx="84" hasCustomPrompt="1"/>
          </p:nvPr>
        </p:nvSpPr>
        <p:spPr>
          <a:xfrm>
            <a:off x="10093238" y="3856188"/>
            <a:ext cx="1332000" cy="1332000"/>
          </a:xfrm>
          <a:prstGeom prst="rect">
            <a:avLst/>
          </a:prstGeom>
        </p:spPr>
        <p:txBody>
          <a:bodyPr>
            <a:noAutofit/>
          </a:bodyPr>
          <a:lstStyle>
            <a:lvl1pPr marL="0" indent="0">
              <a:spcBef>
                <a:spcPct val="0"/>
              </a:spcBef>
              <a:buNone/>
              <a:defRPr sz="1200"/>
            </a:lvl1pPr>
          </a:lstStyle>
          <a:p>
            <a:r>
              <a:rPr lang="fr-CA"/>
              <a:t>Cliquer sur l'icône pour ajouter une image</a:t>
            </a:r>
            <a:endParaRPr lang="fr-FR"/>
          </a:p>
        </p:txBody>
      </p:sp>
      <p:sp>
        <p:nvSpPr>
          <p:cNvPr id="63" name="Espace réservé du texte 5">
            <a:extLst>
              <a:ext uri="{FF2B5EF4-FFF2-40B4-BE49-F238E27FC236}">
                <a16:creationId xmlns:a16="http://schemas.microsoft.com/office/drawing/2014/main" id="{9454FE9C-B016-F44D-A539-D12B206A0547}"/>
              </a:ext>
            </a:extLst>
          </p:cNvPr>
          <p:cNvSpPr>
            <a:spLocks noGrp="1"/>
          </p:cNvSpPr>
          <p:nvPr>
            <p:ph type="body" sz="quarter" idx="85" hasCustomPrompt="1"/>
          </p:nvPr>
        </p:nvSpPr>
        <p:spPr>
          <a:xfrm>
            <a:off x="10093238" y="5595681"/>
            <a:ext cx="1332000" cy="501320"/>
          </a:xfrm>
          <a:prstGeom prst="rect">
            <a:avLst/>
          </a:prstGeom>
        </p:spPr>
        <p:txBody>
          <a:bodyPr lIns="0" tIns="0" rIns="0" bIns="0">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Titre</a:t>
            </a:r>
          </a:p>
        </p:txBody>
      </p:sp>
      <p:sp>
        <p:nvSpPr>
          <p:cNvPr id="64" name="Espace réservé du texte 5">
            <a:extLst>
              <a:ext uri="{FF2B5EF4-FFF2-40B4-BE49-F238E27FC236}">
                <a16:creationId xmlns:a16="http://schemas.microsoft.com/office/drawing/2014/main" id="{BA682D77-F315-3140-B228-45A7B87CC973}"/>
              </a:ext>
            </a:extLst>
          </p:cNvPr>
          <p:cNvSpPr>
            <a:spLocks noGrp="1"/>
          </p:cNvSpPr>
          <p:nvPr>
            <p:ph type="body" sz="quarter" idx="86" hasCustomPrompt="1"/>
          </p:nvPr>
        </p:nvSpPr>
        <p:spPr>
          <a:xfrm>
            <a:off x="10093238" y="5212077"/>
            <a:ext cx="1332000" cy="360000"/>
          </a:xfrm>
          <a:prstGeom prst="rect">
            <a:avLst/>
          </a:prstGeom>
        </p:spPr>
        <p:txBody>
          <a:bodyPr lIns="0" tIns="0" rIns="0" bIns="0" anchor="ctr">
            <a:noAutofit/>
          </a:bodyPr>
          <a:lstStyle>
            <a:lvl1pPr marL="171450" marR="0" indent="-171450" algn="ctr" defTabSz="914400" rtl="0" eaLnBrk="1" fontAlgn="auto" latinLnBrk="0" hangingPunct="1">
              <a:lnSpc>
                <a:spcPct val="100000"/>
              </a:lnSpc>
              <a:spcBef>
                <a:spcPct val="20000"/>
              </a:spcBef>
              <a:spcAft>
                <a:spcPct val="0"/>
              </a:spcAft>
              <a:buClrTx/>
              <a:buSzTx/>
              <a:buFont typeface="Arial" pitchFamily="34" charset="0"/>
              <a:buNone/>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ct val="0"/>
              </a:spcAft>
              <a:buClrTx/>
              <a:buSzTx/>
              <a:defRPr/>
            </a:pPr>
            <a:r>
              <a:rPr lang="en-CA"/>
              <a:t>Nom</a:t>
            </a:r>
          </a:p>
        </p:txBody>
      </p:sp>
      <p:sp>
        <p:nvSpPr>
          <p:cNvPr id="34" name="Titr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CA" err="1"/>
              <a:t>Équipe</a:t>
            </a:r>
            <a:endParaRPr lang="en-CA"/>
          </a:p>
        </p:txBody>
      </p:sp>
      <p:sp>
        <p:nvSpPr>
          <p:cNvPr id="4" name="ZoneTexte 3">
            <a:extLst>
              <a:ext uri="{FF2B5EF4-FFF2-40B4-BE49-F238E27FC236}">
                <a16:creationId xmlns:a16="http://schemas.microsoft.com/office/drawing/2014/main" id="{02FBC9F9-E98D-064D-AE5F-D9D1467E6684}"/>
              </a:ext>
            </a:extLst>
          </p:cNvPr>
          <p:cNvSpPr txBox="1"/>
          <p:nvPr userDrawn="1"/>
        </p:nvSpPr>
        <p:spPr>
          <a:xfrm flipH="1">
            <a:off x="7141464" y="1344168"/>
            <a:ext cx="0" cy="0"/>
          </a:xfrm>
          <a:prstGeom prst="rect">
            <a:avLst/>
          </a:prstGeom>
        </p:spPr>
        <p:txBody>
          <a:bodyPr vert="horz" wrap="none" lIns="0" tIns="0" rIns="0" bIns="0" rtlCol="0" anchor="t" anchorCtr="0">
            <a:noAutofit/>
          </a:bodyPr>
          <a:lstStyle/>
          <a:p>
            <a:pPr marL="0" indent="0" algn="l">
              <a:buFont typeface="Arial" pitchFamily="34" charset="0"/>
              <a:buNone/>
            </a:pPr>
            <a:endParaRPr lang="en-CA"/>
          </a:p>
        </p:txBody>
      </p:sp>
    </p:spTree>
    <p:extLst>
      <p:ext uri="{BB962C8B-B14F-4D97-AF65-F5344CB8AC3E}">
        <p14:creationId xmlns:p14="http://schemas.microsoft.com/office/powerpoint/2010/main" val="122534455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gauche + tex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E14D4F1-0AFF-214C-92AA-BD02450E38BA}"/>
              </a:ext>
            </a:extLst>
          </p:cNvPr>
          <p:cNvSpPr>
            <a:spLocks noGrp="1"/>
          </p:cNvSpPr>
          <p:nvPr>
            <p:ph type="title" hasCustomPrompt="1"/>
          </p:nvPr>
        </p:nvSpPr>
        <p:spPr>
          <a:xfrm>
            <a:off x="6888163" y="684000"/>
            <a:ext cx="4537859" cy="622188"/>
          </a:xfrm>
          <a:prstGeom prst="rect">
            <a:avLst/>
          </a:prstGeom>
        </p:spPr>
        <p:txBody>
          <a:bodyPr vert="horz" lIns="0" tIns="0" rIns="0" bIns="0" rtlCol="0" anchor="t" anchorCtr="0">
            <a:noAutofit/>
          </a:bodyPr>
          <a:lstStyle>
            <a:lvl1pPr>
              <a:defRPr>
                <a:solidFill>
                  <a:schemeClr val="tx1"/>
                </a:solidFill>
              </a:defRPr>
            </a:lvl1pPr>
          </a:lstStyle>
          <a:p>
            <a:r>
              <a:rPr lang="en-US" noProof="0" err="1"/>
              <a:t>Titre</a:t>
            </a:r>
            <a:endParaRPr lang="en-US" noProof="0"/>
          </a:p>
        </p:txBody>
      </p:sp>
      <p:sp>
        <p:nvSpPr>
          <p:cNvPr id="5" name="Content Placeholder 20">
            <a:extLst>
              <a:ext uri="{FF2B5EF4-FFF2-40B4-BE49-F238E27FC236}">
                <a16:creationId xmlns:a16="http://schemas.microsoft.com/office/drawing/2014/main" id="{6855D02E-339D-5043-B91B-5FF8B79BA5F8}"/>
              </a:ext>
            </a:extLst>
          </p:cNvPr>
          <p:cNvSpPr>
            <a:spLocks noGrp="1"/>
          </p:cNvSpPr>
          <p:nvPr>
            <p:ph sz="quarter" idx="17"/>
          </p:nvPr>
        </p:nvSpPr>
        <p:spPr>
          <a:xfrm>
            <a:off x="6888162" y="1681655"/>
            <a:ext cx="4535945" cy="441117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
            <a:extLst>
              <a:ext uri="{FF2B5EF4-FFF2-40B4-BE49-F238E27FC236}">
                <a16:creationId xmlns:a16="http://schemas.microsoft.com/office/drawing/2014/main" id="{BDBF016D-4A07-3C4E-84B2-4A358A221DCF}"/>
              </a:ext>
            </a:extLst>
          </p:cNvPr>
          <p:cNvSpPr>
            <a:spLocks noGrp="1"/>
          </p:cNvSpPr>
          <p:nvPr>
            <p:ph type="pic" sz="quarter" idx="18" hasCustomPrompt="1"/>
          </p:nvPr>
        </p:nvSpPr>
        <p:spPr>
          <a:xfrm>
            <a:off x="766762" y="765175"/>
            <a:ext cx="5365751" cy="5327650"/>
          </a:xfrm>
          <a:prstGeom prst="rect">
            <a:avLst/>
          </a:prstGeom>
        </p:spPr>
        <p:txBody>
          <a:bodyPr anchor="t" anchorCtr="0">
            <a:noAutofit/>
          </a:bodyPr>
          <a:lstStyle>
            <a:lvl1pPr marL="0" indent="0" algn="l">
              <a:buNone/>
              <a:defRPr sz="3200"/>
            </a:lvl1pPr>
          </a:lstStyle>
          <a:p>
            <a:r>
              <a:rPr lang="fr-FR"/>
              <a:t>Cliquer sur l'icône pour ajouter une image</a:t>
            </a:r>
            <a:endParaRPr lang="en-GB"/>
          </a:p>
        </p:txBody>
      </p:sp>
      <p:sp>
        <p:nvSpPr>
          <p:cNvPr id="7" name="Slide Number Placeholder 5">
            <a:extLst>
              <a:ext uri="{FF2B5EF4-FFF2-40B4-BE49-F238E27FC236}">
                <a16:creationId xmlns:a16="http://schemas.microsoft.com/office/drawing/2014/main" id="{515FDA85-64F9-BF40-A7DD-72C4DBB17A76}"/>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53254693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etite im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3A8E2A17-934C-7740-A581-F2AA6728D744}"/>
              </a:ext>
            </a:extLst>
          </p:cNvPr>
          <p:cNvSpPr>
            <a:spLocks noGrp="1"/>
          </p:cNvSpPr>
          <p:nvPr>
            <p:ph type="pic" sz="quarter" idx="14" hasCustomPrompt="1"/>
          </p:nvPr>
        </p:nvSpPr>
        <p:spPr>
          <a:xfrm>
            <a:off x="6132513" y="765176"/>
            <a:ext cx="5292725" cy="5327650"/>
          </a:xfrm>
          <a:prstGeom prst="rect">
            <a:avLst/>
          </a:prstGeom>
        </p:spPr>
        <p:txBody>
          <a:bodyPr lIns="0" tIns="0" rIns="0" bIns="0">
            <a:noAutofit/>
          </a:bodyPr>
          <a:lstStyle>
            <a:lvl1pPr marL="61913" indent="-61913">
              <a:spcBef>
                <a:spcPts val="500"/>
              </a:spcBef>
              <a:buNone/>
              <a:defRPr lang="en-GB" sz="32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5" name="Title Placeholder 1">
            <a:extLst>
              <a:ext uri="{FF2B5EF4-FFF2-40B4-BE49-F238E27FC236}">
                <a16:creationId xmlns:a16="http://schemas.microsoft.com/office/drawing/2014/main" id="{304507B7-5A7C-1142-B280-7D316907D035}"/>
              </a:ext>
            </a:extLst>
          </p:cNvPr>
          <p:cNvSpPr>
            <a:spLocks noGrp="1"/>
          </p:cNvSpPr>
          <p:nvPr>
            <p:ph type="title" hasCustomPrompt="1"/>
          </p:nvPr>
        </p:nvSpPr>
        <p:spPr>
          <a:xfrm>
            <a:off x="766763" y="684000"/>
            <a:ext cx="4608512" cy="626302"/>
          </a:xfrm>
          <a:prstGeom prst="rect">
            <a:avLst/>
          </a:prstGeom>
        </p:spPr>
        <p:txBody>
          <a:bodyPr vert="horz" lIns="0" tIns="0" rIns="0" bIns="0" rtlCol="0" anchor="t" anchorCtr="0">
            <a:noAutofit/>
          </a:bodyPr>
          <a:lstStyle>
            <a:lvl1pPr>
              <a:defRPr/>
            </a:lvl1pPr>
          </a:lstStyle>
          <a:p>
            <a:r>
              <a:rPr lang="en-US" noProof="0" err="1"/>
              <a:t>Titre</a:t>
            </a:r>
            <a:endParaRPr lang="en-US" noProof="0"/>
          </a:p>
        </p:txBody>
      </p:sp>
      <p:sp>
        <p:nvSpPr>
          <p:cNvPr id="6" name="Content Placeholder 20">
            <a:extLst>
              <a:ext uri="{FF2B5EF4-FFF2-40B4-BE49-F238E27FC236}">
                <a16:creationId xmlns:a16="http://schemas.microsoft.com/office/drawing/2014/main" id="{33476934-CF78-2D44-A533-364A3E20704C}"/>
              </a:ext>
            </a:extLst>
          </p:cNvPr>
          <p:cNvSpPr>
            <a:spLocks noGrp="1"/>
          </p:cNvSpPr>
          <p:nvPr>
            <p:ph sz="quarter" idx="17"/>
          </p:nvPr>
        </p:nvSpPr>
        <p:spPr>
          <a:xfrm>
            <a:off x="766763" y="1656522"/>
            <a:ext cx="4608512" cy="44363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44699261-482F-CC46-A8DC-45866B3268EC}"/>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808776835"/>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large droite + tex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7AC7F31-D848-7A42-9ED8-A1A89D3409FC}"/>
              </a:ext>
            </a:extLst>
          </p:cNvPr>
          <p:cNvSpPr>
            <a:spLocks noGrp="1"/>
          </p:cNvSpPr>
          <p:nvPr>
            <p:ph type="title" hasCustomPrompt="1"/>
          </p:nvPr>
        </p:nvSpPr>
        <p:spPr>
          <a:xfrm>
            <a:off x="777224" y="619403"/>
            <a:ext cx="4598051"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err="1"/>
              <a:t>Titre</a:t>
            </a:r>
            <a:endParaRPr lang="en-US" noProof="0"/>
          </a:p>
        </p:txBody>
      </p:sp>
      <p:sp>
        <p:nvSpPr>
          <p:cNvPr id="5" name="Content Placeholder 20">
            <a:extLst>
              <a:ext uri="{FF2B5EF4-FFF2-40B4-BE49-F238E27FC236}">
                <a16:creationId xmlns:a16="http://schemas.microsoft.com/office/drawing/2014/main" id="{B70092EE-877E-F647-8457-99B829A53438}"/>
              </a:ext>
            </a:extLst>
          </p:cNvPr>
          <p:cNvSpPr>
            <a:spLocks noGrp="1"/>
          </p:cNvSpPr>
          <p:nvPr>
            <p:ph sz="quarter" idx="17" hasCustomPrompt="1"/>
          </p:nvPr>
        </p:nvSpPr>
        <p:spPr>
          <a:xfrm>
            <a:off x="766764" y="3429000"/>
            <a:ext cx="4608512" cy="2663825"/>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GB" sz="2000" b="1"/>
              <a:t>Cliquer pour ajouter du texte</a:t>
            </a:r>
            <a:endParaRPr lang="en-US"/>
          </a:p>
        </p:txBody>
      </p:sp>
      <p:sp>
        <p:nvSpPr>
          <p:cNvPr id="6" name="Picture Placeholder 2">
            <a:extLst>
              <a:ext uri="{FF2B5EF4-FFF2-40B4-BE49-F238E27FC236}">
                <a16:creationId xmlns:a16="http://schemas.microsoft.com/office/drawing/2014/main" id="{84A30FA9-EFE0-BD49-888A-59263379F2F6}"/>
              </a:ext>
            </a:extLst>
          </p:cNvPr>
          <p:cNvSpPr>
            <a:spLocks noGrp="1"/>
          </p:cNvSpPr>
          <p:nvPr>
            <p:ph type="pic" sz="quarter" idx="18" hasCustomPrompt="1"/>
          </p:nvPr>
        </p:nvSpPr>
        <p:spPr>
          <a:xfrm>
            <a:off x="6132513" y="765174"/>
            <a:ext cx="5292726" cy="5327651"/>
          </a:xfrm>
          <a:prstGeom prst="rect">
            <a:avLst/>
          </a:prstGeom>
        </p:spPr>
        <p:txBody>
          <a:bodyPr anchor="t" anchorCtr="0">
            <a:noAutofit/>
          </a:bodyPr>
          <a:lstStyle>
            <a:lvl1pPr marL="0" indent="0" algn="l">
              <a:buNone/>
              <a:defRPr sz="3200"/>
            </a:lvl1pPr>
          </a:lstStyle>
          <a:p>
            <a:r>
              <a:rPr lang="fr-FR"/>
              <a:t>Cliquer sur l'icône pour ajouter une image</a:t>
            </a:r>
            <a:endParaRPr lang="en-GB"/>
          </a:p>
        </p:txBody>
      </p:sp>
      <p:sp>
        <p:nvSpPr>
          <p:cNvPr id="7" name="Slide Number Placeholder 5">
            <a:extLst>
              <a:ext uri="{FF2B5EF4-FFF2-40B4-BE49-F238E27FC236}">
                <a16:creationId xmlns:a16="http://schemas.microsoft.com/office/drawing/2014/main" id="{3FA5BEA3-FBAD-324A-A722-33A5B9C7B06C}"/>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54112317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large gauche + text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4E82D4CB-D75A-1A45-B05D-E33B4030488F}"/>
              </a:ext>
            </a:extLst>
          </p:cNvPr>
          <p:cNvSpPr>
            <a:spLocks noGrp="1"/>
          </p:cNvSpPr>
          <p:nvPr>
            <p:ph type="title" hasCustomPrompt="1"/>
          </p:nvPr>
        </p:nvSpPr>
        <p:spPr>
          <a:xfrm>
            <a:off x="6888163" y="614877"/>
            <a:ext cx="4537075" cy="2511382"/>
          </a:xfrm>
          <a:prstGeom prst="rect">
            <a:avLst/>
          </a:prstGeom>
        </p:spPr>
        <p:txBody>
          <a:bodyPr vert="horz" lIns="0" tIns="0" rIns="0" bIns="0" rtlCol="0" anchor="t" anchorCtr="0">
            <a:noAutofit/>
          </a:bodyPr>
          <a:lstStyle>
            <a:lvl1pPr>
              <a:defRPr sz="4800">
                <a:solidFill>
                  <a:schemeClr val="tx1"/>
                </a:solidFill>
              </a:defRPr>
            </a:lvl1pPr>
          </a:lstStyle>
          <a:p>
            <a:r>
              <a:rPr lang="en-US" noProof="0" err="1"/>
              <a:t>Titre</a:t>
            </a:r>
            <a:endParaRPr lang="en-US" noProof="0"/>
          </a:p>
        </p:txBody>
      </p:sp>
      <p:sp>
        <p:nvSpPr>
          <p:cNvPr id="5" name="Content Placeholder 20">
            <a:extLst>
              <a:ext uri="{FF2B5EF4-FFF2-40B4-BE49-F238E27FC236}">
                <a16:creationId xmlns:a16="http://schemas.microsoft.com/office/drawing/2014/main" id="{78BAFC30-690F-6A41-BE1B-8B7925B9B41A}"/>
              </a:ext>
            </a:extLst>
          </p:cNvPr>
          <p:cNvSpPr>
            <a:spLocks noGrp="1"/>
          </p:cNvSpPr>
          <p:nvPr>
            <p:ph sz="quarter" idx="17"/>
          </p:nvPr>
        </p:nvSpPr>
        <p:spPr>
          <a:xfrm>
            <a:off x="6888163" y="3392488"/>
            <a:ext cx="4537075" cy="2700337"/>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
            <a:extLst>
              <a:ext uri="{FF2B5EF4-FFF2-40B4-BE49-F238E27FC236}">
                <a16:creationId xmlns:a16="http://schemas.microsoft.com/office/drawing/2014/main" id="{A46A2561-43A0-D843-B868-9E14FD55F20B}"/>
              </a:ext>
            </a:extLst>
          </p:cNvPr>
          <p:cNvSpPr>
            <a:spLocks noGrp="1"/>
          </p:cNvSpPr>
          <p:nvPr>
            <p:ph type="pic" sz="quarter" idx="18" hasCustomPrompt="1"/>
          </p:nvPr>
        </p:nvSpPr>
        <p:spPr>
          <a:xfrm>
            <a:off x="766762" y="765174"/>
            <a:ext cx="5365751" cy="5327651"/>
          </a:xfrm>
          <a:prstGeom prst="rect">
            <a:avLst/>
          </a:prstGeom>
        </p:spPr>
        <p:txBody>
          <a:bodyPr anchor="t" anchorCtr="0">
            <a:noAutofit/>
          </a:bodyPr>
          <a:lstStyle>
            <a:lvl1pPr marL="0" indent="0" algn="l">
              <a:buNone/>
              <a:defRPr sz="3200"/>
            </a:lvl1pPr>
          </a:lstStyle>
          <a:p>
            <a:r>
              <a:rPr lang="fr-FR"/>
              <a:t>Cliquer sur l'icône pour ajouter une image</a:t>
            </a:r>
            <a:endParaRPr lang="en-GB"/>
          </a:p>
        </p:txBody>
      </p:sp>
      <p:sp>
        <p:nvSpPr>
          <p:cNvPr id="7" name="Slide Number Placeholder 5">
            <a:extLst>
              <a:ext uri="{FF2B5EF4-FFF2-40B4-BE49-F238E27FC236}">
                <a16:creationId xmlns:a16="http://schemas.microsoft.com/office/drawing/2014/main" id="{5D8B5A1A-FC46-2349-BBB1-B939578EEBC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614359446"/>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s multiples">
    <p:spTree>
      <p:nvGrpSpPr>
        <p:cNvPr id="1" name=""/>
        <p:cNvGrpSpPr/>
        <p:nvPr/>
      </p:nvGrpSpPr>
      <p:grpSpPr>
        <a:xfrm>
          <a:off x="0" y="0"/>
          <a:ext cx="0" cy="0"/>
          <a:chOff x="0" y="0"/>
          <a:chExt cx="0" cy="0"/>
        </a:xfrm>
      </p:grpSpPr>
      <p:sp>
        <p:nvSpPr>
          <p:cNvPr id="12" name="Picture Placeholder 20">
            <a:extLst>
              <a:ext uri="{FF2B5EF4-FFF2-40B4-BE49-F238E27FC236}">
                <a16:creationId xmlns:a16="http://schemas.microsoft.com/office/drawing/2014/main" id="{5170FB53-6BB4-B54A-8584-443D632100A5}"/>
              </a:ext>
            </a:extLst>
          </p:cNvPr>
          <p:cNvSpPr>
            <a:spLocks noGrp="1"/>
          </p:cNvSpPr>
          <p:nvPr>
            <p:ph type="pic" sz="quarter" idx="14" hasCustomPrompt="1"/>
          </p:nvPr>
        </p:nvSpPr>
        <p:spPr>
          <a:xfrm>
            <a:off x="766764" y="1568767"/>
            <a:ext cx="3060700" cy="2909559"/>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13" name="Picture Placeholder 20">
            <a:extLst>
              <a:ext uri="{FF2B5EF4-FFF2-40B4-BE49-F238E27FC236}">
                <a16:creationId xmlns:a16="http://schemas.microsoft.com/office/drawing/2014/main" id="{B1899592-EF28-9645-8C15-0EF1AC9F46A6}"/>
              </a:ext>
            </a:extLst>
          </p:cNvPr>
          <p:cNvSpPr>
            <a:spLocks noGrp="1"/>
          </p:cNvSpPr>
          <p:nvPr>
            <p:ph type="pic" sz="quarter" idx="15" hasCustomPrompt="1"/>
          </p:nvPr>
        </p:nvSpPr>
        <p:spPr>
          <a:xfrm>
            <a:off x="4583113" y="1568767"/>
            <a:ext cx="3025775" cy="2909559"/>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14" name="Picture Placeholder 20">
            <a:extLst>
              <a:ext uri="{FF2B5EF4-FFF2-40B4-BE49-F238E27FC236}">
                <a16:creationId xmlns:a16="http://schemas.microsoft.com/office/drawing/2014/main" id="{692D9CF3-0D5D-0141-8B99-94C866845EA2}"/>
              </a:ext>
            </a:extLst>
          </p:cNvPr>
          <p:cNvSpPr>
            <a:spLocks noGrp="1"/>
          </p:cNvSpPr>
          <p:nvPr>
            <p:ph type="pic" sz="quarter" idx="16" hasCustomPrompt="1"/>
          </p:nvPr>
        </p:nvSpPr>
        <p:spPr>
          <a:xfrm>
            <a:off x="8401050" y="1568767"/>
            <a:ext cx="3024188" cy="2909559"/>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15" name="Title Placeholder 1">
            <a:extLst>
              <a:ext uri="{FF2B5EF4-FFF2-40B4-BE49-F238E27FC236}">
                <a16:creationId xmlns:a16="http://schemas.microsoft.com/office/drawing/2014/main" id="{3770998F-754D-FA42-A923-970280E1AFB9}"/>
              </a:ext>
            </a:extLst>
          </p:cNvPr>
          <p:cNvSpPr>
            <a:spLocks noGrp="1"/>
          </p:cNvSpPr>
          <p:nvPr>
            <p:ph type="title" hasCustomPrompt="1"/>
          </p:nvPr>
        </p:nvSpPr>
        <p:spPr>
          <a:xfrm>
            <a:off x="766763" y="684470"/>
            <a:ext cx="10658475" cy="667067"/>
          </a:xfrm>
          <a:prstGeom prst="rect">
            <a:avLst/>
          </a:prstGeom>
        </p:spPr>
        <p:txBody>
          <a:bodyPr vert="horz" lIns="0" tIns="0" rIns="0" bIns="0" rtlCol="0" anchor="t" anchorCtr="0">
            <a:noAutofit/>
          </a:bodyPr>
          <a:lstStyle>
            <a:lvl1pPr>
              <a:defRPr/>
            </a:lvl1pPr>
          </a:lstStyle>
          <a:p>
            <a:r>
              <a:rPr lang="en-US" noProof="0" err="1"/>
              <a:t>Titre</a:t>
            </a:r>
            <a:endParaRPr lang="en-US" noProof="0"/>
          </a:p>
        </p:txBody>
      </p:sp>
      <p:sp>
        <p:nvSpPr>
          <p:cNvPr id="16" name="Content Placeholder 20">
            <a:extLst>
              <a:ext uri="{FF2B5EF4-FFF2-40B4-BE49-F238E27FC236}">
                <a16:creationId xmlns:a16="http://schemas.microsoft.com/office/drawing/2014/main" id="{BC03956D-46EB-3F49-A20A-7C378E0B76A2}"/>
              </a:ext>
            </a:extLst>
          </p:cNvPr>
          <p:cNvSpPr>
            <a:spLocks noGrp="1"/>
          </p:cNvSpPr>
          <p:nvPr>
            <p:ph sz="quarter" idx="17" hasCustomPrompt="1"/>
          </p:nvPr>
        </p:nvSpPr>
        <p:spPr>
          <a:xfrm>
            <a:off x="766764" y="4614043"/>
            <a:ext cx="3060700" cy="1478782"/>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17" name="Content Placeholder 20">
            <a:extLst>
              <a:ext uri="{FF2B5EF4-FFF2-40B4-BE49-F238E27FC236}">
                <a16:creationId xmlns:a16="http://schemas.microsoft.com/office/drawing/2014/main" id="{7A005D06-9E5F-7443-9230-0698D255E511}"/>
              </a:ext>
            </a:extLst>
          </p:cNvPr>
          <p:cNvSpPr>
            <a:spLocks noGrp="1"/>
          </p:cNvSpPr>
          <p:nvPr>
            <p:ph sz="quarter" idx="22" hasCustomPrompt="1"/>
          </p:nvPr>
        </p:nvSpPr>
        <p:spPr>
          <a:xfrm>
            <a:off x="4583113" y="4614042"/>
            <a:ext cx="3025775" cy="1478783"/>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18" name="Content Placeholder 20">
            <a:extLst>
              <a:ext uri="{FF2B5EF4-FFF2-40B4-BE49-F238E27FC236}">
                <a16:creationId xmlns:a16="http://schemas.microsoft.com/office/drawing/2014/main" id="{01123FBB-4A46-6B4A-BA45-B31DC6905E51}"/>
              </a:ext>
            </a:extLst>
          </p:cNvPr>
          <p:cNvSpPr>
            <a:spLocks noGrp="1"/>
          </p:cNvSpPr>
          <p:nvPr>
            <p:ph sz="quarter" idx="23" hasCustomPrompt="1"/>
          </p:nvPr>
        </p:nvSpPr>
        <p:spPr>
          <a:xfrm>
            <a:off x="8401051" y="4614042"/>
            <a:ext cx="3024188" cy="1478783"/>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19" name="Slide Number Placeholder 5">
            <a:extLst>
              <a:ext uri="{FF2B5EF4-FFF2-40B4-BE49-F238E27FC236}">
                <a16:creationId xmlns:a16="http://schemas.microsoft.com/office/drawing/2014/main" id="{19E90BF8-A5EC-F044-B182-531F647CE68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07014230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u avec deux photos">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7A19DCD6-2165-FF4F-8E06-154879697ACB}"/>
              </a:ext>
            </a:extLst>
          </p:cNvPr>
          <p:cNvSpPr>
            <a:spLocks noGrp="1"/>
          </p:cNvSpPr>
          <p:nvPr>
            <p:ph type="title" hasCustomPrompt="1"/>
          </p:nvPr>
        </p:nvSpPr>
        <p:spPr>
          <a:xfrm>
            <a:off x="766763" y="684470"/>
            <a:ext cx="10658475" cy="667067"/>
          </a:xfrm>
          <a:prstGeom prst="rect">
            <a:avLst/>
          </a:prstGeom>
        </p:spPr>
        <p:txBody>
          <a:bodyPr vert="horz" lIns="0" tIns="0" rIns="0" bIns="0" rtlCol="0" anchor="t" anchorCtr="0">
            <a:noAutofit/>
          </a:bodyPr>
          <a:lstStyle>
            <a:lvl1pPr>
              <a:defRPr/>
            </a:lvl1pPr>
          </a:lstStyle>
          <a:p>
            <a:r>
              <a:rPr lang="en-US" noProof="0"/>
              <a:t>Image à deux contenus</a:t>
            </a:r>
          </a:p>
        </p:txBody>
      </p:sp>
      <p:sp>
        <p:nvSpPr>
          <p:cNvPr id="5" name="Content Placeholder 20">
            <a:extLst>
              <a:ext uri="{FF2B5EF4-FFF2-40B4-BE49-F238E27FC236}">
                <a16:creationId xmlns:a16="http://schemas.microsoft.com/office/drawing/2014/main" id="{04642528-8FF6-2D41-9E96-06B28BC27D1F}"/>
              </a:ext>
            </a:extLst>
          </p:cNvPr>
          <p:cNvSpPr>
            <a:spLocks noGrp="1"/>
          </p:cNvSpPr>
          <p:nvPr>
            <p:ph sz="quarter" idx="17"/>
          </p:nvPr>
        </p:nvSpPr>
        <p:spPr>
          <a:xfrm>
            <a:off x="766764" y="2613302"/>
            <a:ext cx="4902516" cy="347952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0">
            <a:extLst>
              <a:ext uri="{FF2B5EF4-FFF2-40B4-BE49-F238E27FC236}">
                <a16:creationId xmlns:a16="http://schemas.microsoft.com/office/drawing/2014/main" id="{1F8D1EDC-16DC-1E49-9140-329AB89F3C31}"/>
              </a:ext>
            </a:extLst>
          </p:cNvPr>
          <p:cNvSpPr>
            <a:spLocks noGrp="1"/>
          </p:cNvSpPr>
          <p:nvPr>
            <p:ph sz="quarter" idx="23"/>
          </p:nvPr>
        </p:nvSpPr>
        <p:spPr>
          <a:xfrm>
            <a:off x="6583680" y="2613302"/>
            <a:ext cx="4841558" cy="3479524"/>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0">
            <a:extLst>
              <a:ext uri="{FF2B5EF4-FFF2-40B4-BE49-F238E27FC236}">
                <a16:creationId xmlns:a16="http://schemas.microsoft.com/office/drawing/2014/main" id="{F042210E-DA66-4F45-8CAD-D964E0E37981}"/>
              </a:ext>
            </a:extLst>
          </p:cNvPr>
          <p:cNvSpPr>
            <a:spLocks noGrp="1"/>
          </p:cNvSpPr>
          <p:nvPr>
            <p:ph sz="quarter" idx="24"/>
          </p:nvPr>
        </p:nvSpPr>
        <p:spPr>
          <a:xfrm>
            <a:off x="766763" y="1557338"/>
            <a:ext cx="10658475" cy="838200"/>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Pct val="110000"/>
              <a:buFont typeface="Arial"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p:txBody>
      </p:sp>
      <p:sp>
        <p:nvSpPr>
          <p:cNvPr id="8" name="Slide Number Placeholder 5">
            <a:extLst>
              <a:ext uri="{FF2B5EF4-FFF2-40B4-BE49-F238E27FC236}">
                <a16:creationId xmlns:a16="http://schemas.microsoft.com/office/drawing/2014/main" id="{5173D1E9-C3A6-5C42-AC76-11711669ACC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138227239"/>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nde im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420CEB52-B65A-D743-A3ED-12AE04915047}"/>
              </a:ext>
            </a:extLst>
          </p:cNvPr>
          <p:cNvSpPr>
            <a:spLocks noGrp="1"/>
          </p:cNvSpPr>
          <p:nvPr>
            <p:ph type="pic" sz="quarter" idx="14" hasCustomPrompt="1"/>
          </p:nvPr>
        </p:nvSpPr>
        <p:spPr>
          <a:xfrm>
            <a:off x="766762" y="1543050"/>
            <a:ext cx="10658476" cy="3517594"/>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5" name="Title Placeholder 1">
            <a:extLst>
              <a:ext uri="{FF2B5EF4-FFF2-40B4-BE49-F238E27FC236}">
                <a16:creationId xmlns:a16="http://schemas.microsoft.com/office/drawing/2014/main" id="{023D73AD-1DE7-2743-9226-A7A91D16B7A4}"/>
              </a:ext>
            </a:extLst>
          </p:cNvPr>
          <p:cNvSpPr>
            <a:spLocks noGrp="1"/>
          </p:cNvSpPr>
          <p:nvPr>
            <p:ph type="title" hasCustomPrompt="1"/>
          </p:nvPr>
        </p:nvSpPr>
        <p:spPr>
          <a:xfrm>
            <a:off x="766763" y="684000"/>
            <a:ext cx="10658475" cy="589597"/>
          </a:xfrm>
          <a:prstGeom prst="rect">
            <a:avLst/>
          </a:prstGeom>
        </p:spPr>
        <p:txBody>
          <a:bodyPr vert="horz" lIns="0" tIns="0" rIns="0" bIns="0" rtlCol="0" anchor="t" anchorCtr="0">
            <a:noAutofit/>
          </a:bodyPr>
          <a:lstStyle>
            <a:lvl1pPr>
              <a:defRPr/>
            </a:lvl1pPr>
          </a:lstStyle>
          <a:p>
            <a:r>
              <a:rPr lang="en-US" noProof="0"/>
              <a:t>Grande image</a:t>
            </a:r>
          </a:p>
        </p:txBody>
      </p:sp>
      <p:sp>
        <p:nvSpPr>
          <p:cNvPr id="6" name="Content Placeholder 20">
            <a:extLst>
              <a:ext uri="{FF2B5EF4-FFF2-40B4-BE49-F238E27FC236}">
                <a16:creationId xmlns:a16="http://schemas.microsoft.com/office/drawing/2014/main" id="{483732CE-175A-AE46-915A-9D42DBB49026}"/>
              </a:ext>
            </a:extLst>
          </p:cNvPr>
          <p:cNvSpPr>
            <a:spLocks noGrp="1"/>
          </p:cNvSpPr>
          <p:nvPr>
            <p:ph sz="quarter" idx="17" hasCustomPrompt="1"/>
          </p:nvPr>
        </p:nvSpPr>
        <p:spPr>
          <a:xfrm>
            <a:off x="766763" y="5349240"/>
            <a:ext cx="10658475" cy="743585"/>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Arial" pitchFamily="34" charset="0"/>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err="1"/>
              <a:t>Texte</a:t>
            </a:r>
            <a:endParaRPr lang="en-US"/>
          </a:p>
        </p:txBody>
      </p:sp>
      <p:sp>
        <p:nvSpPr>
          <p:cNvPr id="7" name="Slide Number Placeholder 5">
            <a:extLst>
              <a:ext uri="{FF2B5EF4-FFF2-40B4-BE49-F238E27FC236}">
                <a16:creationId xmlns:a16="http://schemas.microsoft.com/office/drawing/2014/main" id="{470662E6-3FE4-A34A-B7BF-633F17691C65}"/>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8" name="TextBox 7">
            <a:extLst>
              <a:ext uri="{FF2B5EF4-FFF2-40B4-BE49-F238E27FC236}">
                <a16:creationId xmlns:a16="http://schemas.microsoft.com/office/drawing/2014/main" id="{E61AAB56-5C60-234D-ACF5-C538156D1F50}"/>
              </a:ext>
            </a:extLst>
          </p:cNvPr>
          <p:cNvSpPr txBox="1"/>
          <p:nvPr userDrawn="1"/>
        </p:nvSpPr>
        <p:spPr>
          <a:xfrm flipH="1">
            <a:off x="2480310" y="948690"/>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532533272"/>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 avec légende">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950F591-6698-174F-81A5-43CD769B1073}"/>
              </a:ext>
            </a:extLst>
          </p:cNvPr>
          <p:cNvSpPr>
            <a:spLocks noGrp="1"/>
          </p:cNvSpPr>
          <p:nvPr>
            <p:ph idx="1" hasCustomPrompt="1"/>
          </p:nvPr>
        </p:nvSpPr>
        <p:spPr>
          <a:xfrm>
            <a:off x="766763" y="1557338"/>
            <a:ext cx="10658475" cy="347341"/>
          </a:xfrm>
          <a:prstGeom prst="rect">
            <a:avLst/>
          </a:prstGeom>
        </p:spPr>
        <p:txBody>
          <a:bodyPr lIns="0" tIns="0" rIns="0" bIns="0">
            <a:noAutofit/>
          </a:bodyPr>
          <a:lstStyle>
            <a:lvl1pPr marL="0" indent="0">
              <a:spcBef>
                <a:spcPts val="600"/>
              </a:spcBef>
              <a:buSzPct val="120000"/>
              <a:buFont typeface="Arial" pitchFamily="34" charset="0"/>
              <a:buNone/>
              <a:defRPr sz="1600" baseline="0">
                <a:solidFill>
                  <a:schemeClr val="tx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sp>
        <p:nvSpPr>
          <p:cNvPr id="5" name="Picture Placeholder 20">
            <a:extLst>
              <a:ext uri="{FF2B5EF4-FFF2-40B4-BE49-F238E27FC236}">
                <a16:creationId xmlns:a16="http://schemas.microsoft.com/office/drawing/2014/main" id="{98B63CA1-A686-354F-9B7A-AF51E599D9B3}"/>
              </a:ext>
            </a:extLst>
          </p:cNvPr>
          <p:cNvSpPr>
            <a:spLocks noGrp="1"/>
          </p:cNvSpPr>
          <p:nvPr>
            <p:ph type="pic" sz="quarter" idx="14" hasCustomPrompt="1"/>
          </p:nvPr>
        </p:nvSpPr>
        <p:spPr>
          <a:xfrm>
            <a:off x="766763" y="2052242"/>
            <a:ext cx="10658476" cy="4040584"/>
          </a:xfrm>
          <a:prstGeom prst="rect">
            <a:avLst/>
          </a:prstGeom>
        </p:spPr>
        <p:txBody>
          <a:bodyPr lIns="0" tIns="0" rIns="0" bIns="0">
            <a:noAutofit/>
          </a:bodyPr>
          <a:lstStyle>
            <a:lvl1pPr>
              <a:buNone/>
              <a:defRPr lang="en-GB" sz="18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6" name="Title Placeholder 1">
            <a:extLst>
              <a:ext uri="{FF2B5EF4-FFF2-40B4-BE49-F238E27FC236}">
                <a16:creationId xmlns:a16="http://schemas.microsoft.com/office/drawing/2014/main" id="{D4E11DA7-0585-0C47-A225-82B868CFC1C1}"/>
              </a:ext>
            </a:extLst>
          </p:cNvPr>
          <p:cNvSpPr>
            <a:spLocks noGrp="1"/>
          </p:cNvSpPr>
          <p:nvPr>
            <p:ph type="title" hasCustomPrompt="1"/>
          </p:nvPr>
        </p:nvSpPr>
        <p:spPr>
          <a:xfrm>
            <a:off x="766763" y="684000"/>
            <a:ext cx="10658475" cy="667068"/>
          </a:xfrm>
          <a:prstGeom prst="rect">
            <a:avLst/>
          </a:prstGeom>
        </p:spPr>
        <p:txBody>
          <a:bodyPr vert="horz" lIns="0" tIns="0" rIns="0" bIns="0" rtlCol="0" anchor="t" anchorCtr="0">
            <a:noAutofit/>
          </a:bodyPr>
          <a:lstStyle>
            <a:lvl1pPr>
              <a:defRPr/>
            </a:lvl1pPr>
          </a:lstStyle>
          <a:p>
            <a:r>
              <a:rPr lang="en-US" noProof="0"/>
              <a:t>Image avec légende</a:t>
            </a:r>
          </a:p>
        </p:txBody>
      </p:sp>
      <p:sp>
        <p:nvSpPr>
          <p:cNvPr id="7" name="Slide Number Placeholder 5">
            <a:extLst>
              <a:ext uri="{FF2B5EF4-FFF2-40B4-BE49-F238E27FC236}">
                <a16:creationId xmlns:a16="http://schemas.microsoft.com/office/drawing/2014/main" id="{00831232-776B-724A-A622-0B2D2052FA7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3039610665"/>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Élément graphique avec texte">
    <p:spTree>
      <p:nvGrpSpPr>
        <p:cNvPr id="1" name=""/>
        <p:cNvGrpSpPr/>
        <p:nvPr/>
      </p:nvGrpSpPr>
      <p:grpSpPr>
        <a:xfrm>
          <a:off x="0" y="0"/>
          <a:ext cx="0" cy="0"/>
          <a:chOff x="0" y="0"/>
          <a:chExt cx="0" cy="0"/>
        </a:xfrm>
      </p:grpSpPr>
      <p:sp>
        <p:nvSpPr>
          <p:cNvPr id="11" name="Espace réservé pour une image  17">
            <a:extLst>
              <a:ext uri="{FF2B5EF4-FFF2-40B4-BE49-F238E27FC236}">
                <a16:creationId xmlns:a16="http://schemas.microsoft.com/office/drawing/2014/main" id="{158CC81F-693C-7745-ACBD-E267DB1433AB}"/>
              </a:ext>
            </a:extLst>
          </p:cNvPr>
          <p:cNvSpPr>
            <a:spLocks noGrp="1" noChangeAspect="1"/>
          </p:cNvSpPr>
          <p:nvPr>
            <p:ph type="pic" sz="quarter" idx="11" hasCustomPrompt="1"/>
          </p:nvPr>
        </p:nvSpPr>
        <p:spPr>
          <a:xfrm>
            <a:off x="785728" y="765526"/>
            <a:ext cx="5327298" cy="5327299"/>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p:spPr>
        <p:txBody>
          <a:bodyPr wrap="square">
            <a:noAutofit/>
          </a:bodyPr>
          <a:lstStyle>
            <a:lvl1pPr marL="0" indent="0">
              <a:buNone/>
              <a:defRPr/>
            </a:lvl1pPr>
          </a:lstStyle>
          <a:p>
            <a:r>
              <a:rPr lang="fr-CA" sz="3200">
                <a:cs typeface="Arial" pitchFamily="34" charset="0"/>
              </a:rPr>
              <a:t>Cliquer sur l’icône « Images » pour y intégrer une nouvelle image hébergée sur votre ordinateur.</a:t>
            </a:r>
            <a:endParaRPr lang="fr-FR"/>
          </a:p>
        </p:txBody>
      </p:sp>
      <p:sp>
        <p:nvSpPr>
          <p:cNvPr id="15" name="Title Placeholder 1">
            <a:extLst>
              <a:ext uri="{FF2B5EF4-FFF2-40B4-BE49-F238E27FC236}">
                <a16:creationId xmlns:a16="http://schemas.microsoft.com/office/drawing/2014/main" id="{F7349B97-C28F-3B44-B284-12F2C2ABD73C}"/>
              </a:ext>
            </a:extLst>
          </p:cNvPr>
          <p:cNvSpPr>
            <a:spLocks noGrp="1"/>
          </p:cNvSpPr>
          <p:nvPr>
            <p:ph type="title" hasCustomPrompt="1"/>
          </p:nvPr>
        </p:nvSpPr>
        <p:spPr>
          <a:xfrm>
            <a:off x="6888163" y="684000"/>
            <a:ext cx="4537075" cy="611189"/>
          </a:xfrm>
          <a:prstGeom prst="rect">
            <a:avLst/>
          </a:prstGeom>
        </p:spPr>
        <p:txBody>
          <a:bodyPr vert="horz" lIns="0" tIns="0" rIns="0" bIns="0" rtlCol="0" anchor="t" anchorCtr="0">
            <a:noAutofit/>
          </a:bodyPr>
          <a:lstStyle>
            <a:lvl1pPr>
              <a:defRPr/>
            </a:lvl1pPr>
          </a:lstStyle>
          <a:p>
            <a:r>
              <a:rPr lang="en-CA" noProof="0"/>
              <a:t>Titre</a:t>
            </a:r>
          </a:p>
        </p:txBody>
      </p:sp>
      <p:sp>
        <p:nvSpPr>
          <p:cNvPr id="8" name="Slide Number Placeholder 5">
            <a:extLst>
              <a:ext uri="{FF2B5EF4-FFF2-40B4-BE49-F238E27FC236}">
                <a16:creationId xmlns:a16="http://schemas.microsoft.com/office/drawing/2014/main" id="{6EAD3CFF-35F0-EE42-99CF-7B91F8844AF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9"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6888163" y="1684422"/>
            <a:ext cx="4537075" cy="4408404"/>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8051614"/>
      </p:ext>
    </p:extLst>
  </p:cSld>
  <p:clrMapOvr>
    <a:masterClrMapping/>
  </p:clrMapOvr>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9AF54B69-F2F9-F04B-B242-EB97229446DE}"/>
              </a:ext>
            </a:extLst>
          </p:cNvPr>
          <p:cNvSpPr>
            <a:spLocks noGrp="1"/>
          </p:cNvSpPr>
          <p:nvPr>
            <p:ph type="title" hasCustomPrompt="1"/>
          </p:nvPr>
        </p:nvSpPr>
        <p:spPr>
          <a:xfrm>
            <a:off x="766763" y="684000"/>
            <a:ext cx="10658475" cy="541112"/>
          </a:xfrm>
          <a:prstGeom prst="rect">
            <a:avLst/>
          </a:prstGeom>
        </p:spPr>
        <p:txBody>
          <a:bodyPr vert="horz" lIns="0" tIns="0" rIns="0" bIns="0" rtlCol="0" anchor="t" anchorCtr="0">
            <a:noAutofit/>
          </a:bodyPr>
          <a:lstStyle>
            <a:lvl1pPr>
              <a:defRPr baseline="0">
                <a:solidFill>
                  <a:schemeClr val="tx1"/>
                </a:solidFill>
              </a:defRPr>
            </a:lvl1pPr>
          </a:lstStyle>
          <a:p>
            <a:r>
              <a:rPr lang="en-CA" err="1"/>
              <a:t>Diapositive de texte standard</a:t>
            </a:r>
            <a:endParaRPr lang="en-US" noProof="0"/>
          </a:p>
        </p:txBody>
      </p:sp>
      <p:sp>
        <p:nvSpPr>
          <p:cNvPr id="5" name="Content Placeholder 20">
            <a:extLst>
              <a:ext uri="{FF2B5EF4-FFF2-40B4-BE49-F238E27FC236}">
                <a16:creationId xmlns:a16="http://schemas.microsoft.com/office/drawing/2014/main" id="{6A54173B-8497-A140-8F24-1AF3E1B758D8}"/>
              </a:ext>
            </a:extLst>
          </p:cNvPr>
          <p:cNvSpPr>
            <a:spLocks noGrp="1"/>
          </p:cNvSpPr>
          <p:nvPr>
            <p:ph sz="quarter" idx="17"/>
          </p:nvPr>
        </p:nvSpPr>
        <p:spPr>
          <a:xfrm>
            <a:off x="766763" y="1557338"/>
            <a:ext cx="10658475" cy="4535487"/>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E89F11F-EB91-974A-B104-3B694D3EABA2}"/>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3326003772"/>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atre colonnes">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69832"/>
            <a:ext cx="2305050" cy="828811"/>
          </a:xfrm>
          <a:prstGeom prst="rect">
            <a:avLst/>
          </a:prstGeom>
        </p:spPr>
        <p:txBody>
          <a:bodyPr lIns="0" tIns="0" rIns="0" bIns="0">
            <a:noAutofit/>
          </a:bodyPr>
          <a:lstStyle>
            <a:lvl1pPr marL="0" indent="0">
              <a:buNone/>
              <a:defRPr sz="2400"/>
            </a:lvl1pPr>
          </a:lstStyle>
          <a:p>
            <a:pPr lvl="0"/>
            <a:r>
              <a:rPr lang="en-CA"/>
              <a:t>Titre</a:t>
            </a:r>
          </a:p>
        </p:txBody>
      </p:sp>
      <p:sp>
        <p:nvSpPr>
          <p:cNvPr id="25" name="Espace réservé du texte 4">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3569597" y="1569832"/>
            <a:ext cx="2305050" cy="828811"/>
          </a:xfrm>
          <a:prstGeom prst="rect">
            <a:avLst/>
          </a:prstGeom>
        </p:spPr>
        <p:txBody>
          <a:bodyPr lIns="0" tIns="0" rIns="0" bIns="0">
            <a:noAutofit/>
          </a:bodyPr>
          <a:lstStyle>
            <a:lvl1pPr marL="0" indent="0">
              <a:buNone/>
              <a:defRPr sz="2400"/>
            </a:lvl1pPr>
          </a:lstStyle>
          <a:p>
            <a:pPr lvl="0"/>
            <a:r>
              <a:rPr lang="en-CA"/>
              <a:t>Titre</a:t>
            </a:r>
          </a:p>
        </p:txBody>
      </p:sp>
      <p:sp>
        <p:nvSpPr>
          <p:cNvPr id="26" name="Espace réservé du texte 4">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6544296" y="1569832"/>
            <a:ext cx="2305050" cy="828811"/>
          </a:xfrm>
          <a:prstGeom prst="rect">
            <a:avLst/>
          </a:prstGeom>
        </p:spPr>
        <p:txBody>
          <a:bodyPr lIns="0" tIns="0" rIns="0" bIns="0">
            <a:noAutofit/>
          </a:bodyPr>
          <a:lstStyle>
            <a:lvl1pPr marL="0" indent="0">
              <a:buNone/>
              <a:defRPr sz="2400"/>
            </a:lvl1pPr>
          </a:lstStyle>
          <a:p>
            <a:pPr lvl="0"/>
            <a:r>
              <a:rPr lang="en-CA"/>
              <a:t>Titre</a:t>
            </a:r>
          </a:p>
        </p:txBody>
      </p:sp>
      <p:sp>
        <p:nvSpPr>
          <p:cNvPr id="27" name="Espace réservé du text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347546" y="1569832"/>
            <a:ext cx="2077692" cy="828811"/>
          </a:xfrm>
          <a:prstGeom prst="rect">
            <a:avLst/>
          </a:prstGeom>
        </p:spPr>
        <p:txBody>
          <a:bodyPr lIns="0" tIns="0" rIns="0" bIns="0">
            <a:noAutofit/>
          </a:bodyPr>
          <a:lstStyle>
            <a:lvl1pPr marL="0" indent="0">
              <a:buNone/>
              <a:defRPr sz="2400"/>
            </a:lvl1pPr>
          </a:lstStyle>
          <a:p>
            <a:pPr lvl="0"/>
            <a:r>
              <a:rPr lang="en-CA"/>
              <a:t>Titre</a:t>
            </a:r>
          </a:p>
        </p:txBody>
      </p:sp>
      <p:sp>
        <p:nvSpPr>
          <p:cNvPr id="3" name="Espace réservé du texte 2">
            <a:extLst>
              <a:ext uri="{FF2B5EF4-FFF2-40B4-BE49-F238E27FC236}">
                <a16:creationId xmlns:a16="http://schemas.microsoft.com/office/drawing/2014/main" id="{A0CCD124-1965-4543-8B41-42A23BF10BF9}"/>
              </a:ext>
            </a:extLst>
          </p:cNvPr>
          <p:cNvSpPr>
            <a:spLocks noGrp="1"/>
          </p:cNvSpPr>
          <p:nvPr>
            <p:ph type="body" sz="quarter" idx="14" hasCustomPrompt="1"/>
          </p:nvPr>
        </p:nvSpPr>
        <p:spPr>
          <a:xfrm>
            <a:off x="766763"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1" name="Espace réservé du texte 2">
            <a:extLst>
              <a:ext uri="{FF2B5EF4-FFF2-40B4-BE49-F238E27FC236}">
                <a16:creationId xmlns:a16="http://schemas.microsoft.com/office/drawing/2014/main" id="{9BCD5E3F-8CA5-684B-B78F-B74898839C64}"/>
              </a:ext>
            </a:extLst>
          </p:cNvPr>
          <p:cNvSpPr>
            <a:spLocks noGrp="1"/>
          </p:cNvSpPr>
          <p:nvPr>
            <p:ph type="body" sz="quarter" idx="15" hasCustomPrompt="1"/>
          </p:nvPr>
        </p:nvSpPr>
        <p:spPr>
          <a:xfrm>
            <a:off x="3569999"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2" name="Espace réservé du texte 2">
            <a:extLst>
              <a:ext uri="{FF2B5EF4-FFF2-40B4-BE49-F238E27FC236}">
                <a16:creationId xmlns:a16="http://schemas.microsoft.com/office/drawing/2014/main" id="{009B656D-E506-E94F-ADB1-62D30E9CBF0C}"/>
              </a:ext>
            </a:extLst>
          </p:cNvPr>
          <p:cNvSpPr>
            <a:spLocks noGrp="1"/>
          </p:cNvSpPr>
          <p:nvPr>
            <p:ph type="body" sz="quarter" idx="16" hasCustomPrompt="1"/>
          </p:nvPr>
        </p:nvSpPr>
        <p:spPr>
          <a:xfrm>
            <a:off x="6537468" y="2597426"/>
            <a:ext cx="2305050"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3" name="Espace réservé du texte 2">
            <a:extLst>
              <a:ext uri="{FF2B5EF4-FFF2-40B4-BE49-F238E27FC236}">
                <a16:creationId xmlns:a16="http://schemas.microsoft.com/office/drawing/2014/main" id="{218B53AF-E978-6444-B00D-EA1BCE273AE0}"/>
              </a:ext>
            </a:extLst>
          </p:cNvPr>
          <p:cNvSpPr>
            <a:spLocks noGrp="1"/>
          </p:cNvSpPr>
          <p:nvPr>
            <p:ph type="body" sz="quarter" idx="17" hasCustomPrompt="1"/>
          </p:nvPr>
        </p:nvSpPr>
        <p:spPr>
          <a:xfrm>
            <a:off x="9342727" y="2597426"/>
            <a:ext cx="2082511" cy="3495399"/>
          </a:xfrm>
          <a:prstGeom prst="rect">
            <a:avLst/>
          </a:prstGeom>
        </p:spPr>
        <p:txBody>
          <a:bodyPr lIns="0" tIns="0" rIns="0" bIns="0">
            <a:noAutofit/>
          </a:bodyPr>
          <a:lstStyle>
            <a:lvl1pPr marL="285750" marR="0" indent="-285750" algn="l" defTabSz="914400" rtl="0" eaLnBrk="1" fontAlgn="auto" latinLnBrk="0" hangingPunct="1">
              <a:lnSpc>
                <a:spcPct val="150000"/>
              </a:lnSpc>
              <a:spcBef>
                <a:spcPct val="20000"/>
              </a:spcBef>
              <a:spcAft>
                <a:spcPct val="0"/>
              </a:spcAft>
              <a:buClrTx/>
              <a:buSzTx/>
              <a:buFont typeface="Arial" pitchFamily="34" charset="0"/>
              <a:buChar char="•"/>
              <a:defRPr sz="1600"/>
            </a:lvl1pPr>
          </a:lstStyle>
          <a:p>
            <a:pPr lvl="0"/>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marL="285750" marR="0" lvl="0" indent="-285750" algn="l" defTabSz="914400" rtl="0" eaLnBrk="1" fontAlgn="auto" latinLnBrk="0" hangingPunct="1">
              <a:lnSpc>
                <a:spcPct val="100000"/>
              </a:lnSpc>
              <a:spcBef>
                <a:spcPct val="20000"/>
              </a:spcBef>
              <a:spcAft>
                <a:spcPct val="0"/>
              </a:spcAft>
              <a:buClrTx/>
              <a:buSzTx/>
              <a:buFont typeface="Arial" pitchFamily="34" charset="0"/>
              <a:buChar char="•"/>
              <a:defRPr/>
            </a:pPr>
            <a:r>
              <a:rPr lang="en-CA"/>
              <a:t>Lorem ipsum</a:t>
            </a:r>
          </a:p>
          <a:p>
            <a:pPr lvl="0"/>
            <a:endParaRPr lang="en-CA"/>
          </a:p>
        </p:txBody>
      </p:sp>
      <p:sp>
        <p:nvSpPr>
          <p:cNvPr id="15" name="Titre 1">
            <a:extLst>
              <a:ext uri="{FF2B5EF4-FFF2-40B4-BE49-F238E27FC236}">
                <a16:creationId xmlns:a16="http://schemas.microsoft.com/office/drawing/2014/main" id="{423D2075-57BE-0849-A5A7-B72DC6693C16}"/>
              </a:ext>
            </a:extLst>
          </p:cNvPr>
          <p:cNvSpPr>
            <a:spLocks noGrp="1"/>
          </p:cNvSpPr>
          <p:nvPr>
            <p:ph type="title" hasCustomPrompt="1"/>
          </p:nvPr>
        </p:nvSpPr>
        <p:spPr>
          <a:xfrm>
            <a:off x="765737" y="684000"/>
            <a:ext cx="10676438" cy="531097"/>
          </a:xfrm>
        </p:spPr>
        <p:txBody>
          <a:bodyPr>
            <a:noAutofit/>
          </a:bodyPr>
          <a:lstStyle>
            <a:lvl1pPr>
              <a:defRPr sz="2800" baseline="0">
                <a:solidFill>
                  <a:schemeClr val="tx1"/>
                </a:solidFill>
              </a:defRPr>
            </a:lvl1pPr>
          </a:lstStyle>
          <a:p>
            <a:r>
              <a:rPr lang="en-CA" err="1"/>
              <a:t>Quatre colonnes</a:t>
            </a:r>
            <a:endParaRPr lang="en-CA"/>
          </a:p>
        </p:txBody>
      </p:sp>
      <p:sp>
        <p:nvSpPr>
          <p:cNvPr id="16" name="Slide Number Placeholder 5">
            <a:extLst>
              <a:ext uri="{FF2B5EF4-FFF2-40B4-BE49-F238E27FC236}">
                <a16:creationId xmlns:a16="http://schemas.microsoft.com/office/drawing/2014/main" id="{40F3EE84-E142-6541-8D93-B9456A6B3340}"/>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21435842"/>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re et contenu – diapo avec contenu de premier niveau">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D2EE9D2-4EE1-E84A-8F59-9549A5FAD563}"/>
              </a:ext>
            </a:extLst>
          </p:cNvPr>
          <p:cNvSpPr>
            <a:spLocks noGrp="1"/>
          </p:cNvSpPr>
          <p:nvPr>
            <p:ph type="title" hasCustomPrompt="1"/>
          </p:nvPr>
        </p:nvSpPr>
        <p:spPr>
          <a:xfrm>
            <a:off x="766800" y="684000"/>
            <a:ext cx="10647638" cy="560042"/>
          </a:xfrm>
          <a:prstGeom prst="rect">
            <a:avLst/>
          </a:prstGeom>
        </p:spPr>
        <p:txBody>
          <a:bodyPr vert="horz" lIns="0" tIns="0" rIns="0" bIns="0" rtlCol="0" anchor="t" anchorCtr="0">
            <a:noAutofit/>
          </a:bodyPr>
          <a:lstStyle>
            <a:lvl1pPr>
              <a:defRPr baseline="0"/>
            </a:lvl1pPr>
          </a:lstStyle>
          <a:p>
            <a:r>
              <a:rPr lang="en-US" noProof="0" err="1"/>
              <a:t>Titre et contenu – Diapositive à contenu général</a:t>
            </a:r>
            <a:endParaRPr lang="en-US" noProof="0"/>
          </a:p>
        </p:txBody>
      </p:sp>
      <p:sp>
        <p:nvSpPr>
          <p:cNvPr id="5" name="Content Placeholder 20">
            <a:extLst>
              <a:ext uri="{FF2B5EF4-FFF2-40B4-BE49-F238E27FC236}">
                <a16:creationId xmlns:a16="http://schemas.microsoft.com/office/drawing/2014/main" id="{5F3BF5DA-644D-6C41-A47D-B83355A9712E}"/>
              </a:ext>
            </a:extLst>
          </p:cNvPr>
          <p:cNvSpPr>
            <a:spLocks noGrp="1"/>
          </p:cNvSpPr>
          <p:nvPr>
            <p:ph sz="quarter" idx="17"/>
          </p:nvPr>
        </p:nvSpPr>
        <p:spPr>
          <a:xfrm>
            <a:off x="766763" y="1557338"/>
            <a:ext cx="10658475" cy="4535487"/>
          </a:xfrm>
          <a:prstGeom prst="rect">
            <a:avLst/>
          </a:prstGeom>
        </p:spPr>
        <p:txBody>
          <a:bodyPr lIns="0" tIns="0" rIns="0" bIns="0">
            <a:noAutofit/>
          </a:bodyPr>
          <a:lstStyle>
            <a:lvl1pPr marL="0" indent="0">
              <a:spcBef>
                <a:spcPts val="600"/>
              </a:spcBef>
              <a:buClr>
                <a:schemeClr val="tx1"/>
              </a:buClr>
              <a:buSzPct val="110000"/>
              <a:buFont typeface="Arial" pitchFamily="34" charset="0"/>
              <a:buNone/>
              <a:defRPr sz="2000">
                <a:solidFill>
                  <a:schemeClr val="tx1"/>
                </a:solidFill>
                <a:latin typeface="Arial" pitchFamily="34" charset="0"/>
              </a:defRPr>
            </a:lvl1pPr>
            <a:lvl2pPr marL="179388" indent="-179388">
              <a:spcBef>
                <a:spcPts val="600"/>
              </a:spcBef>
              <a:buClr>
                <a:schemeClr val="tx1"/>
              </a:buClr>
              <a:buSzPct val="110000"/>
              <a:buFont typeface="Arial" pitchFamily="34" charset="0"/>
              <a:buChar char="•"/>
              <a:defRPr sz="2000" baseline="0">
                <a:solidFill>
                  <a:schemeClr val="tx1"/>
                </a:solidFill>
                <a:latin typeface="Arial" pitchFamily="34" charset="0"/>
              </a:defRPr>
            </a:lvl2pPr>
            <a:lvl3pPr marL="360363" indent="-180975">
              <a:spcBef>
                <a:spcPts val="600"/>
              </a:spcBef>
              <a:buClr>
                <a:schemeClr val="tx1"/>
              </a:buClr>
              <a:buSzTx/>
              <a:buFont typeface="Calibri" panose="020F0502020204030204" pitchFamily="34" charset="0"/>
              <a:buChar char="–"/>
              <a:defRPr sz="1800">
                <a:solidFill>
                  <a:schemeClr val="tx1"/>
                </a:solidFill>
                <a:latin typeface="Arial" pitchFamily="34" charset="0"/>
              </a:defRPr>
            </a:lvl3pPr>
            <a:lvl4pPr marL="539750" indent="-179388">
              <a:spcBef>
                <a:spcPts val="600"/>
              </a:spcBef>
              <a:buClr>
                <a:schemeClr val="tx1"/>
              </a:buClr>
              <a:buSzPct val="110000"/>
              <a:buFont typeface="Wingdings" pitchFamily="2" charset="2"/>
              <a:buChar char="§"/>
              <a:defRPr sz="1600">
                <a:solidFill>
                  <a:schemeClr val="tx1"/>
                </a:solidFill>
                <a:latin typeface="Arial" pitchFamily="34" charset="0"/>
              </a:defRPr>
            </a:lvl4pPr>
            <a:lvl5pPr marL="719138" indent="-179388">
              <a:spcBef>
                <a:spcPts val="6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ECAC11E-D167-EE4C-BF01-0C0C599D9F15}"/>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480771182"/>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re seulem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3D2D8AF-452C-D94D-A560-DAD6A962E173}"/>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8" name="Titre 1">
            <a:extLst>
              <a:ext uri="{FF2B5EF4-FFF2-40B4-BE49-F238E27FC236}">
                <a16:creationId xmlns:a16="http://schemas.microsoft.com/office/drawing/2014/main" id="{561C906F-FE73-EC4B-9D46-7CD1B4F04428}"/>
              </a:ext>
            </a:extLst>
          </p:cNvPr>
          <p:cNvSpPr>
            <a:spLocks noGrp="1"/>
          </p:cNvSpPr>
          <p:nvPr>
            <p:ph type="title" hasCustomPrompt="1"/>
          </p:nvPr>
        </p:nvSpPr>
        <p:spPr>
          <a:xfrm>
            <a:off x="765737" y="684000"/>
            <a:ext cx="10676438" cy="531097"/>
          </a:xfrm>
        </p:spPr>
        <p:txBody>
          <a:bodyPr>
            <a:noAutofit/>
          </a:bodyPr>
          <a:lstStyle>
            <a:lvl1pPr>
              <a:defRPr sz="2800" baseline="0">
                <a:solidFill>
                  <a:schemeClr val="tx1"/>
                </a:solidFill>
              </a:defRPr>
            </a:lvl1pPr>
          </a:lstStyle>
          <a:p>
            <a:r>
              <a:rPr lang="en-US" noProof="0" err="1"/>
              <a:t>Diapositive avec titre seulement</a:t>
            </a:r>
            <a:endParaRPr lang="en-CA"/>
          </a:p>
        </p:txBody>
      </p:sp>
    </p:spTree>
    <p:extLst>
      <p:ext uri="{BB962C8B-B14F-4D97-AF65-F5344CB8AC3E}">
        <p14:creationId xmlns:p14="http://schemas.microsoft.com/office/powerpoint/2010/main" val="4104879577"/>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apositive vier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8CA829B-6B64-D945-9770-95A7A7747473}"/>
              </a:ext>
            </a:extLst>
          </p:cNvPr>
          <p:cNvSpPr>
            <a:spLocks noGrp="1"/>
          </p:cNvSpPr>
          <p:nvPr>
            <p:ph type="sldNum" sz="quarter" idx="10"/>
          </p:nvPr>
        </p:nvSpPr>
        <p:spPr/>
        <p:txBody>
          <a:bodyPr/>
          <a:lstStyle/>
          <a:p>
            <a:fld id="{525A3C56-E491-49B2-93F3-63532DF516BC}" type="slidenum">
              <a:rPr lang="en-CA" smtClean="0"/>
              <a:t>‹N°›</a:t>
            </a:fld>
            <a:endParaRPr lang="en-CA"/>
          </a:p>
        </p:txBody>
      </p:sp>
    </p:spTree>
    <p:extLst>
      <p:ext uri="{BB962C8B-B14F-4D97-AF65-F5344CB8AC3E}">
        <p14:creationId xmlns:p14="http://schemas.microsoft.com/office/powerpoint/2010/main" val="456513154"/>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re et contenu 2">
    <p:spTree>
      <p:nvGrpSpPr>
        <p:cNvPr id="1" name=""/>
        <p:cNvGrpSpPr/>
        <p:nvPr/>
      </p:nvGrpSpPr>
      <p:grpSpPr>
        <a:xfrm>
          <a:off x="0" y="0"/>
          <a:ext cx="0" cy="0"/>
          <a:chOff x="0" y="0"/>
          <a:chExt cx="0" cy="0"/>
        </a:xfrm>
      </p:grpSpPr>
      <p:sp>
        <p:nvSpPr>
          <p:cNvPr id="4" name="Content Placeholder 20">
            <a:extLst>
              <a:ext uri="{FF2B5EF4-FFF2-40B4-BE49-F238E27FC236}">
                <a16:creationId xmlns:a16="http://schemas.microsoft.com/office/drawing/2014/main" id="{1098010A-37B8-1543-B650-F410D9020BD1}"/>
              </a:ext>
            </a:extLst>
          </p:cNvPr>
          <p:cNvSpPr>
            <a:spLocks noGrp="1"/>
          </p:cNvSpPr>
          <p:nvPr>
            <p:ph sz="quarter" idx="17"/>
          </p:nvPr>
        </p:nvSpPr>
        <p:spPr>
          <a:xfrm>
            <a:off x="766764" y="1557339"/>
            <a:ext cx="4915580" cy="453548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20">
            <a:extLst>
              <a:ext uri="{FF2B5EF4-FFF2-40B4-BE49-F238E27FC236}">
                <a16:creationId xmlns:a16="http://schemas.microsoft.com/office/drawing/2014/main" id="{3D191AF6-4147-D342-8647-88C4F48C1A6B}"/>
              </a:ext>
            </a:extLst>
          </p:cNvPr>
          <p:cNvSpPr>
            <a:spLocks noGrp="1"/>
          </p:cNvSpPr>
          <p:nvPr>
            <p:ph sz="quarter" idx="23"/>
          </p:nvPr>
        </p:nvSpPr>
        <p:spPr>
          <a:xfrm>
            <a:off x="6596743" y="1557339"/>
            <a:ext cx="4828496" cy="4535486"/>
          </a:xfrm>
          <a:prstGeom prst="rect">
            <a:avLst/>
          </a:prstGeom>
          <a:ln>
            <a:noFill/>
          </a:ln>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Titre 1">
            <a:extLst>
              <a:ext uri="{FF2B5EF4-FFF2-40B4-BE49-F238E27FC236}">
                <a16:creationId xmlns:a16="http://schemas.microsoft.com/office/drawing/2014/main" id="{DDFA4433-FCCE-E346-8C9A-CC579FE5377F}"/>
              </a:ext>
            </a:extLst>
          </p:cNvPr>
          <p:cNvSpPr>
            <a:spLocks noGrp="1"/>
          </p:cNvSpPr>
          <p:nvPr>
            <p:ph type="title" hasCustomPrompt="1"/>
          </p:nvPr>
        </p:nvSpPr>
        <p:spPr>
          <a:xfrm>
            <a:off x="765737" y="684000"/>
            <a:ext cx="10676438" cy="531097"/>
          </a:xfrm>
        </p:spPr>
        <p:txBody>
          <a:bodyPr>
            <a:noAutofit/>
          </a:bodyPr>
          <a:lstStyle>
            <a:lvl1pPr>
              <a:defRPr sz="2800">
                <a:solidFill>
                  <a:schemeClr val="tx1"/>
                </a:solidFill>
              </a:defRPr>
            </a:lvl1pPr>
          </a:lstStyle>
          <a:p>
            <a:r>
              <a:rPr lang="en-CA" err="1"/>
              <a:t>Deux colonnes</a:t>
            </a:r>
            <a:endParaRPr lang="en-CA"/>
          </a:p>
        </p:txBody>
      </p:sp>
      <p:sp>
        <p:nvSpPr>
          <p:cNvPr id="7" name="Slide Number Placeholder 5">
            <a:extLst>
              <a:ext uri="{FF2B5EF4-FFF2-40B4-BE49-F238E27FC236}">
                <a16:creationId xmlns:a16="http://schemas.microsoft.com/office/drawing/2014/main" id="{E3FC057D-4B39-F949-92A2-1856EB58EF3E}"/>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357277876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re et contenu 2 – diapo avec contenu de premier niveau">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D429A8B-5F07-CA4F-B342-C88D6C5DB7B1}"/>
              </a:ext>
            </a:extLst>
          </p:cNvPr>
          <p:cNvSpPr>
            <a:spLocks noGrp="1"/>
          </p:cNvSpPr>
          <p:nvPr>
            <p:ph type="title" hasCustomPrompt="1"/>
          </p:nvPr>
        </p:nvSpPr>
        <p:spPr>
          <a:xfrm>
            <a:off x="766763" y="684000"/>
            <a:ext cx="10658475" cy="576262"/>
          </a:xfrm>
          <a:prstGeom prst="rect">
            <a:avLst/>
          </a:prstGeom>
        </p:spPr>
        <p:txBody>
          <a:bodyPr vert="horz" lIns="0" tIns="0" rIns="0" bIns="0" rtlCol="0" anchor="t" anchorCtr="0">
            <a:noAutofit/>
          </a:bodyPr>
          <a:lstStyle>
            <a:lvl1pPr>
              <a:defRPr/>
            </a:lvl1pPr>
          </a:lstStyle>
          <a:p>
            <a:r>
              <a:rPr lang="en-US" noProof="0" err="1"/>
              <a:t>Titre et deux contenus – Diapositive à contenu général</a:t>
            </a:r>
            <a:endParaRPr lang="en-US" noProof="0"/>
          </a:p>
        </p:txBody>
      </p:sp>
      <p:sp>
        <p:nvSpPr>
          <p:cNvPr id="5" name="Content Placeholder 20">
            <a:extLst>
              <a:ext uri="{FF2B5EF4-FFF2-40B4-BE49-F238E27FC236}">
                <a16:creationId xmlns:a16="http://schemas.microsoft.com/office/drawing/2014/main" id="{D7CEF6C1-9232-3C4B-9EB8-7F0577D6114F}"/>
              </a:ext>
            </a:extLst>
          </p:cNvPr>
          <p:cNvSpPr>
            <a:spLocks noGrp="1"/>
          </p:cNvSpPr>
          <p:nvPr>
            <p:ph sz="quarter" idx="17"/>
          </p:nvPr>
        </p:nvSpPr>
        <p:spPr>
          <a:xfrm>
            <a:off x="766763" y="1570591"/>
            <a:ext cx="4918419" cy="4522234"/>
          </a:xfrm>
          <a:prstGeom prst="rect">
            <a:avLst/>
          </a:prstGeom>
        </p:spPr>
        <p:txBody>
          <a:bodyPr lIns="0" tIns="0" rIns="0" bIns="0">
            <a:noAutofit/>
          </a:bodyPr>
          <a:lstStyle>
            <a:lvl1pPr marL="0" indent="0">
              <a:spcBef>
                <a:spcPts val="600"/>
              </a:spcBef>
              <a:buClr>
                <a:schemeClr val="tx1"/>
              </a:buClr>
              <a:buSzPct val="110000"/>
              <a:buFont typeface="Arial" pitchFamily="34" charset="0"/>
              <a:buNone/>
              <a:defRPr sz="2000">
                <a:solidFill>
                  <a:schemeClr val="tx1"/>
                </a:solidFill>
                <a:latin typeface="Arial" pitchFamily="34" charset="0"/>
              </a:defRPr>
            </a:lvl1pPr>
            <a:lvl2pPr marL="268288" indent="-268288">
              <a:spcBef>
                <a:spcPts val="600"/>
              </a:spcBef>
              <a:buClr>
                <a:schemeClr val="tx1"/>
              </a:buClr>
              <a:buSzPct val="110000"/>
              <a:buFont typeface="Arial" pitchFamily="34" charset="0"/>
              <a:buChar char="•"/>
              <a:defRPr sz="2000" baseline="0">
                <a:solidFill>
                  <a:schemeClr val="tx1"/>
                </a:solidFill>
                <a:latin typeface="Arial" pitchFamily="34" charset="0"/>
              </a:defRPr>
            </a:lvl2pPr>
            <a:lvl3pPr marL="538163" indent="-358775">
              <a:spcBef>
                <a:spcPts val="600"/>
              </a:spcBef>
              <a:buClr>
                <a:schemeClr val="tx1"/>
              </a:buClr>
              <a:buSzTx/>
              <a:buFont typeface="Calibri" panose="020F0502020204030204" pitchFamily="34" charset="0"/>
              <a:buChar char="–"/>
              <a:defRPr sz="1800">
                <a:solidFill>
                  <a:schemeClr val="tx1"/>
                </a:solidFill>
                <a:latin typeface="Arial" pitchFamily="34" charset="0"/>
              </a:defRPr>
            </a:lvl3pPr>
            <a:lvl4pPr marL="717550" indent="-357188">
              <a:spcBef>
                <a:spcPts val="600"/>
              </a:spcBef>
              <a:buClr>
                <a:schemeClr val="tx1"/>
              </a:buClr>
              <a:buSzPct val="110000"/>
              <a:buFont typeface="Wingdings" pitchFamily="2" charset="2"/>
              <a:buChar char="§"/>
              <a:defRPr sz="1600">
                <a:solidFill>
                  <a:schemeClr val="tx1"/>
                </a:solidFill>
                <a:latin typeface="Arial" pitchFamily="34" charset="0"/>
              </a:defRPr>
            </a:lvl4pPr>
            <a:lvl5pPr marL="896938" indent="-357188">
              <a:spcBef>
                <a:spcPts val="6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0">
            <a:extLst>
              <a:ext uri="{FF2B5EF4-FFF2-40B4-BE49-F238E27FC236}">
                <a16:creationId xmlns:a16="http://schemas.microsoft.com/office/drawing/2014/main" id="{D064A7A9-8523-0241-9AE4-6A60DEB4D4D1}"/>
              </a:ext>
            </a:extLst>
          </p:cNvPr>
          <p:cNvSpPr>
            <a:spLocks noGrp="1"/>
          </p:cNvSpPr>
          <p:nvPr>
            <p:ph sz="quarter" idx="18"/>
          </p:nvPr>
        </p:nvSpPr>
        <p:spPr>
          <a:xfrm>
            <a:off x="6586329" y="1557338"/>
            <a:ext cx="4838909" cy="4535487"/>
          </a:xfrm>
          <a:prstGeom prst="rect">
            <a:avLst/>
          </a:prstGeom>
        </p:spPr>
        <p:txBody>
          <a:bodyPr lIns="0" tIns="0" rIns="0" bIns="0">
            <a:noAutofit/>
          </a:bodyPr>
          <a:lstStyle>
            <a:lvl1pPr marL="0" indent="0">
              <a:spcBef>
                <a:spcPts val="600"/>
              </a:spcBef>
              <a:buClr>
                <a:srgbClr val="000000"/>
              </a:buClr>
              <a:buSzPct val="110000"/>
              <a:buFont typeface="Arial" pitchFamily="34" charset="0"/>
              <a:buNone/>
              <a:defRPr sz="2000">
                <a:solidFill>
                  <a:schemeClr val="tx1"/>
                </a:solidFill>
                <a:latin typeface="Arial" pitchFamily="34" charset="0"/>
              </a:defRPr>
            </a:lvl1pPr>
            <a:lvl2pPr marL="179388" indent="-179388">
              <a:spcBef>
                <a:spcPts val="600"/>
              </a:spcBef>
              <a:buClr>
                <a:srgbClr val="000000"/>
              </a:buClr>
              <a:buSzPct val="110000"/>
              <a:buFont typeface="Arial" pitchFamily="34" charset="0"/>
              <a:buChar char="•"/>
              <a:defRPr sz="2000" baseline="0">
                <a:solidFill>
                  <a:schemeClr val="tx1"/>
                </a:solidFill>
                <a:latin typeface="Arial" pitchFamily="34" charset="0"/>
              </a:defRPr>
            </a:lvl2pPr>
            <a:lvl3pPr marL="360363" indent="-180975">
              <a:spcBef>
                <a:spcPts val="600"/>
              </a:spcBef>
              <a:buClr>
                <a:srgbClr val="000000"/>
              </a:buClr>
              <a:buSzTx/>
              <a:buFont typeface="Calibri" panose="020F0502020204030204" pitchFamily="34" charset="0"/>
              <a:buChar char="–"/>
              <a:defRPr sz="1800">
                <a:solidFill>
                  <a:schemeClr val="tx1"/>
                </a:solidFill>
                <a:latin typeface="Arial" pitchFamily="34" charset="0"/>
              </a:defRPr>
            </a:lvl3pPr>
            <a:lvl4pPr marL="539750" indent="-179388">
              <a:spcBef>
                <a:spcPts val="600"/>
              </a:spcBef>
              <a:buClr>
                <a:srgbClr val="000000"/>
              </a:buClr>
              <a:buSzPct val="110000"/>
              <a:buFont typeface="Wingdings" pitchFamily="2" charset="2"/>
              <a:buChar char="§"/>
              <a:defRPr sz="1600">
                <a:solidFill>
                  <a:schemeClr val="tx1"/>
                </a:solidFill>
                <a:latin typeface="Arial" pitchFamily="34" charset="0"/>
              </a:defRPr>
            </a:lvl4pPr>
            <a:lvl5pPr marL="719138" indent="-179388">
              <a:spcBef>
                <a:spcPts val="6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D3F43615-B088-4842-8DD2-BA05F0EBEB54}"/>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425616902"/>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u avec petit graphique sur le côté">
    <p:spTree>
      <p:nvGrpSpPr>
        <p:cNvPr id="1" name=""/>
        <p:cNvGrpSpPr/>
        <p:nvPr/>
      </p:nvGrpSpPr>
      <p:grpSpPr>
        <a:xfrm>
          <a:off x="0" y="0"/>
          <a:ext cx="0" cy="0"/>
          <a:chOff x="0" y="0"/>
          <a:chExt cx="0" cy="0"/>
        </a:xfrm>
      </p:grpSpPr>
      <p:sp>
        <p:nvSpPr>
          <p:cNvPr id="4" name="Content Placeholder 20">
            <a:extLst>
              <a:ext uri="{FF2B5EF4-FFF2-40B4-BE49-F238E27FC236}">
                <a16:creationId xmlns:a16="http://schemas.microsoft.com/office/drawing/2014/main" id="{FC187CB4-59E4-E948-8C18-9F705140F8E7}"/>
              </a:ext>
            </a:extLst>
          </p:cNvPr>
          <p:cNvSpPr>
            <a:spLocks noGrp="1"/>
          </p:cNvSpPr>
          <p:nvPr>
            <p:ph sz="quarter" idx="17"/>
          </p:nvPr>
        </p:nvSpPr>
        <p:spPr>
          <a:xfrm>
            <a:off x="766763" y="1557338"/>
            <a:ext cx="7634287" cy="4535487"/>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itle Placeholder 1">
            <a:extLst>
              <a:ext uri="{FF2B5EF4-FFF2-40B4-BE49-F238E27FC236}">
                <a16:creationId xmlns:a16="http://schemas.microsoft.com/office/drawing/2014/main" id="{93E51C5F-F6C0-F042-8FC5-13245991AF32}"/>
              </a:ext>
            </a:extLst>
          </p:cNvPr>
          <p:cNvSpPr>
            <a:spLocks noGrp="1"/>
          </p:cNvSpPr>
          <p:nvPr>
            <p:ph type="title" hasCustomPrompt="1"/>
          </p:nvPr>
        </p:nvSpPr>
        <p:spPr>
          <a:xfrm>
            <a:off x="766763" y="685165"/>
            <a:ext cx="10658475" cy="576262"/>
          </a:xfrm>
          <a:prstGeom prst="rect">
            <a:avLst/>
          </a:prstGeom>
        </p:spPr>
        <p:txBody>
          <a:bodyPr vert="horz" lIns="0" tIns="0" rIns="0" bIns="0" rtlCol="0" anchor="t" anchorCtr="0">
            <a:noAutofit/>
          </a:bodyPr>
          <a:lstStyle>
            <a:lvl1pPr>
              <a:defRPr/>
            </a:lvl1pPr>
          </a:lstStyle>
          <a:p>
            <a:r>
              <a:rPr lang="en-US" noProof="0" err="1"/>
              <a:t>Contenu avec petit graphique sur le côté</a:t>
            </a:r>
            <a:endParaRPr lang="en-US" noProof="0"/>
          </a:p>
        </p:txBody>
      </p:sp>
      <p:sp>
        <p:nvSpPr>
          <p:cNvPr id="6" name="Picture Placeholder 11">
            <a:extLst>
              <a:ext uri="{FF2B5EF4-FFF2-40B4-BE49-F238E27FC236}">
                <a16:creationId xmlns:a16="http://schemas.microsoft.com/office/drawing/2014/main" id="{2D34D49C-F4FA-B74B-BB7F-2282D9134435}"/>
              </a:ext>
            </a:extLst>
          </p:cNvPr>
          <p:cNvSpPr>
            <a:spLocks noGrp="1"/>
          </p:cNvSpPr>
          <p:nvPr>
            <p:ph type="pic" sz="quarter" idx="23" hasCustomPrompt="1"/>
          </p:nvPr>
        </p:nvSpPr>
        <p:spPr>
          <a:xfrm>
            <a:off x="9156699" y="1557338"/>
            <a:ext cx="2268539" cy="4535487"/>
          </a:xfrm>
          <a:prstGeom prst="rect">
            <a:avLst/>
          </a:prstGeom>
        </p:spPr>
        <p:txBody>
          <a:bodyPr lIns="0" tIns="0" rIns="0" bIns="0">
            <a:noAutofit/>
          </a:bodyPr>
          <a:lstStyle>
            <a:lvl1pPr marL="179388" indent="-179388">
              <a:buFont typeface="Arial" pitchFamily="34" charset="0"/>
              <a:buNone/>
              <a:defRPr lang="en-AU" sz="1600" kern="1200" smtClean="0">
                <a:solidFill>
                  <a:schemeClr val="tx1"/>
                </a:solidFill>
                <a:latin typeface="Arial" pitchFamily="34" charset="0"/>
                <a:ea typeface="+mn-ea"/>
                <a:cs typeface="+mn-cs"/>
              </a:defRPr>
            </a:lvl1pPr>
          </a:lstStyle>
          <a:p>
            <a:r>
              <a:rPr lang="en-US"/>
              <a:t>Texte</a:t>
            </a:r>
          </a:p>
        </p:txBody>
      </p:sp>
      <p:sp>
        <p:nvSpPr>
          <p:cNvPr id="7" name="Slide Number Placeholder 5">
            <a:extLst>
              <a:ext uri="{FF2B5EF4-FFF2-40B4-BE49-F238E27FC236}">
                <a16:creationId xmlns:a16="http://schemas.microsoft.com/office/drawing/2014/main" id="{21F4CA38-72C4-D142-8247-6221593D83D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8" name="TextBox 7">
            <a:extLst>
              <a:ext uri="{FF2B5EF4-FFF2-40B4-BE49-F238E27FC236}">
                <a16:creationId xmlns:a16="http://schemas.microsoft.com/office/drawing/2014/main" id="{B93110AC-EDD5-164D-9903-F88EACB2D912}"/>
              </a:ext>
            </a:extLst>
          </p:cNvPr>
          <p:cNvSpPr txBox="1"/>
          <p:nvPr userDrawn="1"/>
        </p:nvSpPr>
        <p:spPr>
          <a:xfrm flipH="1">
            <a:off x="2823210" y="845820"/>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1569018991"/>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age de citati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B2D155C-3987-F847-9D0B-84468EFC74D8}"/>
              </a:ext>
            </a:extLst>
          </p:cNvPr>
          <p:cNvSpPr>
            <a:spLocks noGrp="1"/>
          </p:cNvSpPr>
          <p:nvPr>
            <p:ph type="ctrTitle" hasCustomPrompt="1"/>
          </p:nvPr>
        </p:nvSpPr>
        <p:spPr>
          <a:xfrm>
            <a:off x="766763" y="2984416"/>
            <a:ext cx="7326914" cy="1730375"/>
          </a:xfrm>
        </p:spPr>
        <p:txBody>
          <a:bodyPr wrap="square" lIns="0" tIns="0" rIns="0" bIns="0" anchor="t" anchorCtr="0">
            <a:noAutofit/>
          </a:bodyPr>
          <a:lstStyle>
            <a:lvl1pPr algn="l">
              <a:defRPr sz="3600" baseline="0">
                <a:solidFill>
                  <a:schemeClr val="tx1"/>
                </a:solidFill>
              </a:defRPr>
            </a:lvl1pPr>
          </a:lstStyle>
          <a:p>
            <a:r>
              <a:rPr lang="en-US" noProof="0"/>
              <a:t>Page – Citation</a:t>
            </a:r>
          </a:p>
        </p:txBody>
      </p:sp>
      <p:sp>
        <p:nvSpPr>
          <p:cNvPr id="5" name="Slide Number Placeholder 5">
            <a:extLst>
              <a:ext uri="{FF2B5EF4-FFF2-40B4-BE49-F238E27FC236}">
                <a16:creationId xmlns:a16="http://schemas.microsoft.com/office/drawing/2014/main" id="{4AB6354D-4439-8B45-B450-15EA71FAF8F3}"/>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509579540"/>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age de citation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B704F1-9387-744F-A7AB-A0C557474C54}"/>
              </a:ext>
            </a:extLst>
          </p:cNvPr>
          <p:cNvSpPr/>
          <p:nvPr userDrawn="1"/>
        </p:nvSpPr>
        <p:spPr bwMode="gray">
          <a:xfrm>
            <a:off x="766763" y="1557338"/>
            <a:ext cx="10658476" cy="2317016"/>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11" name="Title Placeholder 1">
            <a:extLst>
              <a:ext uri="{FF2B5EF4-FFF2-40B4-BE49-F238E27FC236}">
                <a16:creationId xmlns:a16="http://schemas.microsoft.com/office/drawing/2014/main" id="{5F6F0F7F-AD94-8A45-9C63-550DEBA61840}"/>
              </a:ext>
            </a:extLst>
          </p:cNvPr>
          <p:cNvSpPr>
            <a:spLocks noGrp="1"/>
          </p:cNvSpPr>
          <p:nvPr>
            <p:ph type="title" hasCustomPrompt="1"/>
          </p:nvPr>
        </p:nvSpPr>
        <p:spPr>
          <a:xfrm>
            <a:off x="766800" y="684000"/>
            <a:ext cx="10664561" cy="673357"/>
          </a:xfrm>
          <a:prstGeom prst="rect">
            <a:avLst/>
          </a:prstGeom>
        </p:spPr>
        <p:txBody>
          <a:bodyPr vert="horz" lIns="0" tIns="0" rIns="0" bIns="0" rtlCol="0" anchor="t" anchorCtr="0">
            <a:noAutofit/>
          </a:bodyPr>
          <a:lstStyle>
            <a:lvl1pPr>
              <a:defRPr/>
            </a:lvl1pPr>
          </a:lstStyle>
          <a:p>
            <a:r>
              <a:rPr lang="en-US" noProof="0"/>
              <a:t>Page – Citation 2</a:t>
            </a:r>
          </a:p>
        </p:txBody>
      </p:sp>
      <p:sp>
        <p:nvSpPr>
          <p:cNvPr id="12" name="Content Placeholder 20">
            <a:extLst>
              <a:ext uri="{FF2B5EF4-FFF2-40B4-BE49-F238E27FC236}">
                <a16:creationId xmlns:a16="http://schemas.microsoft.com/office/drawing/2014/main" id="{3DC0A301-140F-B842-9A9E-9F3B20853141}"/>
              </a:ext>
            </a:extLst>
          </p:cNvPr>
          <p:cNvSpPr>
            <a:spLocks noGrp="1"/>
          </p:cNvSpPr>
          <p:nvPr>
            <p:ph sz="quarter" idx="17"/>
          </p:nvPr>
        </p:nvSpPr>
        <p:spPr bwMode="white">
          <a:xfrm>
            <a:off x="1558925" y="1924565"/>
            <a:ext cx="9109075" cy="1800000"/>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2000" b="1" i="1">
                <a:solidFill>
                  <a:schemeClr val="bg1"/>
                </a:solidFill>
                <a:latin typeface="Arial" pitchFamily="34" charset="0"/>
              </a:defRPr>
            </a:lvl1pPr>
            <a:lvl2pPr marL="0" indent="0">
              <a:spcBef>
                <a:spcPts val="500"/>
              </a:spcBef>
              <a:buClr>
                <a:schemeClr val="bg1"/>
              </a:buClr>
              <a:buSzPct val="110000"/>
              <a:buFont typeface="Arial" pitchFamily="34" charset="0"/>
              <a:buNone/>
              <a:defRPr sz="1800" baseline="0">
                <a:solidFill>
                  <a:schemeClr val="bg1"/>
                </a:solidFill>
                <a:latin typeface="Arial" pitchFamily="34" charset="0"/>
              </a:defRPr>
            </a:lvl2pPr>
            <a:lvl3pPr marL="274638" indent="-274638">
              <a:spcBef>
                <a:spcPts val="500"/>
              </a:spcBef>
              <a:buClr>
                <a:schemeClr val="bg1"/>
              </a:buClr>
              <a:buSzPct val="110000"/>
              <a:buFont typeface="Arial" pitchFamily="34" charset="0"/>
              <a:buChar char="•"/>
              <a:defRPr sz="180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p:txBody>
      </p:sp>
      <p:sp>
        <p:nvSpPr>
          <p:cNvPr id="13" name="Content Placeholder 20">
            <a:extLst>
              <a:ext uri="{FF2B5EF4-FFF2-40B4-BE49-F238E27FC236}">
                <a16:creationId xmlns:a16="http://schemas.microsoft.com/office/drawing/2014/main" id="{FD10FA1E-7A18-A84C-A80C-9F74B995D43E}"/>
              </a:ext>
            </a:extLst>
          </p:cNvPr>
          <p:cNvSpPr>
            <a:spLocks noGrp="1"/>
          </p:cNvSpPr>
          <p:nvPr>
            <p:ph sz="quarter" idx="18"/>
          </p:nvPr>
        </p:nvSpPr>
        <p:spPr>
          <a:xfrm>
            <a:off x="766763" y="4156564"/>
            <a:ext cx="10658475" cy="1936261"/>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4" name="Slide Number Placeholder 5">
            <a:extLst>
              <a:ext uri="{FF2B5EF4-FFF2-40B4-BE49-F238E27FC236}">
                <a16:creationId xmlns:a16="http://schemas.microsoft.com/office/drawing/2014/main" id="{D08F3D4F-4489-1549-AF20-5B88DAC9654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931682719"/>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age de références cli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F8E84C-B364-DA4D-B480-E2F8D7309D87}"/>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4" name="Rectangle 3">
            <a:extLst>
              <a:ext uri="{FF2B5EF4-FFF2-40B4-BE49-F238E27FC236}">
                <a16:creationId xmlns:a16="http://schemas.microsoft.com/office/drawing/2014/main" id="{DAEB9999-5E97-764D-AC76-E36C36BBB481}"/>
              </a:ext>
            </a:extLst>
          </p:cNvPr>
          <p:cNvSpPr/>
          <p:nvPr userDrawn="1"/>
        </p:nvSpPr>
        <p:spPr bwMode="gray">
          <a:xfrm>
            <a:off x="766762" y="4064734"/>
            <a:ext cx="10658475" cy="2028091"/>
          </a:xfrm>
          <a:prstGeom prst="rect">
            <a:avLst/>
          </a:prstGeom>
          <a:gradFill>
            <a:gsLst>
              <a:gs pos="100000">
                <a:srgbClr val="991F3D"/>
              </a:gs>
              <a:gs pos="66000">
                <a:srgbClr val="E31937"/>
              </a:gs>
              <a:gs pos="33000">
                <a:srgbClr val="FF6A00"/>
              </a:gs>
              <a:gs pos="0">
                <a:srgbClr val="FFCDD2"/>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6" name="Title Placeholder 1">
            <a:extLst>
              <a:ext uri="{FF2B5EF4-FFF2-40B4-BE49-F238E27FC236}">
                <a16:creationId xmlns:a16="http://schemas.microsoft.com/office/drawing/2014/main" id="{4A2810CC-7DE6-E94F-923A-A26081CDD1DC}"/>
              </a:ext>
            </a:extLst>
          </p:cNvPr>
          <p:cNvSpPr>
            <a:spLocks noGrp="1"/>
          </p:cNvSpPr>
          <p:nvPr>
            <p:ph type="title" hasCustomPrompt="1"/>
          </p:nvPr>
        </p:nvSpPr>
        <p:spPr>
          <a:xfrm>
            <a:off x="767383" y="684000"/>
            <a:ext cx="10657856" cy="576262"/>
          </a:xfrm>
          <a:prstGeom prst="rect">
            <a:avLst/>
          </a:prstGeom>
        </p:spPr>
        <p:txBody>
          <a:bodyPr vert="horz" lIns="0" tIns="0" rIns="0" bIns="0" rtlCol="0" anchor="t" anchorCtr="0">
            <a:noAutofit/>
          </a:bodyPr>
          <a:lstStyle>
            <a:lvl1pPr>
              <a:defRPr/>
            </a:lvl1pPr>
          </a:lstStyle>
          <a:p>
            <a:r>
              <a:rPr lang="en-US" noProof="0"/>
              <a:t>Page – Référence client</a:t>
            </a:r>
          </a:p>
        </p:txBody>
      </p:sp>
      <p:sp>
        <p:nvSpPr>
          <p:cNvPr id="7" name="Content Placeholder 20">
            <a:extLst>
              <a:ext uri="{FF2B5EF4-FFF2-40B4-BE49-F238E27FC236}">
                <a16:creationId xmlns:a16="http://schemas.microsoft.com/office/drawing/2014/main" id="{151BEF49-6996-9A47-912D-07F058FDAB1B}"/>
              </a:ext>
            </a:extLst>
          </p:cNvPr>
          <p:cNvSpPr>
            <a:spLocks noGrp="1"/>
          </p:cNvSpPr>
          <p:nvPr>
            <p:ph sz="quarter" idx="17"/>
          </p:nvPr>
        </p:nvSpPr>
        <p:spPr bwMode="white">
          <a:xfrm>
            <a:off x="8401050" y="4295045"/>
            <a:ext cx="2266950" cy="1594378"/>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1600" b="0" i="1">
                <a:solidFill>
                  <a:schemeClr val="bg1"/>
                </a:solidFill>
                <a:latin typeface="Arial" pitchFamily="34" charset="0"/>
              </a:defRPr>
            </a:lvl1pPr>
            <a:lvl2pPr marL="0" indent="0">
              <a:spcBef>
                <a:spcPts val="500"/>
              </a:spcBef>
              <a:buClr>
                <a:schemeClr val="bg1"/>
              </a:buClr>
              <a:buSzPct val="110000"/>
              <a:buFont typeface="Arial" pitchFamily="34" charset="0"/>
              <a:buNone/>
              <a:defRPr sz="1400" baseline="0">
                <a:solidFill>
                  <a:schemeClr val="bg1"/>
                </a:solidFill>
                <a:latin typeface="Arial" pitchFamily="34" charset="0"/>
              </a:defRPr>
            </a:lvl2pPr>
            <a:lvl3pPr marL="177800" indent="-177800">
              <a:spcBef>
                <a:spcPts val="500"/>
              </a:spcBef>
              <a:buClr>
                <a:schemeClr val="bg1"/>
              </a:buClr>
              <a:buSzPct val="110000"/>
              <a:buFont typeface="Arial" pitchFamily="34" charset="0"/>
              <a:buChar char="•"/>
              <a:defRPr sz="140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p:txBody>
      </p:sp>
      <p:sp>
        <p:nvSpPr>
          <p:cNvPr id="8" name="Content Placeholder 20">
            <a:extLst>
              <a:ext uri="{FF2B5EF4-FFF2-40B4-BE49-F238E27FC236}">
                <a16:creationId xmlns:a16="http://schemas.microsoft.com/office/drawing/2014/main" id="{7CA668C0-7C71-1B43-845C-1FB224D98D27}"/>
              </a:ext>
            </a:extLst>
          </p:cNvPr>
          <p:cNvSpPr>
            <a:spLocks noGrp="1"/>
          </p:cNvSpPr>
          <p:nvPr>
            <p:ph sz="quarter" idx="18"/>
          </p:nvPr>
        </p:nvSpPr>
        <p:spPr>
          <a:xfrm>
            <a:off x="766762" y="1557338"/>
            <a:ext cx="3060701"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Content Placeholder 20">
            <a:extLst>
              <a:ext uri="{FF2B5EF4-FFF2-40B4-BE49-F238E27FC236}">
                <a16:creationId xmlns:a16="http://schemas.microsoft.com/office/drawing/2014/main" id="{6BA3A388-5D46-A842-AD3F-3B150C88B120}"/>
              </a:ext>
            </a:extLst>
          </p:cNvPr>
          <p:cNvSpPr>
            <a:spLocks noGrp="1"/>
          </p:cNvSpPr>
          <p:nvPr>
            <p:ph sz="quarter" idx="19"/>
          </p:nvPr>
        </p:nvSpPr>
        <p:spPr bwMode="white">
          <a:xfrm>
            <a:off x="1558925" y="4296427"/>
            <a:ext cx="6049963" cy="1578280"/>
          </a:xfrm>
          <a:prstGeom prst="rect">
            <a:avLst/>
          </a:prstGeom>
        </p:spPr>
        <p:txBody>
          <a:bodyPr lIns="0" tIns="0" rIns="0" bIns="0">
            <a:noAutofit/>
          </a:bodyPr>
          <a:lstStyle>
            <a:lvl1pPr marL="0" indent="0">
              <a:spcBef>
                <a:spcPts val="500"/>
              </a:spcBef>
              <a:buClr>
                <a:schemeClr val="accent1"/>
              </a:buClr>
              <a:buSzPct val="110000"/>
              <a:buFont typeface="Arial" pitchFamily="34" charset="0"/>
              <a:buNone/>
              <a:defRPr sz="1800" b="0" i="0">
                <a:solidFill>
                  <a:schemeClr val="bg1"/>
                </a:solidFill>
                <a:latin typeface="Arial" pitchFamily="34" charset="0"/>
              </a:defRPr>
            </a:lvl1pPr>
            <a:lvl2pPr marL="177800" indent="-177800">
              <a:spcBef>
                <a:spcPts val="500"/>
              </a:spcBef>
              <a:buClr>
                <a:schemeClr val="bg1"/>
              </a:buClr>
              <a:buSzPct val="110000"/>
              <a:buFont typeface="Arial" pitchFamily="34" charset="0"/>
              <a:buChar char="•"/>
              <a:defRPr sz="1800" i="0" baseline="0">
                <a:solidFill>
                  <a:schemeClr val="bg1"/>
                </a:solidFill>
                <a:latin typeface="Arial" pitchFamily="34" charset="0"/>
              </a:defRPr>
            </a:lvl2pPr>
            <a:lvl3pPr marL="355600" indent="-177800">
              <a:spcBef>
                <a:spcPts val="500"/>
              </a:spcBef>
              <a:buClr>
                <a:schemeClr val="bg1"/>
              </a:buClr>
              <a:buSzTx/>
              <a:buFont typeface="Calibri" panose="020F0502020204030204" pitchFamily="34" charset="0"/>
              <a:buChar char="–"/>
              <a:defRPr sz="1800" i="0">
                <a:solidFill>
                  <a:schemeClr val="bg1"/>
                </a:solidFill>
                <a:latin typeface="Arial" pitchFamily="34" charset="0"/>
              </a:defRPr>
            </a:lvl3pPr>
            <a:lvl4pPr marL="811213" indent="-274638">
              <a:spcBef>
                <a:spcPts val="500"/>
              </a:spcBef>
              <a:buClr>
                <a:schemeClr val="accent1"/>
              </a:buClr>
              <a:buSzPct val="110000"/>
              <a:buFont typeface="Arial" pitchFamily="34" charset="0"/>
              <a:buChar char="•"/>
              <a:defRPr sz="1800">
                <a:solidFill>
                  <a:schemeClr val="bg1"/>
                </a:solidFill>
                <a:latin typeface="Arial" pitchFamily="34" charset="0"/>
              </a:defRPr>
            </a:lvl4pPr>
            <a:lvl5pPr marL="1074738" indent="-263525">
              <a:spcBef>
                <a:spcPts val="500"/>
              </a:spcBef>
              <a:buClr>
                <a:schemeClr val="accent1"/>
              </a:buClr>
              <a:buSzPct val="110000"/>
              <a:buFont typeface="Arial" pitchFamily="34" charset="0"/>
              <a:buChar char="•"/>
              <a:defRPr sz="1600">
                <a:solidFill>
                  <a:schemeClr val="bg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p:txBody>
      </p:sp>
      <p:cxnSp>
        <p:nvCxnSpPr>
          <p:cNvPr id="10" name="Straight Connector 9">
            <a:extLst>
              <a:ext uri="{FF2B5EF4-FFF2-40B4-BE49-F238E27FC236}">
                <a16:creationId xmlns:a16="http://schemas.microsoft.com/office/drawing/2014/main" id="{327C77CF-5DDA-6D4B-A333-0AFD2883FD0C}"/>
              </a:ext>
            </a:extLst>
          </p:cNvPr>
          <p:cNvCxnSpPr/>
          <p:nvPr userDrawn="1"/>
        </p:nvCxnSpPr>
        <p:spPr bwMode="gray">
          <a:xfrm flipH="1">
            <a:off x="4211300" y="1268413"/>
            <a:ext cx="0" cy="2736587"/>
          </a:xfrm>
          <a:prstGeom prst="line">
            <a:avLst/>
          </a:prstGeom>
          <a:noFill/>
          <a:ln w="19050">
            <a:solidFill>
              <a:schemeClr val="accent6"/>
            </a:solidFill>
            <a:round/>
          </a:ln>
          <a:effectLst/>
        </p:spPr>
      </p:cxnSp>
      <p:cxnSp>
        <p:nvCxnSpPr>
          <p:cNvPr id="11" name="Straight Connector 10">
            <a:extLst>
              <a:ext uri="{FF2B5EF4-FFF2-40B4-BE49-F238E27FC236}">
                <a16:creationId xmlns:a16="http://schemas.microsoft.com/office/drawing/2014/main" id="{978EF8BE-D231-7F42-B29A-F120EA6904AC}"/>
              </a:ext>
            </a:extLst>
          </p:cNvPr>
          <p:cNvCxnSpPr/>
          <p:nvPr userDrawn="1"/>
        </p:nvCxnSpPr>
        <p:spPr bwMode="gray">
          <a:xfrm flipH="1">
            <a:off x="7980700" y="1268413"/>
            <a:ext cx="0" cy="2736587"/>
          </a:xfrm>
          <a:prstGeom prst="line">
            <a:avLst/>
          </a:prstGeom>
          <a:noFill/>
          <a:ln w="19050">
            <a:solidFill>
              <a:schemeClr val="accent6"/>
            </a:solidFill>
            <a:round/>
          </a:ln>
          <a:effectLst/>
        </p:spPr>
      </p:cxnSp>
      <p:sp>
        <p:nvSpPr>
          <p:cNvPr id="12" name="Content Placeholder 20">
            <a:extLst>
              <a:ext uri="{FF2B5EF4-FFF2-40B4-BE49-F238E27FC236}">
                <a16:creationId xmlns:a16="http://schemas.microsoft.com/office/drawing/2014/main" id="{F210E7C6-C9C5-AB4F-B2C6-08CF54A3F470}"/>
              </a:ext>
            </a:extLst>
          </p:cNvPr>
          <p:cNvSpPr>
            <a:spLocks noGrp="1"/>
          </p:cNvSpPr>
          <p:nvPr>
            <p:ph sz="quarter" idx="20"/>
          </p:nvPr>
        </p:nvSpPr>
        <p:spPr>
          <a:xfrm>
            <a:off x="4583113" y="1557338"/>
            <a:ext cx="3025776"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3" name="Content Placeholder 20">
            <a:extLst>
              <a:ext uri="{FF2B5EF4-FFF2-40B4-BE49-F238E27FC236}">
                <a16:creationId xmlns:a16="http://schemas.microsoft.com/office/drawing/2014/main" id="{34A65C94-F52F-3944-81C4-F364744665CA}"/>
              </a:ext>
            </a:extLst>
          </p:cNvPr>
          <p:cNvSpPr>
            <a:spLocks noGrp="1"/>
          </p:cNvSpPr>
          <p:nvPr>
            <p:ph sz="quarter" idx="21"/>
          </p:nvPr>
        </p:nvSpPr>
        <p:spPr>
          <a:xfrm>
            <a:off x="8401049" y="1557338"/>
            <a:ext cx="3024189" cy="2363309"/>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2000" b="0" i="0" baseline="0">
                <a:solidFill>
                  <a:schemeClr val="tx1"/>
                </a:solidFill>
                <a:latin typeface="Arial" pitchFamily="34" charset="0"/>
              </a:defRPr>
            </a:lvl2pPr>
            <a:lvl3pPr marL="361950" indent="-180975">
              <a:spcBef>
                <a:spcPts val="500"/>
              </a:spcBef>
              <a:buClr>
                <a:schemeClr val="tx1"/>
              </a:buClr>
              <a:buSzPct val="110000"/>
              <a:buFont typeface="Arial" pitchFamily="34" charset="0"/>
              <a:buChar char="•"/>
              <a:defRPr sz="18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23606967"/>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age de comparaiso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ECBF8C6-FF3A-E946-B3D5-6C27E5F99464}"/>
              </a:ext>
            </a:extLst>
          </p:cNvPr>
          <p:cNvSpPr>
            <a:spLocks noGrp="1"/>
          </p:cNvSpPr>
          <p:nvPr>
            <p:ph type="sldNum" sz="quarter" idx="10"/>
          </p:nvPr>
        </p:nvSpPr>
        <p:spPr/>
        <p:txBody>
          <a:bodyPr>
            <a:noAutofit/>
          </a:bodyPr>
          <a:lstStyle/>
          <a:p>
            <a:fld id="{525A3C56-E491-49B2-93F3-63532DF516BC}" type="slidenum">
              <a:rPr lang="en-CA" smtClean="0"/>
              <a:t>‹N°›</a:t>
            </a:fld>
            <a:endParaRPr lang="en-CA"/>
          </a:p>
        </p:txBody>
      </p:sp>
      <p:sp>
        <p:nvSpPr>
          <p:cNvPr id="4" name="Title Placeholder 1">
            <a:extLst>
              <a:ext uri="{FF2B5EF4-FFF2-40B4-BE49-F238E27FC236}">
                <a16:creationId xmlns:a16="http://schemas.microsoft.com/office/drawing/2014/main" id="{29301D37-B47A-0547-ABCC-1B647A2174A5}"/>
              </a:ext>
            </a:extLst>
          </p:cNvPr>
          <p:cNvSpPr>
            <a:spLocks noGrp="1"/>
          </p:cNvSpPr>
          <p:nvPr>
            <p:ph type="title" hasCustomPrompt="1"/>
          </p:nvPr>
        </p:nvSpPr>
        <p:spPr>
          <a:xfrm>
            <a:off x="766763" y="684000"/>
            <a:ext cx="10658475" cy="565231"/>
          </a:xfrm>
          <a:prstGeom prst="rect">
            <a:avLst/>
          </a:prstGeom>
        </p:spPr>
        <p:txBody>
          <a:bodyPr vert="horz" lIns="0" tIns="0" rIns="0" bIns="0" rtlCol="0" anchor="t" anchorCtr="0">
            <a:noAutofit/>
          </a:bodyPr>
          <a:lstStyle>
            <a:lvl1pPr>
              <a:defRPr/>
            </a:lvl1pPr>
          </a:lstStyle>
          <a:p>
            <a:r>
              <a:rPr lang="en-US" noProof="0"/>
              <a:t>Page – Comparaison</a:t>
            </a:r>
          </a:p>
        </p:txBody>
      </p:sp>
      <p:sp>
        <p:nvSpPr>
          <p:cNvPr id="5" name="Content Placeholder 20">
            <a:extLst>
              <a:ext uri="{FF2B5EF4-FFF2-40B4-BE49-F238E27FC236}">
                <a16:creationId xmlns:a16="http://schemas.microsoft.com/office/drawing/2014/main" id="{0E41DF0A-83D4-5F42-8E48-2002316825FC}"/>
              </a:ext>
            </a:extLst>
          </p:cNvPr>
          <p:cNvSpPr>
            <a:spLocks noGrp="1"/>
          </p:cNvSpPr>
          <p:nvPr>
            <p:ph sz="quarter" idx="18"/>
          </p:nvPr>
        </p:nvSpPr>
        <p:spPr>
          <a:xfrm>
            <a:off x="768880" y="2000028"/>
            <a:ext cx="3058583"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Tx/>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cxnSp>
        <p:nvCxnSpPr>
          <p:cNvPr id="6" name="Straight Connector 5">
            <a:extLst>
              <a:ext uri="{FF2B5EF4-FFF2-40B4-BE49-F238E27FC236}">
                <a16:creationId xmlns:a16="http://schemas.microsoft.com/office/drawing/2014/main" id="{8B6F1C2D-EAC0-104E-91F8-B5ECA6A6754C}"/>
              </a:ext>
            </a:extLst>
          </p:cNvPr>
          <p:cNvCxnSpPr/>
          <p:nvPr userDrawn="1"/>
        </p:nvCxnSpPr>
        <p:spPr bwMode="gray">
          <a:xfrm flipH="1">
            <a:off x="4585990" y="1543377"/>
            <a:ext cx="0" cy="3977818"/>
          </a:xfrm>
          <a:prstGeom prst="line">
            <a:avLst/>
          </a:prstGeom>
          <a:noFill/>
          <a:ln w="19050">
            <a:solidFill>
              <a:schemeClr val="accent6"/>
            </a:solidFill>
            <a:round/>
          </a:ln>
          <a:effectLst/>
        </p:spPr>
      </p:cxnSp>
      <p:cxnSp>
        <p:nvCxnSpPr>
          <p:cNvPr id="7" name="Straight Connector 6">
            <a:extLst>
              <a:ext uri="{FF2B5EF4-FFF2-40B4-BE49-F238E27FC236}">
                <a16:creationId xmlns:a16="http://schemas.microsoft.com/office/drawing/2014/main" id="{D3A4403B-4A6F-6C49-BB6C-AB5D0E54358A}"/>
              </a:ext>
            </a:extLst>
          </p:cNvPr>
          <p:cNvCxnSpPr/>
          <p:nvPr userDrawn="1"/>
        </p:nvCxnSpPr>
        <p:spPr bwMode="gray">
          <a:xfrm flipH="1">
            <a:off x="8401050" y="1543377"/>
            <a:ext cx="0" cy="3977818"/>
          </a:xfrm>
          <a:prstGeom prst="line">
            <a:avLst/>
          </a:prstGeom>
          <a:noFill/>
          <a:ln w="19050">
            <a:solidFill>
              <a:schemeClr val="accent6"/>
            </a:solidFill>
            <a:round/>
          </a:ln>
          <a:effectLst/>
        </p:spPr>
      </p:cxnSp>
      <p:sp>
        <p:nvSpPr>
          <p:cNvPr id="8" name="Content Placeholder 20">
            <a:extLst>
              <a:ext uri="{FF2B5EF4-FFF2-40B4-BE49-F238E27FC236}">
                <a16:creationId xmlns:a16="http://schemas.microsoft.com/office/drawing/2014/main" id="{7789C2AB-0FAA-0647-B95A-D8A3E341BD5F}"/>
              </a:ext>
            </a:extLst>
          </p:cNvPr>
          <p:cNvSpPr>
            <a:spLocks noGrp="1"/>
          </p:cNvSpPr>
          <p:nvPr>
            <p:ph sz="quarter" idx="20"/>
          </p:nvPr>
        </p:nvSpPr>
        <p:spPr>
          <a:xfrm>
            <a:off x="4596063" y="2000028"/>
            <a:ext cx="3012824"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Tx/>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Content Placeholder 20">
            <a:extLst>
              <a:ext uri="{FF2B5EF4-FFF2-40B4-BE49-F238E27FC236}">
                <a16:creationId xmlns:a16="http://schemas.microsoft.com/office/drawing/2014/main" id="{52835192-0902-8445-BEBB-236A1C87ED56}"/>
              </a:ext>
            </a:extLst>
          </p:cNvPr>
          <p:cNvSpPr>
            <a:spLocks noGrp="1"/>
          </p:cNvSpPr>
          <p:nvPr>
            <p:ph sz="quarter" idx="21"/>
          </p:nvPr>
        </p:nvSpPr>
        <p:spPr>
          <a:xfrm>
            <a:off x="8413992" y="2000028"/>
            <a:ext cx="3011245" cy="4092797"/>
          </a:xfrm>
          <a:prstGeom prst="rect">
            <a:avLst/>
          </a:prstGeom>
        </p:spPr>
        <p:txBody>
          <a:bodyPr lIns="122400" tIns="61200" rIns="122400" bIns="61200">
            <a:noAutofit/>
          </a:bodyPr>
          <a:lstStyle>
            <a:lvl1pPr marL="0" indent="0">
              <a:spcBef>
                <a:spcPts val="500"/>
              </a:spcBef>
              <a:buClr>
                <a:schemeClr val="tx1"/>
              </a:buClr>
              <a:buSzPct val="110000"/>
              <a:buFont typeface="Arial" pitchFamily="34" charset="0"/>
              <a:buNone/>
              <a:defRPr sz="1800" b="0" i="0">
                <a:solidFill>
                  <a:schemeClr val="tx1"/>
                </a:solidFill>
                <a:latin typeface="Arial" pitchFamily="34" charset="0"/>
              </a:defRPr>
            </a:lvl1pPr>
            <a:lvl2pPr marL="180975" indent="-180975">
              <a:spcBef>
                <a:spcPts val="500"/>
              </a:spcBef>
              <a:buClr>
                <a:schemeClr val="tx1"/>
              </a:buClr>
              <a:buSzPct val="110000"/>
              <a:buFont typeface="Arial" pitchFamily="34" charset="0"/>
              <a:buChar char="•"/>
              <a:defRPr sz="1800" b="0" i="0" baseline="0">
                <a:solidFill>
                  <a:schemeClr val="tx1"/>
                </a:solidFill>
                <a:latin typeface="Arial" pitchFamily="34" charset="0"/>
              </a:defRPr>
            </a:lvl2pPr>
            <a:lvl3pPr marL="361950" indent="-180975">
              <a:spcBef>
                <a:spcPts val="500"/>
              </a:spcBef>
              <a:buClr>
                <a:schemeClr val="tx1"/>
              </a:buClr>
              <a:buSzTx/>
              <a:buFont typeface="Calibri" panose="020F0502020204030204" pitchFamily="34" charset="0"/>
              <a:buChar char="–"/>
              <a:defRPr sz="1600" b="0" i="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4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2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0" name="Content Placeholder 2">
            <a:extLst>
              <a:ext uri="{FF2B5EF4-FFF2-40B4-BE49-F238E27FC236}">
                <a16:creationId xmlns:a16="http://schemas.microsoft.com/office/drawing/2014/main" id="{4E20A456-898E-7647-9636-3B35BE74CBDC}"/>
              </a:ext>
            </a:extLst>
          </p:cNvPr>
          <p:cNvSpPr>
            <a:spLocks noGrp="1"/>
          </p:cNvSpPr>
          <p:nvPr>
            <p:ph idx="1" hasCustomPrompt="1"/>
          </p:nvPr>
        </p:nvSpPr>
        <p:spPr>
          <a:xfrm>
            <a:off x="766763" y="1541789"/>
            <a:ext cx="3060700"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sp>
        <p:nvSpPr>
          <p:cNvPr id="11" name="Content Placeholder 2">
            <a:extLst>
              <a:ext uri="{FF2B5EF4-FFF2-40B4-BE49-F238E27FC236}">
                <a16:creationId xmlns:a16="http://schemas.microsoft.com/office/drawing/2014/main" id="{94060416-9D8D-2B4A-96F8-0EF11DCAC266}"/>
              </a:ext>
            </a:extLst>
          </p:cNvPr>
          <p:cNvSpPr>
            <a:spLocks noGrp="1"/>
          </p:cNvSpPr>
          <p:nvPr>
            <p:ph idx="22" hasCustomPrompt="1"/>
          </p:nvPr>
        </p:nvSpPr>
        <p:spPr>
          <a:xfrm>
            <a:off x="4583113" y="1541789"/>
            <a:ext cx="3025776"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sp>
        <p:nvSpPr>
          <p:cNvPr id="12" name="Content Placeholder 2">
            <a:extLst>
              <a:ext uri="{FF2B5EF4-FFF2-40B4-BE49-F238E27FC236}">
                <a16:creationId xmlns:a16="http://schemas.microsoft.com/office/drawing/2014/main" id="{7B3F98ED-EDB1-0746-922E-070BFA3CA393}"/>
              </a:ext>
            </a:extLst>
          </p:cNvPr>
          <p:cNvSpPr>
            <a:spLocks noGrp="1"/>
          </p:cNvSpPr>
          <p:nvPr>
            <p:ph idx="23" hasCustomPrompt="1"/>
          </p:nvPr>
        </p:nvSpPr>
        <p:spPr>
          <a:xfrm>
            <a:off x="8401049" y="1541789"/>
            <a:ext cx="3024189" cy="355552"/>
          </a:xfrm>
          <a:prstGeom prst="rect">
            <a:avLst/>
          </a:prstGeom>
          <a:gradFill>
            <a:gsLst>
              <a:gs pos="0">
                <a:schemeClr val="accent2"/>
              </a:gs>
              <a:gs pos="66000">
                <a:schemeClr val="accent1"/>
              </a:gs>
              <a:gs pos="33000">
                <a:srgbClr val="FF6A00"/>
              </a:gs>
              <a:gs pos="100000">
                <a:schemeClr val="tx2"/>
              </a:gs>
            </a:gsLst>
            <a:lin ang="12000000" scaled="0"/>
          </a:gradFill>
        </p:spPr>
        <p:txBody>
          <a:bodyPr lIns="122400" tIns="61200" rIns="122400" bIns="61200">
            <a:noAutofit/>
          </a:bodyPr>
          <a:lstStyle>
            <a:lvl1pPr marL="0" indent="0">
              <a:spcBef>
                <a:spcPts val="600"/>
              </a:spcBef>
              <a:buSzPct val="120000"/>
              <a:buFont typeface="Arial" pitchFamily="34" charset="0"/>
              <a:buNone/>
              <a:defRPr sz="1600" b="0" baseline="0">
                <a:solidFill>
                  <a:schemeClr val="bg1"/>
                </a:solidFill>
                <a:latin typeface="Arial" pitchFamily="34" charset="0"/>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Cliquer pour ajouter du texte</a:t>
            </a:r>
          </a:p>
        </p:txBody>
      </p:sp>
      <p:cxnSp>
        <p:nvCxnSpPr>
          <p:cNvPr id="13" name="Straight Connector 12">
            <a:extLst>
              <a:ext uri="{FF2B5EF4-FFF2-40B4-BE49-F238E27FC236}">
                <a16:creationId xmlns:a16="http://schemas.microsoft.com/office/drawing/2014/main" id="{3AE45457-E95A-C34E-B64B-96FA51745FDE}"/>
              </a:ext>
            </a:extLst>
          </p:cNvPr>
          <p:cNvCxnSpPr/>
          <p:nvPr userDrawn="1"/>
        </p:nvCxnSpPr>
        <p:spPr bwMode="gray">
          <a:xfrm flipH="1">
            <a:off x="770515" y="1543377"/>
            <a:ext cx="0" cy="3977818"/>
          </a:xfrm>
          <a:prstGeom prst="line">
            <a:avLst/>
          </a:prstGeom>
          <a:noFill/>
          <a:ln w="19050">
            <a:solidFill>
              <a:schemeClr val="accent6"/>
            </a:solidFill>
            <a:round/>
          </a:ln>
          <a:effectLst/>
        </p:spPr>
      </p:cxnSp>
      <p:sp>
        <p:nvSpPr>
          <p:cNvPr id="19" name="TextBox 18">
            <a:extLst>
              <a:ext uri="{FF2B5EF4-FFF2-40B4-BE49-F238E27FC236}">
                <a16:creationId xmlns:a16="http://schemas.microsoft.com/office/drawing/2014/main" id="{128F13C5-CF61-4A4C-8183-EEC7441F9C66}"/>
              </a:ext>
            </a:extLst>
          </p:cNvPr>
          <p:cNvSpPr txBox="1"/>
          <p:nvPr userDrawn="1"/>
        </p:nvSpPr>
        <p:spPr>
          <a:xfrm flipH="1">
            <a:off x="5320145" y="1025236"/>
            <a:ext cx="0" cy="0"/>
          </a:xfrm>
          <a:prstGeom prst="rect">
            <a:avLst/>
          </a:prstGeom>
        </p:spPr>
        <p:txBody>
          <a:bodyPr vert="horz" wrap="none" lIns="0" tIns="0" rIns="0" bIns="0" rtlCol="0" anchor="t" anchorCtr="0">
            <a:noAutofit/>
          </a:bodyPr>
          <a:lstStyle/>
          <a:p>
            <a:pPr algn="l"/>
            <a:endParaRPr lang="en-CA"/>
          </a:p>
        </p:txBody>
      </p:sp>
    </p:spTree>
    <p:extLst>
      <p:ext uri="{BB962C8B-B14F-4D97-AF65-F5344CB8AC3E}">
        <p14:creationId xmlns:p14="http://schemas.microsoft.com/office/powerpoint/2010/main" val="2379164467"/>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Élément graphique avec gros titre">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EAD3CFF-35F0-EE42-99CF-7B91F8844AF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6" name="Espace réservé pour une image  8">
            <a:extLst>
              <a:ext uri="{FF2B5EF4-FFF2-40B4-BE49-F238E27FC236}">
                <a16:creationId xmlns:a16="http://schemas.microsoft.com/office/drawing/2014/main" id="{C4B7093F-77F3-3449-9E60-BC70230FC0A3}"/>
              </a:ext>
            </a:extLst>
          </p:cNvPr>
          <p:cNvSpPr>
            <a:spLocks noGrp="1" noChangeAspect="1"/>
          </p:cNvSpPr>
          <p:nvPr>
            <p:ph type="pic" sz="quarter" idx="15" hasCustomPrompt="1"/>
          </p:nvPr>
        </p:nvSpPr>
        <p:spPr>
          <a:xfrm>
            <a:off x="6111917" y="770881"/>
            <a:ext cx="5321943" cy="5321944"/>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p:spPr>
        <p:txBody>
          <a:bodyPr wrap="square">
            <a:noAutofit/>
          </a:bodyPr>
          <a:lstStyle>
            <a:lvl1pPr marL="0" indent="0">
              <a:buNone/>
              <a:defRPr sz="1800"/>
            </a:lvl1pPr>
          </a:lstStyle>
          <a:p>
            <a:r>
              <a:rPr lang="fr-CA" sz="1800">
                <a:cs typeface="Arial" pitchFamily="34" charset="0"/>
              </a:rPr>
              <a:t>Cliquer sur l’icône « Images » pour y intégrer une nouvelle image hébergée sur votre ordinateur.</a:t>
            </a:r>
            <a:endParaRPr lang="fr-FR"/>
          </a:p>
        </p:txBody>
      </p:sp>
      <p:sp>
        <p:nvSpPr>
          <p:cNvPr id="10"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766763" y="3429000"/>
            <a:ext cx="4608512" cy="2663825"/>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a:extLst>
              <a:ext uri="{FF2B5EF4-FFF2-40B4-BE49-F238E27FC236}">
                <a16:creationId xmlns:a16="http://schemas.microsoft.com/office/drawing/2014/main" id="{F67583A3-6F17-0047-A5BE-2FC8BA4AE87E}"/>
              </a:ext>
            </a:extLst>
          </p:cNvPr>
          <p:cNvSpPr>
            <a:spLocks noGrp="1"/>
          </p:cNvSpPr>
          <p:nvPr>
            <p:ph type="title" hasCustomPrompt="1"/>
          </p:nvPr>
        </p:nvSpPr>
        <p:spPr>
          <a:xfrm>
            <a:off x="777224" y="619403"/>
            <a:ext cx="4598051"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err="1"/>
              <a:t>Titre</a:t>
            </a:r>
            <a:endParaRPr lang="en-US" noProof="0"/>
          </a:p>
        </p:txBody>
      </p:sp>
    </p:spTree>
    <p:extLst>
      <p:ext uri="{BB962C8B-B14F-4D97-AF65-F5344CB8AC3E}">
        <p14:creationId xmlns:p14="http://schemas.microsoft.com/office/powerpoint/2010/main" val="1461549265"/>
      </p:ext>
    </p:extLst>
  </p:cSld>
  <p:clrMapOvr>
    <a:masterClrMapping/>
  </p:clrMapOvr>
  <p:transition/>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Élément graphique avec gros texte">
    <p:spTree>
      <p:nvGrpSpPr>
        <p:cNvPr id="1" name=""/>
        <p:cNvGrpSpPr/>
        <p:nvPr/>
      </p:nvGrpSpPr>
      <p:grpSpPr>
        <a:xfrm>
          <a:off x="0" y="0"/>
          <a:ext cx="0" cy="0"/>
          <a:chOff x="0" y="0"/>
          <a:chExt cx="0" cy="0"/>
        </a:xfrm>
      </p:grpSpPr>
      <p:sp>
        <p:nvSpPr>
          <p:cNvPr id="9" name="Rectangle 8"/>
          <p:cNvSpPr/>
          <p:nvPr userDrawn="1"/>
        </p:nvSpPr>
        <p:spPr bwMode="gray">
          <a:xfrm>
            <a:off x="462707" y="6491436"/>
            <a:ext cx="9721080" cy="216024"/>
          </a:xfrm>
          <a:prstGeom prst="rect">
            <a:avLst/>
          </a:prstGeom>
          <a:solidFill>
            <a:schemeClr val="bg1"/>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11" name="Freeform 6">
            <a:extLst>
              <a:ext uri="{FF2B5EF4-FFF2-40B4-BE49-F238E27FC236}">
                <a16:creationId xmlns:a16="http://schemas.microsoft.com/office/drawing/2014/main" id="{E92206DE-17C9-E04C-89B5-21C279EE24F8}"/>
              </a:ext>
            </a:extLst>
          </p:cNvPr>
          <p:cNvSpPr/>
          <p:nvPr userDrawn="1"/>
        </p:nvSpPr>
        <p:spPr bwMode="auto">
          <a:xfrm rot="16200000" flipH="1">
            <a:off x="7632850" y="776137"/>
            <a:ext cx="3803349" cy="3781425"/>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12" name="Espace réservé du texte 2">
            <a:extLst>
              <a:ext uri="{FF2B5EF4-FFF2-40B4-BE49-F238E27FC236}">
                <a16:creationId xmlns:a16="http://schemas.microsoft.com/office/drawing/2014/main" id="{D3042FBB-DA17-F44B-831D-42583634A8FE}"/>
              </a:ext>
            </a:extLst>
          </p:cNvPr>
          <p:cNvSpPr>
            <a:spLocks noGrp="1"/>
          </p:cNvSpPr>
          <p:nvPr>
            <p:ph type="body" sz="quarter" idx="10" hasCustomPrompt="1"/>
          </p:nvPr>
        </p:nvSpPr>
        <p:spPr>
          <a:xfrm>
            <a:off x="766800" y="578900"/>
            <a:ext cx="6130753" cy="2858812"/>
          </a:xfrm>
          <a:prstGeom prst="rect">
            <a:avLst/>
          </a:prstGeom>
        </p:spPr>
        <p:txBody>
          <a:bodyPr lIns="0" tIns="0" rIns="0" bIns="0">
            <a:noAutofit/>
          </a:bodyPr>
          <a:lstStyle>
            <a:lvl1pPr marL="0" indent="0">
              <a:lnSpc>
                <a:spcPct val="100000"/>
              </a:lnSpc>
              <a:spcBef>
                <a:spcPct val="0"/>
              </a:spcBef>
              <a:buNone/>
              <a:defRPr sz="6000">
                <a:solidFill>
                  <a:schemeClr val="tx1"/>
                </a:solidFill>
              </a:defRPr>
            </a:lvl1pPr>
          </a:lstStyle>
          <a:p>
            <a:pPr lvl="0"/>
            <a:r>
              <a:rPr lang="en-CA"/>
              <a:t>Titre</a:t>
            </a:r>
          </a:p>
        </p:txBody>
      </p:sp>
      <p:sp>
        <p:nvSpPr>
          <p:cNvPr id="4" name="ZoneTexte 3">
            <a:extLst>
              <a:ext uri="{FF2B5EF4-FFF2-40B4-BE49-F238E27FC236}">
                <a16:creationId xmlns:a16="http://schemas.microsoft.com/office/drawing/2014/main" id="{5C837B84-BCBE-CE4F-AAD6-DC4A6359EA7D}"/>
              </a:ext>
            </a:extLst>
          </p:cNvPr>
          <p:cNvSpPr txBox="1"/>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CA" sz="1400" b="1">
                <a:cs typeface="Arial" pitchFamily="34" charset="0"/>
              </a:rPr>
              <a:t>cgi.com</a:t>
            </a:r>
          </a:p>
        </p:txBody>
      </p:sp>
      <p:sp>
        <p:nvSpPr>
          <p:cNvPr id="7" name="ZoneTexte 6">
            <a:extLst>
              <a:ext uri="{FF2B5EF4-FFF2-40B4-BE49-F238E27FC236}">
                <a16:creationId xmlns:a16="http://schemas.microsoft.com/office/drawing/2014/main" id="{CDA1E445-A6EB-ED42-914D-6C8866FA7691}"/>
              </a:ext>
            </a:extLst>
          </p:cNvPr>
          <p:cNvSpPr txBox="1"/>
          <p:nvPr userDrawn="1"/>
        </p:nvSpPr>
        <p:spPr>
          <a:xfrm>
            <a:off x="766763" y="3700463"/>
            <a:ext cx="6234112" cy="2014537"/>
          </a:xfrm>
          <a:prstGeom prst="rect">
            <a:avLst/>
          </a:prstGeom>
        </p:spPr>
        <p:txBody>
          <a:bodyPr vert="horz" wrap="square" lIns="0" tIns="0" rIns="0" bIns="0" rtlCol="0" anchor="t" anchorCtr="0">
            <a:noAutofit/>
          </a:bodyPr>
          <a:lstStyle/>
          <a:p>
            <a:endParaRPr lang="fr-CA">
              <a:effectLst/>
              <a:highlight>
                <a:srgbClr val="FFFF00"/>
              </a:highlight>
            </a:endParaRPr>
          </a:p>
        </p:txBody>
      </p:sp>
      <p:sp>
        <p:nvSpPr>
          <p:cNvPr id="3" name="Espace réservé du texte 2">
            <a:extLst>
              <a:ext uri="{FF2B5EF4-FFF2-40B4-BE49-F238E27FC236}">
                <a16:creationId xmlns:a16="http://schemas.microsoft.com/office/drawing/2014/main" id="{8EB73EB6-4721-DF40-89DE-28F0838BEABA}"/>
              </a:ext>
            </a:extLst>
          </p:cNvPr>
          <p:cNvSpPr>
            <a:spLocks noGrp="1"/>
          </p:cNvSpPr>
          <p:nvPr>
            <p:ph type="body" sz="quarter" idx="11" hasCustomPrompt="1"/>
          </p:nvPr>
        </p:nvSpPr>
        <p:spPr>
          <a:xfrm>
            <a:off x="766763" y="3727452"/>
            <a:ext cx="6121400" cy="2016123"/>
          </a:xfrm>
          <a:prstGeom prst="rect">
            <a:avLst/>
          </a:prstGeom>
        </p:spPr>
        <p:txBody>
          <a:bodyPr lIns="0" tIns="0" rIns="0" bIns="0">
            <a:noAutofit/>
          </a:bodyPr>
          <a:lstStyle>
            <a:lvl1pPr marL="0" indent="0">
              <a:spcBef>
                <a:spcPct val="0"/>
              </a:spcBef>
              <a:buNone/>
              <a:defRPr sz="1600" baseline="0"/>
            </a:lvl1pPr>
          </a:lstStyle>
          <a:p>
            <a:pPr lvl="0"/>
            <a:r>
              <a:rPr lang="en-US" noProof="0"/>
              <a:t>Pour obtenir les plus récentes descriptions de l’entreprise, visitez brand.cgi.com.</a:t>
            </a:r>
          </a:p>
        </p:txBody>
      </p:sp>
      <p:pic>
        <p:nvPicPr>
          <p:cNvPr id="13" name="Image 12">
            <a:extLst>
              <a:ext uri="{FF2B5EF4-FFF2-40B4-BE49-F238E27FC236}">
                <a16:creationId xmlns:a16="http://schemas.microsoft.com/office/drawing/2014/main" id="{8015FD21-3A21-0C40-AB96-FCA90463D16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875838" y="5381505"/>
            <a:ext cx="1549400" cy="720651"/>
          </a:xfrm>
          <a:prstGeom prst="rect">
            <a:avLst/>
          </a:prstGeom>
        </p:spPr>
      </p:pic>
    </p:spTree>
    <p:extLst>
      <p:ext uri="{BB962C8B-B14F-4D97-AF65-F5344CB8AC3E}">
        <p14:creationId xmlns:p14="http://schemas.microsoft.com/office/powerpoint/2010/main" val="1901865146"/>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Élément graphique avec petit titre">
    <p:spTree>
      <p:nvGrpSpPr>
        <p:cNvPr id="1" name=""/>
        <p:cNvGrpSpPr/>
        <p:nvPr/>
      </p:nvGrpSpPr>
      <p:grpSpPr>
        <a:xfrm>
          <a:off x="0" y="0"/>
          <a:ext cx="0" cy="0"/>
          <a:chOff x="0" y="0"/>
          <a:chExt cx="0" cy="0"/>
        </a:xfrm>
      </p:grpSpPr>
      <p:sp>
        <p:nvSpPr>
          <p:cNvPr id="9" name="Rectangle 8"/>
          <p:cNvSpPr/>
          <p:nvPr userDrawn="1"/>
        </p:nvSpPr>
        <p:spPr bwMode="gray">
          <a:xfrm>
            <a:off x="462707" y="6491436"/>
            <a:ext cx="9721080" cy="216024"/>
          </a:xfrm>
          <a:prstGeom prst="rect">
            <a:avLst/>
          </a:prstGeom>
          <a:solidFill>
            <a:schemeClr val="bg1"/>
          </a:solidFill>
          <a:ln w="9525" algn="ctr">
            <a:noFill/>
            <a:miter lim="800000"/>
          </a:ln>
          <a:effectLst/>
        </p:spPr>
        <p:txBody>
          <a:bodyPr lIns="63500" tIns="0" rIns="64800" bIns="0" rtlCol="0" anchor="ctr">
            <a:noAutofit/>
          </a:bodyPr>
          <a:lstStyle/>
          <a:p>
            <a:pPr algn="ctr">
              <a:spcBef>
                <a:spcPct val="0"/>
              </a:spcBef>
              <a:buClrTx/>
              <a:buSzPct val="90000"/>
            </a:pPr>
            <a:endParaRPr lang="en-CA" sz="1600" b="1">
              <a:solidFill>
                <a:schemeClr val="bg1"/>
              </a:solidFill>
              <a:cs typeface="Arial" pitchFamily="34" charset="0"/>
            </a:endParaRPr>
          </a:p>
        </p:txBody>
      </p:sp>
      <p:sp>
        <p:nvSpPr>
          <p:cNvPr id="11" name="Freeform 6">
            <a:extLst>
              <a:ext uri="{FF2B5EF4-FFF2-40B4-BE49-F238E27FC236}">
                <a16:creationId xmlns:a16="http://schemas.microsoft.com/office/drawing/2014/main" id="{E92206DE-17C9-E04C-89B5-21C279EE24F8}"/>
              </a:ext>
            </a:extLst>
          </p:cNvPr>
          <p:cNvSpPr/>
          <p:nvPr userDrawn="1"/>
        </p:nvSpPr>
        <p:spPr bwMode="auto">
          <a:xfrm rot="16200000" flipH="1">
            <a:off x="8417520" y="773869"/>
            <a:ext cx="3016411" cy="2999023"/>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CA" sz="1600" b="1">
              <a:solidFill>
                <a:schemeClr val="bg1"/>
              </a:solidFill>
              <a:cs typeface="Arial" pitchFamily="34" charset="0"/>
            </a:endParaRPr>
          </a:p>
        </p:txBody>
      </p:sp>
      <p:sp>
        <p:nvSpPr>
          <p:cNvPr id="7" name="Slide Number Placeholder 5">
            <a:extLst>
              <a:ext uri="{FF2B5EF4-FFF2-40B4-BE49-F238E27FC236}">
                <a16:creationId xmlns:a16="http://schemas.microsoft.com/office/drawing/2014/main" id="{C474D8A0-16FB-2542-B1F3-7CA2D129151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
        <p:nvSpPr>
          <p:cNvPr id="12" name="Titre 1">
            <a:extLst>
              <a:ext uri="{FF2B5EF4-FFF2-40B4-BE49-F238E27FC236}">
                <a16:creationId xmlns:a16="http://schemas.microsoft.com/office/drawing/2014/main" id="{4B0EAFBC-1A30-3845-B3FB-9DDCB8086A8B}"/>
              </a:ext>
            </a:extLst>
          </p:cNvPr>
          <p:cNvSpPr>
            <a:spLocks noGrp="1"/>
          </p:cNvSpPr>
          <p:nvPr>
            <p:ph type="title" hasCustomPrompt="1"/>
          </p:nvPr>
        </p:nvSpPr>
        <p:spPr>
          <a:xfrm>
            <a:off x="765737" y="683246"/>
            <a:ext cx="6108399" cy="531097"/>
          </a:xfrm>
        </p:spPr>
        <p:txBody>
          <a:bodyPr>
            <a:noAutofit/>
          </a:bodyPr>
          <a:lstStyle>
            <a:lvl1pPr>
              <a:defRPr sz="2800">
                <a:solidFill>
                  <a:schemeClr val="tx1"/>
                </a:solidFill>
              </a:defRPr>
            </a:lvl1pPr>
          </a:lstStyle>
          <a:p>
            <a:r>
              <a:rPr lang="en-CA"/>
              <a:t>Titre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p:nvPr>
        </p:nvSpPr>
        <p:spPr>
          <a:xfrm>
            <a:off x="766763" y="1704110"/>
            <a:ext cx="6107373" cy="4123253"/>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66784187"/>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act page">
    <p:spTree>
      <p:nvGrpSpPr>
        <p:cNvPr id="1" name=""/>
        <p:cNvGrpSpPr/>
        <p:nvPr/>
      </p:nvGrpSpPr>
      <p:grpSpPr>
        <a:xfrm>
          <a:off x="0" y="0"/>
          <a:ext cx="0" cy="0"/>
          <a:chOff x="0" y="0"/>
          <a:chExt cx="0" cy="0"/>
        </a:xfrm>
      </p:grpSpPr>
      <p:sp>
        <p:nvSpPr>
          <p:cNvPr id="4" name="Picture Placeholder 20">
            <a:extLst>
              <a:ext uri="{FF2B5EF4-FFF2-40B4-BE49-F238E27FC236}">
                <a16:creationId xmlns:a16="http://schemas.microsoft.com/office/drawing/2014/main" id="{CA3CDF8A-556A-3F4E-82A4-A5DA4775BE66}"/>
              </a:ext>
            </a:extLst>
          </p:cNvPr>
          <p:cNvSpPr>
            <a:spLocks noGrp="1" noChangeAspect="1"/>
          </p:cNvSpPr>
          <p:nvPr>
            <p:ph type="pic" sz="quarter" idx="14" hasCustomPrompt="1"/>
          </p:nvPr>
        </p:nvSpPr>
        <p:spPr>
          <a:xfrm>
            <a:off x="782529" y="3941366"/>
            <a:ext cx="1080647" cy="1080000"/>
          </a:xfrm>
          <a:prstGeom prst="rect">
            <a:avLst/>
          </a:prstGeom>
          <a:ln>
            <a:noFill/>
          </a:ln>
        </p:spPr>
        <p:txBody>
          <a:bodyPr lIns="0" tIns="0" rIns="0" bIns="0">
            <a:noAutofit/>
          </a:bodyPr>
          <a:lstStyle>
            <a:lvl1pPr marL="0" indent="0" algn="ctr">
              <a:buNone/>
              <a:defRPr lang="en-GB" sz="11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5" name="Picture Placeholder 20">
            <a:extLst>
              <a:ext uri="{FF2B5EF4-FFF2-40B4-BE49-F238E27FC236}">
                <a16:creationId xmlns:a16="http://schemas.microsoft.com/office/drawing/2014/main" id="{BEE923B2-3662-614C-AEC1-846B00F55FD1}"/>
              </a:ext>
            </a:extLst>
          </p:cNvPr>
          <p:cNvSpPr>
            <a:spLocks noGrp="1" noChangeAspect="1"/>
          </p:cNvSpPr>
          <p:nvPr>
            <p:ph type="pic" sz="quarter" idx="15" hasCustomPrompt="1"/>
          </p:nvPr>
        </p:nvSpPr>
        <p:spPr>
          <a:xfrm>
            <a:off x="6312001" y="3941366"/>
            <a:ext cx="1080647" cy="1080000"/>
          </a:xfrm>
          <a:prstGeom prst="rect">
            <a:avLst/>
          </a:prstGeom>
          <a:ln>
            <a:noFill/>
          </a:ln>
        </p:spPr>
        <p:txBody>
          <a:bodyPr lIns="0" tIns="0" rIns="0" bIns="0">
            <a:noAutofit/>
          </a:bodyPr>
          <a:lstStyle>
            <a:lvl1pPr marL="0" indent="0" algn="ctr">
              <a:buNone/>
              <a:defRPr lang="en-GB" sz="1100" kern="1200" baseline="0" noProof="0" smtClean="0">
                <a:solidFill>
                  <a:schemeClr val="tx1"/>
                </a:solidFill>
                <a:latin typeface="Arial" pitchFamily="34" charset="0"/>
                <a:ea typeface="+mn-ea"/>
                <a:cs typeface="+mn-cs"/>
              </a:defRPr>
            </a:lvl1pPr>
          </a:lstStyle>
          <a:p>
            <a:r>
              <a:rPr lang="fr-FR"/>
              <a:t>Cliquer sur l'icône pour ajouter une image</a:t>
            </a:r>
            <a:endParaRPr lang="en-US"/>
          </a:p>
        </p:txBody>
      </p:sp>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612855"/>
            <a:ext cx="10658475" cy="920750"/>
          </a:xfrm>
          <a:prstGeom prst="rect">
            <a:avLst/>
          </a:prstGeom>
        </p:spPr>
        <p:txBody>
          <a:bodyPr vert="horz" lIns="0" tIns="0" rIns="0" bIns="0" rtlCol="0" anchor="b" anchorCtr="0">
            <a:noAutofit/>
          </a:bodyPr>
          <a:lstStyle>
            <a:lvl1pPr>
              <a:defRPr/>
            </a:lvl1pPr>
          </a:lstStyle>
          <a:p>
            <a:r>
              <a:rPr lang="fr-FR" noProof="0"/>
              <a:t>Modifier le style du titre</a:t>
            </a:r>
            <a:endParaRPr lang="en-US" noProof="0"/>
          </a:p>
        </p:txBody>
      </p:sp>
      <p:sp>
        <p:nvSpPr>
          <p:cNvPr id="7" name="Content Placeholder 20">
            <a:extLst>
              <a:ext uri="{FF2B5EF4-FFF2-40B4-BE49-F238E27FC236}">
                <a16:creationId xmlns:a16="http://schemas.microsoft.com/office/drawing/2014/main" id="{5CCB27AD-C0CD-2C42-B030-26334E078C02}"/>
              </a:ext>
            </a:extLst>
          </p:cNvPr>
          <p:cNvSpPr>
            <a:spLocks noGrp="1"/>
          </p:cNvSpPr>
          <p:nvPr>
            <p:ph sz="quarter" idx="17"/>
          </p:nvPr>
        </p:nvSpPr>
        <p:spPr>
          <a:xfrm>
            <a:off x="2316163" y="3941366"/>
            <a:ext cx="3816350" cy="2151459"/>
          </a:xfrm>
          <a:prstGeom prst="rect">
            <a:avLst/>
          </a:prstGeom>
        </p:spPr>
        <p:txBody>
          <a:bodyPr lIns="0" tIns="0" rIns="0" bIns="0">
            <a:noAutofit/>
          </a:bodyPr>
          <a:lstStyle>
            <a:lvl1pPr marL="0" indent="0">
              <a:spcBef>
                <a:spcPts val="500"/>
              </a:spcBef>
              <a:buClr>
                <a:srgbClr val="000000"/>
              </a:buClr>
              <a:buSzTx/>
              <a:buFont typeface="Arial" pitchFamily="34" charset="0"/>
              <a:buNone/>
              <a:defRPr sz="1600">
                <a:solidFill>
                  <a:schemeClr val="tx1"/>
                </a:solidFill>
                <a:latin typeface="Arial" pitchFamily="34" charset="0"/>
              </a:defRPr>
            </a:lvl1pPr>
            <a:lvl2pPr marL="355600" indent="0">
              <a:spcBef>
                <a:spcPts val="500"/>
              </a:spcBef>
              <a:buClr>
                <a:srgbClr val="000000"/>
              </a:buClr>
              <a:buSzTx/>
              <a:buFont typeface="Arial" pitchFamily="34" charset="0"/>
              <a:buNone/>
              <a:defRPr sz="1400" baseline="0">
                <a:solidFill>
                  <a:schemeClr val="tx1"/>
                </a:solidFill>
                <a:latin typeface="Arial" pitchFamily="34" charset="0"/>
              </a:defRPr>
            </a:lvl2pPr>
            <a:lvl3pPr marL="536575" indent="-273050">
              <a:spcBef>
                <a:spcPts val="500"/>
              </a:spcBef>
              <a:buClr>
                <a:srgbClr val="000000"/>
              </a:buClr>
              <a:buSzTx/>
              <a:buFont typeface="Arial" pitchFamily="34" charset="0"/>
              <a:buChar char="•"/>
              <a:defRPr sz="1400">
                <a:solidFill>
                  <a:schemeClr val="tx1"/>
                </a:solidFill>
                <a:latin typeface="Arial" pitchFamily="34" charset="0"/>
              </a:defRPr>
            </a:lvl3pPr>
            <a:lvl4pPr marL="811213" indent="-274638">
              <a:spcBef>
                <a:spcPts val="500"/>
              </a:spcBef>
              <a:buClr>
                <a:srgbClr val="000000"/>
              </a:buClr>
              <a:buSzTx/>
              <a:buFont typeface="Wingdings" pitchFamily="2" charset="2"/>
              <a:buChar char="§"/>
              <a:defRPr sz="1200">
                <a:solidFill>
                  <a:schemeClr val="tx1"/>
                </a:solidFill>
                <a:latin typeface="Arial" pitchFamily="34" charset="0"/>
              </a:defRPr>
            </a:lvl4pPr>
            <a:lvl5pPr marL="1074738" indent="-263525">
              <a:spcBef>
                <a:spcPts val="500"/>
              </a:spcBef>
              <a:buClr>
                <a:srgbClr val="000000"/>
              </a:buClr>
              <a:buSzTx/>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8" name="Content Placeholder 20">
            <a:extLst>
              <a:ext uri="{FF2B5EF4-FFF2-40B4-BE49-F238E27FC236}">
                <a16:creationId xmlns:a16="http://schemas.microsoft.com/office/drawing/2014/main" id="{103CCFC1-1851-B54B-9A3F-03A9AB582882}"/>
              </a:ext>
            </a:extLst>
          </p:cNvPr>
          <p:cNvSpPr>
            <a:spLocks noGrp="1"/>
          </p:cNvSpPr>
          <p:nvPr>
            <p:ph sz="quarter" idx="22"/>
          </p:nvPr>
        </p:nvSpPr>
        <p:spPr>
          <a:xfrm>
            <a:off x="7608888" y="3941366"/>
            <a:ext cx="3816350" cy="2151459"/>
          </a:xfrm>
          <a:prstGeom prst="rect">
            <a:avLst/>
          </a:prstGeom>
        </p:spPr>
        <p:txBody>
          <a:bodyPr lIns="0" tIns="0" rIns="0" bIns="0">
            <a:noAutofit/>
          </a:bodyPr>
          <a:lstStyle>
            <a:lvl1pPr marL="0" indent="0">
              <a:spcBef>
                <a:spcPts val="500"/>
              </a:spcBef>
              <a:buClr>
                <a:schemeClr val="tx1"/>
              </a:buClr>
              <a:buSzTx/>
              <a:buFont typeface="Arial" pitchFamily="34" charset="0"/>
              <a:buNone/>
              <a:defRPr sz="1600">
                <a:solidFill>
                  <a:schemeClr val="tx1"/>
                </a:solidFill>
                <a:latin typeface="Arial" pitchFamily="34" charset="0"/>
              </a:defRPr>
            </a:lvl1pPr>
            <a:lvl2pPr marL="355600" indent="0">
              <a:spcBef>
                <a:spcPts val="500"/>
              </a:spcBef>
              <a:buClr>
                <a:schemeClr val="tx1"/>
              </a:buClr>
              <a:buSzTx/>
              <a:buFont typeface="Arial" pitchFamily="34" charset="0"/>
              <a:buNone/>
              <a:defRPr sz="1400" baseline="0">
                <a:solidFill>
                  <a:schemeClr val="tx1"/>
                </a:solidFill>
                <a:latin typeface="Arial" pitchFamily="34" charset="0"/>
              </a:defRPr>
            </a:lvl2pPr>
            <a:lvl3pPr marL="536575" indent="-273050">
              <a:spcBef>
                <a:spcPts val="500"/>
              </a:spcBef>
              <a:buClr>
                <a:schemeClr val="tx1"/>
              </a:buClr>
              <a:buSzTx/>
              <a:buFont typeface="Arial" pitchFamily="34" charset="0"/>
              <a:buChar char="•"/>
              <a:defRPr sz="14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2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Slide Number Placeholder 5">
            <a:extLst>
              <a:ext uri="{FF2B5EF4-FFF2-40B4-BE49-F238E27FC236}">
                <a16:creationId xmlns:a16="http://schemas.microsoft.com/office/drawing/2014/main" id="{7F0484C1-4630-D247-85B4-84AA33A128E8}"/>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2709469680"/>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age de conclusion pour les présentations de ven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66762" y="1460253"/>
            <a:ext cx="8389938" cy="461665"/>
          </a:xfrm>
        </p:spPr>
        <p:txBody>
          <a:bodyPr wrap="square" lIns="0" tIns="0" rIns="0" bIns="0">
            <a:noAutofit/>
          </a:bodyPr>
          <a:lstStyle>
            <a:lvl1pPr algn="l">
              <a:defRPr sz="3000" baseline="0">
                <a:solidFill>
                  <a:schemeClr val="tx1"/>
                </a:solidFill>
              </a:defRPr>
            </a:lvl1pPr>
          </a:lstStyle>
          <a:p>
            <a:r>
              <a:rPr lang="en-US" noProof="0" err="1"/>
              <a:t>Texte</a:t>
            </a:r>
            <a:endParaRPr lang="en-US" noProof="0"/>
          </a:p>
        </p:txBody>
      </p:sp>
      <p:sp>
        <p:nvSpPr>
          <p:cNvPr id="5" name="Subtitle 2"/>
          <p:cNvSpPr>
            <a:spLocks noGrp="1"/>
          </p:cNvSpPr>
          <p:nvPr>
            <p:ph type="subTitle" idx="1"/>
          </p:nvPr>
        </p:nvSpPr>
        <p:spPr>
          <a:xfrm>
            <a:off x="753138" y="2294587"/>
            <a:ext cx="8403561" cy="702365"/>
          </a:xfrm>
          <a:prstGeom prst="rect">
            <a:avLst/>
          </a:prstGeom>
        </p:spPr>
        <p:txBody>
          <a:bodyPr lIns="0" tIns="0" rIns="0" bIns="0" anchor="t" anchorCtr="0">
            <a:noAutofit/>
          </a:bodyPr>
          <a:lstStyle>
            <a:lvl1pPr marL="0" indent="0" algn="l">
              <a:buNone/>
              <a:defRPr sz="1600">
                <a:solidFill>
                  <a:schemeClr val="tx1"/>
                </a:solidFill>
                <a:latin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8" name="Slide Number Placeholder 5">
            <a:extLst>
              <a:ext uri="{FF2B5EF4-FFF2-40B4-BE49-F238E27FC236}">
                <a16:creationId xmlns:a16="http://schemas.microsoft.com/office/drawing/2014/main" id="{4B92B566-061D-B145-9022-F401D638E73F}"/>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a:p>
        </p:txBody>
      </p:sp>
    </p:spTree>
    <p:extLst>
      <p:ext uri="{BB962C8B-B14F-4D97-AF65-F5344CB8AC3E}">
        <p14:creationId xmlns:p14="http://schemas.microsoft.com/office/powerpoint/2010/main" val="1008916510"/>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ernière diapo">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8666CAE6-9220-9D4A-A132-D9F6BA0AB493}"/>
              </a:ext>
            </a:extLst>
          </p:cNvPr>
          <p:cNvSpPr>
            <a:spLocks noGrp="1"/>
          </p:cNvSpPr>
          <p:nvPr>
            <p:ph type="title" hasCustomPrompt="1"/>
          </p:nvPr>
        </p:nvSpPr>
        <p:spPr>
          <a:xfrm>
            <a:off x="766763" y="3285360"/>
            <a:ext cx="4608512" cy="318452"/>
          </a:xfrm>
          <a:prstGeom prst="rect">
            <a:avLst/>
          </a:prstGeom>
        </p:spPr>
        <p:txBody>
          <a:bodyPr vert="horz" lIns="0" tIns="0" rIns="0" bIns="0" rtlCol="0" anchor="t" anchorCtr="0">
            <a:noAutofit/>
          </a:bodyPr>
          <a:lstStyle>
            <a:lvl1pPr>
              <a:defRPr sz="1800" b="1">
                <a:solidFill>
                  <a:schemeClr val="accent1"/>
                </a:solidFill>
              </a:defRPr>
            </a:lvl1pPr>
          </a:lstStyle>
          <a:p>
            <a:r>
              <a:rPr lang="fr-FR" noProof="0"/>
              <a:t>Modifier le style du titre</a:t>
            </a:r>
            <a:endParaRPr lang="en-US" noProof="0"/>
          </a:p>
        </p:txBody>
      </p:sp>
      <p:sp>
        <p:nvSpPr>
          <p:cNvPr id="5" name="Content Placeholder 20">
            <a:extLst>
              <a:ext uri="{FF2B5EF4-FFF2-40B4-BE49-F238E27FC236}">
                <a16:creationId xmlns:a16="http://schemas.microsoft.com/office/drawing/2014/main" id="{85E43662-3308-F34D-B441-CCB9F6406906}"/>
              </a:ext>
            </a:extLst>
          </p:cNvPr>
          <p:cNvSpPr>
            <a:spLocks noGrp="1"/>
          </p:cNvSpPr>
          <p:nvPr>
            <p:ph sz="quarter" idx="17"/>
          </p:nvPr>
        </p:nvSpPr>
        <p:spPr>
          <a:xfrm>
            <a:off x="766762" y="3861360"/>
            <a:ext cx="4608513" cy="2231465"/>
          </a:xfrm>
          <a:prstGeom prst="rect">
            <a:avLst/>
          </a:prstGeom>
        </p:spPr>
        <p:txBody>
          <a:bodyPr lIns="0" tIns="0" rIns="0" bIns="0">
            <a:noAutofit/>
          </a:bodyPr>
          <a:lstStyle>
            <a:lvl1pPr marL="0" indent="0">
              <a:lnSpc>
                <a:spcPct val="110000"/>
              </a:lnSpc>
              <a:spcBef>
                <a:spcPts val="500"/>
              </a:spcBef>
              <a:buClr>
                <a:schemeClr val="tx1"/>
              </a:buClr>
              <a:buSzPct val="110000"/>
              <a:buFont typeface="Arial" pitchFamily="34" charset="0"/>
              <a:buNone/>
              <a:defRPr sz="1200">
                <a:solidFill>
                  <a:schemeClr val="tx1"/>
                </a:solidFill>
                <a:latin typeface="Arial" pitchFamily="34" charset="0"/>
              </a:defRPr>
            </a:lvl1pPr>
            <a:lvl2pPr marL="263525" indent="-263525">
              <a:lnSpc>
                <a:spcPct val="110000"/>
              </a:lnSpc>
              <a:spcBef>
                <a:spcPts val="500"/>
              </a:spcBef>
              <a:buClr>
                <a:schemeClr val="tx1"/>
              </a:buClr>
              <a:buSzPct val="110000"/>
              <a:buFont typeface="Arial" pitchFamily="34" charset="0"/>
              <a:buChar char="•"/>
              <a:defRPr sz="1200" baseline="0">
                <a:solidFill>
                  <a:schemeClr val="tx1"/>
                </a:solidFill>
                <a:latin typeface="Arial" pitchFamily="34" charset="0"/>
              </a:defRPr>
            </a:lvl2pPr>
            <a:lvl3pPr marL="536575" indent="-273050">
              <a:lnSpc>
                <a:spcPct val="110000"/>
              </a:lnSpc>
              <a:spcBef>
                <a:spcPts val="500"/>
              </a:spcBef>
              <a:buClr>
                <a:schemeClr val="tx1"/>
              </a:buClr>
              <a:buSzTx/>
              <a:buFont typeface="Calibri" panose="020F0502020204030204" pitchFamily="34" charset="0"/>
              <a:buChar char="–"/>
              <a:defRPr sz="1100">
                <a:solidFill>
                  <a:schemeClr val="tx1"/>
                </a:solidFill>
                <a:latin typeface="Arial" pitchFamily="34" charset="0"/>
              </a:defRPr>
            </a:lvl3pPr>
            <a:lvl4pPr marL="811213" indent="-274638">
              <a:lnSpc>
                <a:spcPct val="110000"/>
              </a:lnSpc>
              <a:spcBef>
                <a:spcPts val="500"/>
              </a:spcBef>
              <a:buClr>
                <a:schemeClr val="tx1"/>
              </a:buClr>
              <a:buSzPct val="110000"/>
              <a:buFont typeface="Wingdings" pitchFamily="2" charset="2"/>
              <a:buChar char="§"/>
              <a:defRPr sz="1100">
                <a:solidFill>
                  <a:schemeClr val="tx1"/>
                </a:solidFill>
                <a:latin typeface="Arial" pitchFamily="34" charset="0"/>
              </a:defRPr>
            </a:lvl4pPr>
            <a:lvl5pPr marL="1074738" indent="-263525">
              <a:lnSpc>
                <a:spcPct val="110000"/>
              </a:lnSpc>
              <a:spcBef>
                <a:spcPts val="500"/>
              </a:spcBef>
              <a:buClr>
                <a:schemeClr val="tx1"/>
              </a:buClr>
              <a:buSzPct val="110000"/>
              <a:buFont typeface="Courier New" panose="02070309020205020404" pitchFamily="49" charset="0"/>
              <a:buChar char="o"/>
              <a:defRPr sz="11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Image 6">
            <a:extLst>
              <a:ext uri="{FF2B5EF4-FFF2-40B4-BE49-F238E27FC236}">
                <a16:creationId xmlns:a16="http://schemas.microsoft.com/office/drawing/2014/main" id="{10D5FF40-5F2F-E248-AEE7-244AED59849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893300" y="5381505"/>
            <a:ext cx="1549400" cy="720651"/>
          </a:xfrm>
          <a:prstGeom prst="rect">
            <a:avLst/>
          </a:prstGeom>
        </p:spPr>
      </p:pic>
    </p:spTree>
    <p:extLst>
      <p:ext uri="{BB962C8B-B14F-4D97-AF65-F5344CB8AC3E}">
        <p14:creationId xmlns:p14="http://schemas.microsoft.com/office/powerpoint/2010/main" val="1128392805"/>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le only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794BB4-8070-CB70-06F6-0F69C001300A}"/>
              </a:ext>
            </a:extLst>
          </p:cNvPr>
          <p:cNvSpPr>
            <a:spLocks noGrp="1"/>
          </p:cNvSpPr>
          <p:nvPr>
            <p:ph type="title" hasCustomPrompt="1"/>
          </p:nvPr>
        </p:nvSpPr>
        <p:spPr/>
        <p:txBody>
          <a:bodyPr/>
          <a:lstStyle/>
          <a:p>
            <a:r>
              <a:rPr lang="en-US"/>
              <a:t>Title only slide – click to add title</a:t>
            </a:r>
          </a:p>
        </p:txBody>
      </p:sp>
      <p:sp>
        <p:nvSpPr>
          <p:cNvPr id="2" name="Footer Placeholder 1">
            <a:extLst>
              <a:ext uri="{FF2B5EF4-FFF2-40B4-BE49-F238E27FC236}">
                <a16:creationId xmlns:a16="http://schemas.microsoft.com/office/drawing/2014/main" id="{F2C87742-AE32-5B9D-5FE2-AFB515A3B860}"/>
              </a:ext>
            </a:extLst>
          </p:cNvPr>
          <p:cNvSpPr>
            <a:spLocks noGrp="1"/>
          </p:cNvSpPr>
          <p:nvPr>
            <p:ph type="ftr" sz="quarter" idx="13"/>
          </p:nvPr>
        </p:nvSpPr>
        <p:spPr>
          <a:xfrm>
            <a:off x="4038600" y="6965950"/>
            <a:ext cx="4114800" cy="137160"/>
          </a:xfrm>
        </p:spPr>
        <p:txBody>
          <a:bodyPr/>
          <a:lstStyle/>
          <a:p>
            <a:endParaRPr lang="en-US" noProof="0"/>
          </a:p>
        </p:txBody>
      </p:sp>
      <p:sp>
        <p:nvSpPr>
          <p:cNvPr id="7" name="Slide Number Placeholder 6">
            <a:extLst>
              <a:ext uri="{FF2B5EF4-FFF2-40B4-BE49-F238E27FC236}">
                <a16:creationId xmlns:a16="http://schemas.microsoft.com/office/drawing/2014/main" id="{0CD77F76-3BCB-7CAC-C7D7-E0AAD9A90688}"/>
              </a:ext>
            </a:extLst>
          </p:cNvPr>
          <p:cNvSpPr>
            <a:spLocks noGrp="1"/>
          </p:cNvSpPr>
          <p:nvPr>
            <p:ph type="sldNum" sz="quarter" idx="12"/>
          </p:nvPr>
        </p:nvSpPr>
        <p:spPr>
          <a:xfrm>
            <a:off x="11163034" y="6965950"/>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799014347"/>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slide –  Layout 3B">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‹N°›</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FR"/>
              <a:t>Cliquez sur l'icône pour ajouter une image</a:t>
            </a:r>
            <a:endParaRPr lang="en-GB"/>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2019728063"/>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A0BF8-6686-4F02-AB36-9614142B369E}"/>
              </a:ext>
            </a:extLst>
          </p:cNvPr>
          <p:cNvSpPr>
            <a:spLocks noGrp="1"/>
          </p:cNvSpPr>
          <p:nvPr>
            <p:ph type="ctrTitle"/>
          </p:nvPr>
        </p:nvSpPr>
        <p:spPr>
          <a:xfrm>
            <a:off x="1524000" y="1122363"/>
            <a:ext cx="9144000" cy="2387600"/>
          </a:xfrm>
        </p:spPr>
        <p:txBody>
          <a:bodyPr anchor="b"/>
          <a:lstStyle>
            <a:lvl1pPr algn="ctr">
              <a:defRPr sz="4875"/>
            </a:lvl1pPr>
          </a:lstStyle>
          <a:p>
            <a:r>
              <a:rPr lang="en-US"/>
              <a:t>Click to edit Master title style</a:t>
            </a:r>
            <a:endParaRPr lang="en-GB"/>
          </a:p>
        </p:txBody>
      </p:sp>
      <p:sp>
        <p:nvSpPr>
          <p:cNvPr id="3" name="Subtitle 2">
            <a:extLst>
              <a:ext uri="{FF2B5EF4-FFF2-40B4-BE49-F238E27FC236}">
                <a16:creationId xmlns:a16="http://schemas.microsoft.com/office/drawing/2014/main" id="{93B406FE-1165-421C-8D35-96F0CFEA6D51}"/>
              </a:ext>
            </a:extLst>
          </p:cNvPr>
          <p:cNvSpPr>
            <a:spLocks noGrp="1"/>
          </p:cNvSpPr>
          <p:nvPr>
            <p:ph type="subTitle" idx="1"/>
          </p:nvPr>
        </p:nvSpPr>
        <p:spPr>
          <a:xfrm>
            <a:off x="1524000" y="3602038"/>
            <a:ext cx="91440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A7B22AA-13F6-430C-B5C3-3ED6A1325F28}"/>
              </a:ext>
            </a:extLst>
          </p:cNvPr>
          <p:cNvSpPr>
            <a:spLocks noGrp="1"/>
          </p:cNvSpPr>
          <p:nvPr>
            <p:ph type="dt" sz="half" idx="10"/>
          </p:nvPr>
        </p:nvSpPr>
        <p:spPr/>
        <p:txBody>
          <a:bodyPr/>
          <a:lstStyle/>
          <a:p>
            <a:fld id="{1661375A-C223-44C8-917C-F7C3A1BCD50F}" type="datetimeFigureOut">
              <a:rPr lang="en-GB" smtClean="0"/>
              <a:t>26/04/2026</a:t>
            </a:fld>
            <a:endParaRPr lang="en-GB"/>
          </a:p>
        </p:txBody>
      </p:sp>
      <p:sp>
        <p:nvSpPr>
          <p:cNvPr id="5" name="Footer Placeholder 4">
            <a:extLst>
              <a:ext uri="{FF2B5EF4-FFF2-40B4-BE49-F238E27FC236}">
                <a16:creationId xmlns:a16="http://schemas.microsoft.com/office/drawing/2014/main" id="{12FB799C-1B8A-42C0-AD53-6DBEF2EC7EF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D8C035E-958A-44D5-9920-E77375E90336}"/>
              </a:ext>
            </a:extLst>
          </p:cNvPr>
          <p:cNvSpPr>
            <a:spLocks noGrp="1"/>
          </p:cNvSpPr>
          <p:nvPr>
            <p:ph type="sldNum" sz="quarter" idx="12"/>
          </p:nvPr>
        </p:nvSpPr>
        <p:spPr/>
        <p:txBody>
          <a:bodyPr/>
          <a:lstStyle/>
          <a:p>
            <a:fld id="{6983841B-0DB4-4C99-B5E5-79625F01DBF7}" type="slidenum">
              <a:rPr lang="en-GB" smtClean="0"/>
              <a:t>‹N°›</a:t>
            </a:fld>
            <a:endParaRPr lang="en-GB"/>
          </a:p>
        </p:txBody>
      </p:sp>
    </p:spTree>
    <p:extLst>
      <p:ext uri="{BB962C8B-B14F-4D97-AF65-F5344CB8AC3E}">
        <p14:creationId xmlns:p14="http://schemas.microsoft.com/office/powerpoint/2010/main" val="37446418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6763" y="682513"/>
            <a:ext cx="10658475" cy="936625"/>
          </a:xfrm>
          <a:prstGeom prst="rect">
            <a:avLst/>
          </a:prstGeom>
        </p:spPr>
        <p:txBody>
          <a:bodyPr vert="horz" lIns="0" tIns="0" rIns="0" bIns="0" rtlCol="0" anchor="t" anchorCtr="0">
            <a:normAutofit/>
          </a:bodyPr>
          <a:lstStyle/>
          <a:p>
            <a:r>
              <a:rPr lang="fr-CA" noProof="0"/>
              <a:t>Titre</a:t>
            </a:r>
            <a:endParaRPr lang="en-CA" noProof="0"/>
          </a:p>
        </p:txBody>
      </p:sp>
      <p:sp>
        <p:nvSpPr>
          <p:cNvPr id="90" name="Slide Number Placeholder 5"/>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smtClean="0">
                <a:solidFill>
                  <a:schemeClr val="tx1"/>
                </a:solidFill>
                <a:latin typeface="+mn-lt"/>
                <a:ea typeface="+mn-ea"/>
                <a:cs typeface="Arial" pitchFamily="34" charset="0"/>
              </a:defRPr>
            </a:lvl1pPr>
          </a:lstStyle>
          <a:p>
            <a:fld id="{525A3C56-E491-49B2-93F3-63532DF516BC}" type="slidenum">
              <a:rPr lang="en-CA" smtClean="0"/>
              <a:t>‹N°›</a:t>
            </a:fld>
            <a:endParaRPr lang="en-CA" dirty="0"/>
          </a:p>
        </p:txBody>
      </p:sp>
      <p:sp>
        <p:nvSpPr>
          <p:cNvPr id="96" name="TextBox 95" descr="Copyright_box&#10;"/>
          <p:cNvSpPr txBox="1"/>
          <p:nvPr userDrawn="1"/>
        </p:nvSpPr>
        <p:spPr bwMode="auto">
          <a:xfrm>
            <a:off x="766763" y="6264308"/>
            <a:ext cx="1920658" cy="169200"/>
          </a:xfrm>
          <a:prstGeom prst="rect">
            <a:avLst/>
          </a:prstGeom>
          <a:noFill/>
          <a:ln w="9525" algn="ctr">
            <a:noFill/>
            <a:miter lim="800000"/>
          </a:ln>
          <a:effectLst/>
        </p:spPr>
        <p:txBody>
          <a:bodyPr vert="horz" wrap="none" lIns="0" tIns="0" rIns="0" bIns="0" rtlCol="0" anchor="ctr" anchorCtr="0">
            <a:noAutofit/>
          </a:bodyPr>
          <a:lstStyle/>
          <a:p>
            <a:pPr algn="l"/>
            <a:r>
              <a:rPr lang="en-CA" sz="1000" dirty="0">
                <a:latin typeface="+mn-lt"/>
              </a:rPr>
              <a:t>© 2026 CGI inc.</a:t>
            </a:r>
            <a:endParaRPr lang="en-CA" sz="1000" b="0" i="0" u="none" dirty="0">
              <a:solidFill>
                <a:schemeClr val="tx1"/>
              </a:solidFill>
              <a:latin typeface="+mn-lt"/>
              <a:cs typeface="Arial" pitchFamily="34" charset="0"/>
            </a:endParaRPr>
          </a:p>
        </p:txBody>
      </p:sp>
      <p:sp>
        <p:nvSpPr>
          <p:cNvPr id="101" name="TextBox 100" descr="CONFIDENTIAL_TAG_0xFFEE"/>
          <p:cNvSpPr txBox="1"/>
          <p:nvPr userDrawn="1"/>
        </p:nvSpPr>
        <p:spPr bwMode="auto">
          <a:xfrm>
            <a:off x="9100382" y="6273302"/>
            <a:ext cx="1439604" cy="169200"/>
          </a:xfrm>
          <a:prstGeom prst="rect">
            <a:avLst/>
          </a:prstGeom>
          <a:noFill/>
          <a:ln w="9525" algn="ctr">
            <a:noFill/>
            <a:miter lim="800000"/>
          </a:ln>
          <a:effectLst>
            <a:glow>
              <a:srgbClr val="000000"/>
            </a:glow>
          </a:effectLst>
        </p:spPr>
        <p:txBody>
          <a:bodyPr vert="horz" wrap="square" lIns="0" tIns="0" rIns="0" bIns="0" rtlCol="0">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CA" sz="1000" b="0" i="0" u="none" strike="noStrike" kern="1200" cap="none" spc="0" normalizeH="0" baseline="0" noProof="0">
              <a:ln>
                <a:noFill/>
              </a:ln>
              <a:solidFill>
                <a:schemeClr val="tx1"/>
              </a:solidFill>
              <a:effectLst/>
              <a:uLnTx/>
              <a:uFillTx/>
              <a:latin typeface="+mn-lt"/>
              <a:ea typeface="+mn-ea"/>
              <a:cs typeface="Arial" pitchFamily="34" charset="0"/>
            </a:endParaRPr>
          </a:p>
        </p:txBody>
      </p:sp>
    </p:spTree>
  </p:cSld>
  <p:clrMap bg1="lt1" tx1="dk1" bg2="lt2" tx2="dk2" accent1="accent1" accent2="accent2" accent3="accent3" accent4="accent4" accent5="accent5" accent6="accent6" hlink="hlink" folHlink="folHlink"/>
  <p:sldLayoutIdLst>
    <p:sldLayoutId id="2147483670" r:id="rId1"/>
    <p:sldLayoutId id="2147483861" r:id="rId2"/>
    <p:sldLayoutId id="2147483745" r:id="rId3"/>
    <p:sldLayoutId id="2147483771" r:id="rId4"/>
    <p:sldLayoutId id="2147483818" r:id="rId5"/>
    <p:sldLayoutId id="2147483826" r:id="rId6"/>
    <p:sldLayoutId id="2147483849" r:id="rId7"/>
    <p:sldLayoutId id="2147483858" r:id="rId8"/>
    <p:sldLayoutId id="2147483754" r:id="rId9"/>
    <p:sldLayoutId id="2147483760" r:id="rId10"/>
    <p:sldLayoutId id="2147483862" r:id="rId11"/>
    <p:sldLayoutId id="2147483863" r:id="rId12"/>
    <p:sldLayoutId id="2147483775" r:id="rId13"/>
    <p:sldLayoutId id="2147483746" r:id="rId14"/>
    <p:sldLayoutId id="2147483762" r:id="rId15"/>
    <p:sldLayoutId id="2147483764" r:id="rId16"/>
    <p:sldLayoutId id="2147483770" r:id="rId17"/>
    <p:sldLayoutId id="2147483821" r:id="rId18"/>
    <p:sldLayoutId id="2147483822" r:id="rId19"/>
    <p:sldLayoutId id="2147483823" r:id="rId20"/>
    <p:sldLayoutId id="2147483824" r:id="rId21"/>
    <p:sldLayoutId id="2147483825" r:id="rId22"/>
    <p:sldLayoutId id="2147483833" r:id="rId23"/>
    <p:sldLayoutId id="2147483830" r:id="rId24"/>
    <p:sldLayoutId id="2147483831" r:id="rId25"/>
    <p:sldLayoutId id="2147483747" r:id="rId26"/>
    <p:sldLayoutId id="2147483819" r:id="rId27"/>
    <p:sldLayoutId id="2147483693" r:id="rId28"/>
    <p:sldLayoutId id="2147483834" r:id="rId29"/>
    <p:sldLayoutId id="2147483774" r:id="rId30"/>
    <p:sldLayoutId id="2147483778" r:id="rId31"/>
    <p:sldLayoutId id="2147483820" r:id="rId32"/>
    <p:sldLayoutId id="2147483829" r:id="rId33"/>
    <p:sldLayoutId id="2147483832" r:id="rId34"/>
    <p:sldLayoutId id="2147483835" r:id="rId35"/>
    <p:sldLayoutId id="2147483809" r:id="rId36"/>
    <p:sldLayoutId id="2147483811" r:id="rId37"/>
    <p:sldLayoutId id="2147483813" r:id="rId38"/>
    <p:sldLayoutId id="2147483755" r:id="rId39"/>
    <p:sldLayoutId id="2147483744" r:id="rId40"/>
    <p:sldLayoutId id="2147483753" r:id="rId41"/>
    <p:sldLayoutId id="2147483836" r:id="rId42"/>
    <p:sldLayoutId id="2147483815" r:id="rId43"/>
    <p:sldLayoutId id="2147483828" r:id="rId44"/>
    <p:sldLayoutId id="2147483873" r:id="rId45"/>
    <p:sldLayoutId id="2147483874" r:id="rId46"/>
    <p:sldLayoutId id="2147483875" r:id="rId47"/>
  </p:sldLayoutIdLst>
  <p:transition/>
  <p:hf hdr="0" ftr="0" dt="0"/>
  <p:txStyles>
    <p:titleStyle>
      <a:lvl1pPr algn="l" defTabSz="914400" rtl="0" eaLnBrk="1" latinLnBrk="0" hangingPunct="1">
        <a:spcBef>
          <a:spcPct val="0"/>
        </a:spcBef>
        <a:buNone/>
        <a:defRPr sz="2800" kern="1200">
          <a:solidFill>
            <a:schemeClr val="tx1"/>
          </a:solidFill>
          <a:latin typeface="Arial"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63">
          <p15:clr>
            <a:srgbClr val="F26B43"/>
          </p15:clr>
        </p15:guide>
        <p15:guide id="4" orient="horz" pos="3838">
          <p15:clr>
            <a:srgbClr val="F26B43"/>
          </p15:clr>
        </p15:guide>
        <p15:guide id="11" pos="7197">
          <p15:clr>
            <a:srgbClr val="F26B43"/>
          </p15:clr>
        </p15:guide>
        <p15:guide id="12" pos="7680">
          <p15:clr>
            <a:srgbClr val="F26B43"/>
          </p15:clr>
        </p15:guide>
        <p15:guide id="13" pos="6720">
          <p15:clr>
            <a:srgbClr val="F26B43"/>
          </p15:clr>
        </p15:guide>
        <p15:guide id="14" pos="6244">
          <p15:clr>
            <a:srgbClr val="F26B43"/>
          </p15:clr>
        </p15:guide>
        <p15:guide id="19">
          <p15:clr>
            <a:srgbClr val="F26B43"/>
          </p15:clr>
        </p15:guide>
        <p15:guide id="20" pos="483">
          <p15:clr>
            <a:srgbClr val="F26B43"/>
          </p15:clr>
        </p15:guide>
        <p15:guide id="22" orient="horz" pos="482">
          <p15:clr>
            <a:srgbClr val="F26B43"/>
          </p15:clr>
        </p15:guide>
        <p15:guide id="23" pos="5768">
          <p15:clr>
            <a:srgbClr val="F26B43"/>
          </p15:clr>
        </p15:guide>
        <p15:guide id="24" pos="5292">
          <p15:clr>
            <a:srgbClr val="F26B43"/>
          </p15:clr>
        </p15:guide>
        <p15:guide id="25" pos="4793">
          <p15:clr>
            <a:srgbClr val="F26B43"/>
          </p15:clr>
        </p15:guide>
        <p15:guide id="26" pos="4339">
          <p15:clr>
            <a:srgbClr val="F26B43"/>
          </p15:clr>
        </p15:guide>
        <p15:guide id="27" pos="3386">
          <p15:clr>
            <a:srgbClr val="F26B43"/>
          </p15:clr>
        </p15:guide>
        <p15:guide id="28" pos="2887">
          <p15:clr>
            <a:srgbClr val="F26B43"/>
          </p15:clr>
        </p15:guide>
        <p15:guide id="29" pos="2411">
          <p15:clr>
            <a:srgbClr val="F26B43"/>
          </p15:clr>
        </p15:guide>
        <p15:guide id="30" pos="1935">
          <p15:clr>
            <a:srgbClr val="F26B43"/>
          </p15:clr>
        </p15:guide>
        <p15:guide id="31" pos="1459">
          <p15:clr>
            <a:srgbClr val="F26B43"/>
          </p15:clr>
        </p15:guide>
        <p15:guide id="32" pos="98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46.xml"/><Relationship Id="rId5" Type="http://schemas.openxmlformats.org/officeDocument/2006/relationships/image" Target="../media/image4.png"/><Relationship Id="rId4" Type="http://schemas.openxmlformats.org/officeDocument/2006/relationships/hyperlink" Target="https://brand.cgi.com/content/index/guid/image_library?parent=52"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45.xml"/><Relationship Id="rId4" Type="http://schemas.openxmlformats.org/officeDocument/2006/relationships/slide" Target="sl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7.xml"/><Relationship Id="rId1" Type="http://schemas.openxmlformats.org/officeDocument/2006/relationships/tags" Target="../tags/tag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7.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3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png"/><Relationship Id="rId4" Type="http://schemas.openxmlformats.org/officeDocument/2006/relationships/image" Target="../media/image18.png"/><Relationship Id="rId9" Type="http://schemas.openxmlformats.org/officeDocument/2006/relationships/image" Target="../media/image25.png"/><Relationship Id="rId14" Type="http://schemas.openxmlformats.org/officeDocument/2006/relationships/image" Target="../media/image3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22.xml"/><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26.xml"/><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31.xml"/><Relationship Id="rId4" Type="http://schemas.openxmlformats.org/officeDocument/2006/relationships/image" Target="../media/image35.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31.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4.xml"/><Relationship Id="rId1" Type="http://schemas.openxmlformats.org/officeDocument/2006/relationships/slideLayout" Target="../slideLayouts/slideLayout31.xml"/><Relationship Id="rId5" Type="http://schemas.openxmlformats.org/officeDocument/2006/relationships/image" Target="../media/image40.png"/><Relationship Id="rId4" Type="http://schemas.openxmlformats.org/officeDocument/2006/relationships/image" Target="../media/image39.jpeg"/></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5.xml"/><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6.xml"/><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8.xml"/><Relationship Id="rId1" Type="http://schemas.openxmlformats.org/officeDocument/2006/relationships/slideLayout" Target="../slideLayouts/slideLayout31.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9.xml"/><Relationship Id="rId1" Type="http://schemas.openxmlformats.org/officeDocument/2006/relationships/slideLayout" Target="../slideLayouts/slideLayout31.xml"/><Relationship Id="rId4" Type="http://schemas.openxmlformats.org/officeDocument/2006/relationships/image" Target="../media/image43.jpeg"/></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31.xml"/><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3" Type="http://schemas.openxmlformats.org/officeDocument/2006/relationships/hyperlink" Target="https://petstore.swagger.io/" TargetMode="External"/><Relationship Id="rId7" Type="http://schemas.openxmlformats.org/officeDocument/2006/relationships/hyperlink" Target="https://swagger.io/tools/swagger-ui/" TargetMode="External"/><Relationship Id="rId2" Type="http://schemas.openxmlformats.org/officeDocument/2006/relationships/notesSlide" Target="../notesSlides/notesSlide41.xml"/><Relationship Id="rId1" Type="http://schemas.openxmlformats.org/officeDocument/2006/relationships/slideLayout" Target="../slideLayouts/slideLayout3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hyperlink" Target="https://editor.swagger.io/"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F51A82E8-88FD-50C8-0917-572B16B6110A}"/>
              </a:ext>
              <a:ext uri="{C183D7F6-B498-43B3-948B-1728B52AA6E4}">
                <adec:decorative xmlns:adec="http://schemas.microsoft.com/office/drawing/2017/decorative" val="1"/>
              </a:ext>
            </a:extLst>
          </p:cNvPr>
          <p:cNvPicPr>
            <a:picLocks noGrp="1" noChangeAspect="1"/>
          </p:cNvPicPr>
          <p:nvPr>
            <p:ph type="pic" sz="quarter" idx="16"/>
          </p:nvPr>
        </p:nvPicPr>
        <p:blipFill>
          <a:blip r:embed="rId3">
            <a:extLst>
              <a:ext uri="{28A0092B-C50C-407E-A947-70E740481C1C}">
                <a14:useLocalDpi xmlns:a14="http://schemas.microsoft.com/office/drawing/2010/main" val="0"/>
              </a:ext>
            </a:extLst>
          </a:blip>
          <a:srcRect l="16639" r="16639"/>
          <a:stretch/>
        </p:blipFill>
        <p:spPr>
          <a:scene3d>
            <a:camera prst="orthographicFront">
              <a:rot lat="0" lon="1080000" rev="0"/>
            </a:camera>
            <a:lightRig rig="threePt" dir="t"/>
          </a:scene3d>
        </p:spPr>
      </p:pic>
      <p:sp>
        <p:nvSpPr>
          <p:cNvPr id="19" name="Title 18">
            <a:extLst>
              <a:ext uri="{FF2B5EF4-FFF2-40B4-BE49-F238E27FC236}">
                <a16:creationId xmlns:a16="http://schemas.microsoft.com/office/drawing/2014/main" id="{B8ABBC8E-8CE4-A8AD-D6FB-4D0C677CA46A}"/>
              </a:ext>
            </a:extLst>
          </p:cNvPr>
          <p:cNvSpPr>
            <a:spLocks noGrp="1"/>
          </p:cNvSpPr>
          <p:nvPr>
            <p:ph type="title"/>
          </p:nvPr>
        </p:nvSpPr>
        <p:spPr>
          <a:xfrm>
            <a:off x="765288" y="1492716"/>
            <a:ext cx="5013579" cy="2907792"/>
          </a:xfrm>
        </p:spPr>
        <p:txBody>
          <a:bodyPr/>
          <a:lstStyle/>
          <a:p>
            <a:r>
              <a:rPr lang="fr-FR" noProof="0" dirty="0"/>
              <a:t>Polytech Nancy</a:t>
            </a:r>
            <a:br>
              <a:rPr lang="fr-FR" noProof="0" dirty="0"/>
            </a:br>
            <a:br>
              <a:rPr lang="fr-FR" noProof="0" dirty="0"/>
            </a:br>
            <a:r>
              <a:rPr lang="fr-FR" sz="4800" i="1" noProof="0" dirty="0">
                <a:solidFill>
                  <a:srgbClr val="5236AB"/>
                </a:solidFill>
              </a:rPr>
              <a:t>CM 1 - Web, HTTP &amp; outils côté serveur</a:t>
            </a:r>
            <a:endParaRPr lang="fr-FR" i="1" noProof="0" dirty="0">
              <a:solidFill>
                <a:srgbClr val="5236AB"/>
              </a:solidFill>
            </a:endParaRPr>
          </a:p>
        </p:txBody>
      </p:sp>
      <p:sp>
        <p:nvSpPr>
          <p:cNvPr id="12" name="Brand tip" descr="Note regarding updating the slide image.  To update this graphic device image, delete the current image and then click on the Image icon to change to a new picture located on your computer. &#10;Additional graphic device images are available in the image library of Brand Source at https://brand.cgi.com/ (filter graphic device).  &#10;Remove this note prior to distribution. ">
            <a:extLst>
              <a:ext uri="{FF2B5EF4-FFF2-40B4-BE49-F238E27FC236}">
                <a16:creationId xmlns:a16="http://schemas.microsoft.com/office/drawing/2014/main" id="{2F7A3D0A-131E-F004-D1A3-37D009C3A8CC}"/>
              </a:ext>
              <a:ext uri="{C183D7F6-B498-43B3-948B-1728B52AA6E4}">
                <adec:decorative xmlns:adec="http://schemas.microsoft.com/office/drawing/2017/decorative" val="0"/>
              </a:ext>
            </a:extLst>
          </p:cNvPr>
          <p:cNvSpPr txBox="1"/>
          <p:nvPr/>
        </p:nvSpPr>
        <p:spPr bwMode="auto">
          <a:xfrm>
            <a:off x="12399902" y="0"/>
            <a:ext cx="2190741" cy="1492716"/>
          </a:xfrm>
          <a:prstGeom prst="rect">
            <a:avLst/>
          </a:prstGeom>
          <a:solidFill>
            <a:srgbClr val="FFFFCC"/>
          </a:solidFill>
          <a:ln w="12700" algn="ctr">
            <a:solidFill>
              <a:schemeClr val="bg1">
                <a:lumMod val="75000"/>
              </a:schemeClr>
            </a:solidFill>
            <a:miter lim="800000"/>
          </a:ln>
          <a:effectLst/>
        </p:spPr>
        <p:txBody>
          <a:bodyPr wrap="square" lIns="91440" tIns="45720" rIns="91440" bIns="45720" rtlCol="0">
            <a:spAutoFit/>
          </a:bodyPr>
          <a:lstStyle/>
          <a:p>
            <a:pPr>
              <a:spcAft>
                <a:spcPts val="600"/>
              </a:spcAft>
            </a:pPr>
            <a:r>
              <a:rPr lang="fr-FR" sz="1400" b="1" noProof="0" dirty="0">
                <a:solidFill>
                  <a:schemeClr val="accent4"/>
                </a:solidFill>
                <a:cs typeface="Arial" pitchFamily="34" charset="0"/>
              </a:rPr>
              <a:t>Brand tip</a:t>
            </a:r>
          </a:p>
          <a:p>
            <a:pPr>
              <a:spcAft>
                <a:spcPts val="600"/>
              </a:spcAft>
            </a:pPr>
            <a:r>
              <a:rPr lang="fr-FR" sz="1200" noProof="0" dirty="0">
                <a:cs typeface="Arial" pitchFamily="34" charset="0"/>
              </a:rPr>
              <a:t>Replace </a:t>
            </a:r>
            <a:r>
              <a:rPr lang="fr-FR" sz="1200" noProof="0" dirty="0" err="1">
                <a:cs typeface="Arial" pitchFamily="34" charset="0"/>
              </a:rPr>
              <a:t>this</a:t>
            </a:r>
            <a:r>
              <a:rPr lang="fr-FR" sz="1200" noProof="0" dirty="0">
                <a:cs typeface="Arial" pitchFamily="34" charset="0"/>
              </a:rPr>
              <a:t> image </a:t>
            </a:r>
            <a:r>
              <a:rPr lang="fr-FR" sz="1200" noProof="0" dirty="0" err="1">
                <a:cs typeface="Arial" pitchFamily="34" charset="0"/>
              </a:rPr>
              <a:t>with</a:t>
            </a:r>
            <a:r>
              <a:rPr lang="fr-FR" sz="1200" noProof="0" dirty="0">
                <a:cs typeface="Arial" pitchFamily="34" charset="0"/>
              </a:rPr>
              <a:t> an </a:t>
            </a:r>
            <a:r>
              <a:rPr lang="fr-FR" sz="1200" b="1" noProof="0" dirty="0">
                <a:cs typeface="Arial" pitchFamily="34" charset="0"/>
              </a:rPr>
              <a:t>original image</a:t>
            </a:r>
            <a:r>
              <a:rPr lang="fr-FR" sz="1200" noProof="0" dirty="0">
                <a:cs typeface="Arial" pitchFamily="34" charset="0"/>
              </a:rPr>
              <a:t> </a:t>
            </a:r>
            <a:r>
              <a:rPr lang="fr-FR" sz="1200" noProof="0" dirty="0" err="1">
                <a:cs typeface="Arial" pitchFamily="34" charset="0"/>
              </a:rPr>
              <a:t>from</a:t>
            </a:r>
            <a:r>
              <a:rPr lang="fr-FR" sz="1200" noProof="0" dirty="0">
                <a:cs typeface="Arial" pitchFamily="34" charset="0"/>
              </a:rPr>
              <a:t> the </a:t>
            </a:r>
            <a:r>
              <a:rPr lang="fr-FR" sz="1200" b="1" noProof="0" dirty="0">
                <a:solidFill>
                  <a:schemeClr val="accent4"/>
                </a:solidFill>
                <a:cs typeface="Arial" pitchFamily="34" charset="0"/>
                <a:hlinkClick r:id="rId4"/>
              </a:rPr>
              <a:t>image </a:t>
            </a:r>
            <a:r>
              <a:rPr lang="fr-FR" sz="1200" b="1" noProof="0" dirty="0" err="1">
                <a:solidFill>
                  <a:schemeClr val="accent4"/>
                </a:solidFill>
                <a:cs typeface="Arial" pitchFamily="34" charset="0"/>
                <a:hlinkClick r:id="rId4"/>
              </a:rPr>
              <a:t>library</a:t>
            </a:r>
            <a:r>
              <a:rPr lang="fr-FR" sz="1200" noProof="0" dirty="0">
                <a:cs typeface="Arial" pitchFamily="34" charset="0"/>
              </a:rPr>
              <a:t>.</a:t>
            </a:r>
            <a:br>
              <a:rPr lang="fr-FR" sz="1200" b="1" noProof="0" dirty="0">
                <a:solidFill>
                  <a:schemeClr val="accent4"/>
                </a:solidFill>
                <a:cs typeface="Arial" pitchFamily="34" charset="0"/>
              </a:rPr>
            </a:br>
            <a:br>
              <a:rPr lang="fr-FR" sz="1200" b="1" noProof="0" dirty="0">
                <a:solidFill>
                  <a:schemeClr val="accent4"/>
                </a:solidFill>
                <a:cs typeface="Arial" pitchFamily="34" charset="0"/>
              </a:rPr>
            </a:br>
            <a:r>
              <a:rPr lang="fr-FR" sz="1200" b="1" noProof="0" dirty="0">
                <a:solidFill>
                  <a:schemeClr val="accent4"/>
                </a:solidFill>
                <a:cs typeface="Arial" pitchFamily="34" charset="0"/>
              </a:rPr>
              <a:t>DO NOT </a:t>
            </a:r>
            <a:r>
              <a:rPr lang="fr-FR" sz="1200" b="1" noProof="0" dirty="0">
                <a:cs typeface="Arial" pitchFamily="34" charset="0"/>
              </a:rPr>
              <a:t>use a </a:t>
            </a:r>
            <a:r>
              <a:rPr lang="fr-FR" sz="1200" b="1" noProof="0" dirty="0" err="1">
                <a:cs typeface="Arial" pitchFamily="34" charset="0"/>
              </a:rPr>
              <a:t>cornerstone</a:t>
            </a:r>
            <a:r>
              <a:rPr lang="fr-FR" sz="1200" b="1" noProof="0" dirty="0">
                <a:cs typeface="Arial" pitchFamily="34" charset="0"/>
              </a:rPr>
              <a:t> image </a:t>
            </a:r>
            <a:r>
              <a:rPr lang="fr-FR" sz="1200" b="1" noProof="0" dirty="0" err="1">
                <a:cs typeface="Arial" pitchFamily="34" charset="0"/>
              </a:rPr>
              <a:t>with</a:t>
            </a:r>
            <a:r>
              <a:rPr lang="fr-FR" sz="1200" b="1" noProof="0" dirty="0">
                <a:cs typeface="Arial" pitchFamily="34" charset="0"/>
              </a:rPr>
              <a:t> </a:t>
            </a:r>
            <a:r>
              <a:rPr lang="fr-FR" sz="1200" b="1" noProof="0" dirty="0" err="1">
                <a:cs typeface="Arial" pitchFamily="34" charset="0"/>
              </a:rPr>
              <a:t>this</a:t>
            </a:r>
            <a:r>
              <a:rPr lang="fr-FR" sz="1200" b="1" noProof="0" dirty="0">
                <a:cs typeface="Arial" pitchFamily="34" charset="0"/>
              </a:rPr>
              <a:t> </a:t>
            </a:r>
            <a:r>
              <a:rPr lang="fr-FR" sz="1200" b="1" noProof="0" dirty="0" err="1">
                <a:cs typeface="Arial" pitchFamily="34" charset="0"/>
              </a:rPr>
              <a:t>layout</a:t>
            </a:r>
            <a:r>
              <a:rPr lang="fr-FR" sz="1200" b="1" noProof="0" dirty="0">
                <a:cs typeface="Arial" pitchFamily="34" charset="0"/>
              </a:rPr>
              <a:t>.</a:t>
            </a:r>
          </a:p>
        </p:txBody>
      </p:sp>
      <p:pic>
        <p:nvPicPr>
          <p:cNvPr id="17" name="CGI logo" descr="CGI Inc. logo">
            <a:extLst>
              <a:ext uri="{FF2B5EF4-FFF2-40B4-BE49-F238E27FC236}">
                <a16:creationId xmlns:a16="http://schemas.microsoft.com/office/drawing/2014/main" id="{DD50F3C5-47F3-B2F8-AE93-8C6CECE6A982}"/>
              </a:ext>
            </a:extLst>
          </p:cNvPr>
          <p:cNvPicPr>
            <a:picLocks noGrp="1" noRot="1" noMove="1" noResize="1" noEditPoints="1" noAdjustHandles="1" noChangeArrowheads="1" noChangeShapeType="1" noCrop="1"/>
          </p:cNvPicPr>
          <p:nvPr/>
        </p:nvPicPr>
        <p:blipFill>
          <a:blip r:embed="rId5" cstate="screen">
            <a:extLst>
              <a:ext uri="{28A0092B-C50C-407E-A947-70E740481C1C}">
                <a14:useLocalDpi xmlns:a14="http://schemas.microsoft.com/office/drawing/2010/main"/>
              </a:ext>
            </a:extLst>
          </a:blip>
          <a:srcRect/>
          <a:stretch/>
        </p:blipFill>
        <p:spPr>
          <a:xfrm>
            <a:off x="767134" y="5372174"/>
            <a:ext cx="1548656" cy="720650"/>
          </a:xfrm>
          <a:prstGeom prst="rect">
            <a:avLst/>
          </a:prstGeom>
          <a:ln>
            <a:noFill/>
          </a:ln>
        </p:spPr>
      </p:pic>
      <p:sp>
        <p:nvSpPr>
          <p:cNvPr id="2" name="Espace réservé du numéro de diapositive 1">
            <a:extLst>
              <a:ext uri="{FF2B5EF4-FFF2-40B4-BE49-F238E27FC236}">
                <a16:creationId xmlns:a16="http://schemas.microsoft.com/office/drawing/2014/main" id="{8EE84E14-112F-ADF8-2BEC-4C51AAB7032F}"/>
              </a:ext>
            </a:extLst>
          </p:cNvPr>
          <p:cNvSpPr>
            <a:spLocks noGrp="1"/>
          </p:cNvSpPr>
          <p:nvPr>
            <p:ph type="sldNum" sz="quarter" idx="4"/>
          </p:nvPr>
        </p:nvSpPr>
        <p:spPr/>
        <p:txBody>
          <a:bodyPr/>
          <a:lstStyle/>
          <a:p>
            <a:fld id="{525A3C56-E491-49B2-93F3-63532DF516BC}" type="slidenum">
              <a:rPr lang="en-CA" smtClean="0"/>
              <a:pPr/>
              <a:t>1</a:t>
            </a:fld>
            <a:endParaRPr lang="en-CA"/>
          </a:p>
        </p:txBody>
      </p:sp>
    </p:spTree>
    <p:extLst>
      <p:ext uri="{BB962C8B-B14F-4D97-AF65-F5344CB8AC3E}">
        <p14:creationId xmlns:p14="http://schemas.microsoft.com/office/powerpoint/2010/main" val="743485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F22DE32E-E14D-D9AB-8C02-19473109B689}"/>
              </a:ext>
            </a:extLst>
          </p:cNvPr>
          <p:cNvSpPr>
            <a:spLocks noGrp="1"/>
          </p:cNvSpPr>
          <p:nvPr>
            <p:ph type="title"/>
          </p:nvPr>
        </p:nvSpPr>
        <p:spPr/>
        <p:txBody>
          <a:bodyPr/>
          <a:lstStyle/>
          <a:p>
            <a:r>
              <a:rPr lang="fr-FR" noProof="0" dirty="0"/>
              <a:t>Qui sommes-nous ?</a:t>
            </a:r>
          </a:p>
        </p:txBody>
      </p:sp>
      <p:sp>
        <p:nvSpPr>
          <p:cNvPr id="2" name="Espace réservé du numéro de diapositive 1">
            <a:extLst>
              <a:ext uri="{FF2B5EF4-FFF2-40B4-BE49-F238E27FC236}">
                <a16:creationId xmlns:a16="http://schemas.microsoft.com/office/drawing/2014/main" id="{83E61277-D497-AE06-E02D-A17D21B820F4}"/>
              </a:ext>
            </a:extLst>
          </p:cNvPr>
          <p:cNvSpPr>
            <a:spLocks noGrp="1"/>
          </p:cNvSpPr>
          <p:nvPr>
            <p:ph type="sldNum" sz="quarter" idx="4"/>
          </p:nvPr>
        </p:nvSpPr>
        <p:spPr/>
        <p:txBody>
          <a:bodyPr/>
          <a:lstStyle/>
          <a:p>
            <a:fld id="{525A3C56-E491-49B2-93F3-63532DF516BC}" type="slidenum">
              <a:rPr lang="en-CA" smtClean="0"/>
              <a:t>2</a:t>
            </a:fld>
            <a:endParaRPr lang="en-CA"/>
          </a:p>
        </p:txBody>
      </p:sp>
    </p:spTree>
    <p:extLst>
      <p:ext uri="{BB962C8B-B14F-4D97-AF65-F5344CB8AC3E}">
        <p14:creationId xmlns:p14="http://schemas.microsoft.com/office/powerpoint/2010/main" val="1689285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221F141-6FC5-A8DA-E69B-4A2756DBB9F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5847"/>
          <a:stretch/>
        </p:blipFill>
        <p:spPr>
          <a:xfrm>
            <a:off x="2983732" y="1274553"/>
            <a:ext cx="9208268" cy="5227807"/>
          </a:xfrm>
          <a:prstGeom prst="rect">
            <a:avLst/>
          </a:prstGeom>
        </p:spPr>
      </p:pic>
      <p:sp>
        <p:nvSpPr>
          <p:cNvPr id="6" name="Title 5">
            <a:extLst>
              <a:ext uri="{FF2B5EF4-FFF2-40B4-BE49-F238E27FC236}">
                <a16:creationId xmlns:a16="http://schemas.microsoft.com/office/drawing/2014/main" id="{0093AC54-1990-242D-6901-F41ADA66D836}"/>
              </a:ext>
            </a:extLst>
          </p:cNvPr>
          <p:cNvSpPr>
            <a:spLocks noGrp="1"/>
          </p:cNvSpPr>
          <p:nvPr>
            <p:ph type="title"/>
          </p:nvPr>
        </p:nvSpPr>
        <p:spPr/>
        <p:txBody>
          <a:bodyPr/>
          <a:lstStyle/>
          <a:p>
            <a:r>
              <a:rPr lang="fr-FR" noProof="0" dirty="0"/>
              <a:t>CGI en bref </a:t>
            </a:r>
          </a:p>
        </p:txBody>
      </p:sp>
      <p:sp>
        <p:nvSpPr>
          <p:cNvPr id="10" name="Rectangle 9">
            <a:extLst>
              <a:ext uri="{FF2B5EF4-FFF2-40B4-BE49-F238E27FC236}">
                <a16:creationId xmlns:a16="http://schemas.microsoft.com/office/drawing/2014/main" id="{6FDF51C7-1818-A89F-9714-34F09A214C52}"/>
              </a:ext>
            </a:extLst>
          </p:cNvPr>
          <p:cNvSpPr/>
          <p:nvPr/>
        </p:nvSpPr>
        <p:spPr bwMode="ltGray">
          <a:xfrm>
            <a:off x="765736" y="1293143"/>
            <a:ext cx="3076591" cy="4799682"/>
          </a:xfrm>
          <a:prstGeom prst="rect">
            <a:avLst/>
          </a:prstGeom>
          <a:gradFill flip="none" rotWithShape="1">
            <a:gsLst>
              <a:gs pos="60000">
                <a:srgbClr val="A82465"/>
              </a:gs>
              <a:gs pos="0">
                <a:srgbClr val="E31937"/>
              </a:gs>
              <a:gs pos="100000">
                <a:srgbClr val="5236AB"/>
              </a:gs>
            </a:gsLst>
            <a:lin ang="10800000" scaled="0"/>
            <a:tileRect/>
          </a:gradFill>
          <a:ln w="9525" algn="ctr">
            <a:noFill/>
            <a:miter lim="800000"/>
            <a:headEnd/>
            <a:tailEnd/>
          </a:ln>
          <a:effectLst/>
        </p:spPr>
        <p:txBody>
          <a:bodyPr lIns="63500" tIns="0" rIns="64800" bIns="0" rtlCol="0" anchor="ctr">
            <a:noAutofit/>
          </a:bodyPr>
          <a:lstStyle/>
          <a:p>
            <a:pPr lvl="0" algn="ctr">
              <a:spcBef>
                <a:spcPct val="0"/>
              </a:spcBef>
              <a:buClrTx/>
              <a:buSzPct val="90000"/>
            </a:pPr>
            <a:endParaRPr lang="fr-FR" sz="1600" b="1" noProof="0" dirty="0">
              <a:solidFill>
                <a:schemeClr val="bg1"/>
              </a:solidFill>
              <a:cs typeface="Arial" pitchFamily="34" charset="0"/>
            </a:endParaRPr>
          </a:p>
        </p:txBody>
      </p:sp>
      <p:graphicFrame>
        <p:nvGraphicFramePr>
          <p:cNvPr id="11" name="Table 10">
            <a:extLst>
              <a:ext uri="{FF2B5EF4-FFF2-40B4-BE49-F238E27FC236}">
                <a16:creationId xmlns:a16="http://schemas.microsoft.com/office/drawing/2014/main" id="{35E15B4E-C6C4-F9C0-F512-F24CE4350220}"/>
              </a:ext>
            </a:extLst>
          </p:cNvPr>
          <p:cNvGraphicFramePr>
            <a:graphicFrameLocks noGrp="1"/>
          </p:cNvGraphicFramePr>
          <p:nvPr>
            <p:extLst>
              <p:ext uri="{D42A27DB-BD31-4B8C-83A1-F6EECF244321}">
                <p14:modId xmlns:p14="http://schemas.microsoft.com/office/powerpoint/2010/main" val="979173197"/>
              </p:ext>
            </p:extLst>
          </p:nvPr>
        </p:nvGraphicFramePr>
        <p:xfrm>
          <a:off x="1002478" y="1293144"/>
          <a:ext cx="2603105" cy="4799681"/>
        </p:xfrm>
        <a:graphic>
          <a:graphicData uri="http://schemas.openxmlformats.org/drawingml/2006/table">
            <a:tbl>
              <a:tblPr firstRow="1" bandRow="1">
                <a:tableStyleId>{2D5ABB26-0587-4C30-8999-92F81FD0307C}</a:tableStyleId>
              </a:tblPr>
              <a:tblGrid>
                <a:gridCol w="2603105">
                  <a:extLst>
                    <a:ext uri="{9D8B030D-6E8A-4147-A177-3AD203B41FA5}">
                      <a16:colId xmlns:a16="http://schemas.microsoft.com/office/drawing/2014/main" val="2557566579"/>
                    </a:ext>
                  </a:extLst>
                </a:gridCol>
              </a:tblGrid>
              <a:tr h="1171027">
                <a:tc>
                  <a:txBody>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fr-FR" sz="1400" b="1" i="0" u="none" strike="noStrike" cap="none" normalizeH="0" baseline="0" noProof="0" dirty="0">
                          <a:ln>
                            <a:noFill/>
                          </a:ln>
                          <a:solidFill>
                            <a:schemeClr val="bg1"/>
                          </a:solidFill>
                          <a:uLnTx/>
                          <a:uFillTx/>
                          <a:latin typeface="Arial"/>
                          <a:ea typeface="Arial" charset="0"/>
                          <a:cs typeface="Arial"/>
                        </a:rPr>
                        <a:t>Fondée en 1976</a:t>
                      </a:r>
                    </a:p>
                    <a:p>
                      <a:pPr marL="0" marR="0" lvl="0" indent="0" algn="l" defTabSz="685800" rtl="0" eaLnBrk="1" fontAlgn="auto" latinLnBrk="0" hangingPunct="1">
                        <a:lnSpc>
                          <a:spcPct val="100000"/>
                        </a:lnSpc>
                        <a:spcBef>
                          <a:spcPct val="0"/>
                        </a:spcBef>
                        <a:spcAft>
                          <a:spcPts val="0"/>
                        </a:spcAft>
                        <a:buClrTx/>
                        <a:buSzTx/>
                        <a:buFontTx/>
                        <a:buNone/>
                        <a:tabLst/>
                        <a:defRPr/>
                      </a:pPr>
                      <a:r>
                        <a:rPr kumimoji="0" lang="fr-FR" sz="2000" b="0" i="0" u="none" strike="noStrike" cap="none" normalizeH="0" baseline="0" noProof="0" dirty="0">
                          <a:ln>
                            <a:noFill/>
                          </a:ln>
                          <a:solidFill>
                            <a:schemeClr val="bg1"/>
                          </a:solidFill>
                          <a:uLnTx/>
                          <a:uFillTx/>
                          <a:latin typeface="Arial"/>
                          <a:ea typeface="Arial" charset="0"/>
                          <a:cs typeface="Arial"/>
                        </a:rPr>
                        <a:t>50 années d’excellence</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7073317"/>
                  </a:ext>
                </a:extLst>
              </a:tr>
              <a:tr h="816995">
                <a:tc>
                  <a:txBody>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fr-FR" sz="1600" b="0" i="0" u="none" strike="noStrike" cap="none" normalizeH="0" baseline="0" noProof="0" dirty="0">
                          <a:ln>
                            <a:noFill/>
                          </a:ln>
                          <a:solidFill>
                            <a:schemeClr val="bg1"/>
                          </a:solidFill>
                          <a:uLnTx/>
                          <a:uFillTx/>
                          <a:latin typeface="Arial"/>
                          <a:ea typeface="Arial" charset="0"/>
                          <a:cs typeface="Arial"/>
                        </a:rPr>
                        <a:t>9,9 milliards €</a:t>
                      </a:r>
                      <a:br>
                        <a:rPr kumimoji="0" lang="fr-FR" sz="1600" b="0" i="0" u="none" strike="noStrike" cap="none" normalizeH="0" baseline="0" noProof="0" dirty="0">
                          <a:ln>
                            <a:noFill/>
                          </a:ln>
                          <a:solidFill>
                            <a:srgbClr val="FFFFFF"/>
                          </a:solidFill>
                          <a:uLnTx/>
                          <a:uFillTx/>
                          <a:latin typeface="Arial"/>
                          <a:ea typeface="Arial" charset="0"/>
                          <a:cs typeface="Arial"/>
                        </a:rPr>
                      </a:br>
                      <a:r>
                        <a:rPr kumimoji="0" lang="fr-FR" sz="1600" b="0" i="0" u="none" strike="noStrike" cap="none" normalizeH="0" baseline="0" noProof="0" dirty="0">
                          <a:ln>
                            <a:noFill/>
                          </a:ln>
                          <a:solidFill>
                            <a:schemeClr val="bg1"/>
                          </a:solidFill>
                          <a:uLnTx/>
                          <a:uFillTx/>
                          <a:latin typeface="Arial"/>
                          <a:ea typeface="Arial" charset="0"/>
                          <a:cs typeface="Arial"/>
                        </a:rPr>
                        <a:t>de revenus en 2023</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42315595"/>
                  </a:ext>
                </a:extLst>
              </a:tr>
              <a:tr h="816995">
                <a:tc>
                  <a:txBody>
                    <a:body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fr-FR" sz="1600" b="0" i="0" u="none" strike="noStrike" cap="none" normalizeH="0" baseline="0" noProof="0" dirty="0">
                          <a:ln>
                            <a:noFill/>
                          </a:ln>
                          <a:solidFill>
                            <a:schemeClr val="bg1"/>
                          </a:solidFill>
                          <a:uLnTx/>
                          <a:uFillTx/>
                          <a:latin typeface="Arial"/>
                          <a:ea typeface="Arial" charset="0"/>
                          <a:cs typeface="Arial"/>
                        </a:rPr>
                        <a:t>+</a:t>
                      </a:r>
                      <a:r>
                        <a:rPr lang="fr-FR" sz="1600" b="0" i="0" u="none" strike="noStrike" cap="none" normalizeH="0" baseline="0" noProof="0" dirty="0">
                          <a:ln>
                            <a:noFill/>
                          </a:ln>
                          <a:solidFill>
                            <a:schemeClr val="bg1"/>
                          </a:solidFill>
                          <a:uLnTx/>
                          <a:uFillTx/>
                          <a:latin typeface="Arial"/>
                          <a:ea typeface="Arial" charset="0"/>
                          <a:cs typeface="Arial"/>
                        </a:rPr>
                        <a:t>93</a:t>
                      </a:r>
                      <a:r>
                        <a:rPr kumimoji="0" lang="fr-FR" sz="1600" b="0" i="0" u="none" strike="noStrike" cap="none" normalizeH="0" baseline="0" noProof="0" dirty="0">
                          <a:ln>
                            <a:noFill/>
                          </a:ln>
                          <a:solidFill>
                            <a:schemeClr val="bg1"/>
                          </a:solidFill>
                          <a:uLnTx/>
                          <a:uFillTx/>
                          <a:latin typeface="Arial"/>
                          <a:ea typeface="Arial" charset="0"/>
                          <a:cs typeface="Arial"/>
                        </a:rPr>
                        <a:t> </a:t>
                      </a:r>
                      <a:r>
                        <a:rPr lang="fr-FR" sz="1600" b="0" i="0" u="none" strike="noStrike" cap="none" normalizeH="0" baseline="0" noProof="0" dirty="0">
                          <a:ln>
                            <a:noFill/>
                          </a:ln>
                          <a:solidFill>
                            <a:schemeClr val="bg1"/>
                          </a:solidFill>
                          <a:uLnTx/>
                          <a:uFillTx/>
                          <a:latin typeface="Arial"/>
                          <a:ea typeface="Arial" charset="0"/>
                          <a:cs typeface="Arial"/>
                        </a:rPr>
                        <a:t>000</a:t>
                      </a:r>
                      <a:r>
                        <a:rPr kumimoji="0" lang="fr-FR" sz="1600" b="0" i="0" u="none" strike="noStrike" cap="none" normalizeH="0" baseline="0" noProof="0" dirty="0">
                          <a:ln>
                            <a:noFill/>
                          </a:ln>
                          <a:solidFill>
                            <a:schemeClr val="bg1"/>
                          </a:solidFill>
                          <a:uLnTx/>
                          <a:uFillTx/>
                          <a:latin typeface="Arial"/>
                          <a:ea typeface="Arial" charset="0"/>
                          <a:cs typeface="Arial"/>
                        </a:rPr>
                        <a:t> conseillers</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33082621"/>
                  </a:ext>
                </a:extLst>
              </a:tr>
              <a:tr h="823637">
                <a:tc>
                  <a:txBody>
                    <a:bodyPr/>
                    <a:lstStyle/>
                    <a:p>
                      <a:pPr algn="l">
                        <a:lnSpc>
                          <a:spcPct val="100000"/>
                        </a:lnSpc>
                      </a:pPr>
                      <a:r>
                        <a:rPr kumimoji="0" lang="fr-FR" sz="1600" b="0" i="0" u="none" strike="noStrike" cap="none" normalizeH="0" baseline="0" noProof="0" dirty="0">
                          <a:ln>
                            <a:noFill/>
                          </a:ln>
                          <a:solidFill>
                            <a:schemeClr val="bg1"/>
                          </a:solidFill>
                          <a:uLnTx/>
                          <a:uFillTx/>
                          <a:latin typeface="Arial"/>
                          <a:ea typeface="Arial" charset="0"/>
                          <a:cs typeface="Arial"/>
                        </a:rPr>
                        <a:t>400 bureaux dans</a:t>
                      </a:r>
                      <a:r>
                        <a:rPr lang="fr-FR" sz="1600" b="0" noProof="0" dirty="0">
                          <a:solidFill>
                            <a:schemeClr val="bg1"/>
                          </a:solidFill>
                          <a:latin typeface="Arial"/>
                          <a:ea typeface="Arial" charset="0"/>
                          <a:cs typeface="Arial"/>
                        </a:rPr>
                        <a:t> 40 pays</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9285751"/>
                  </a:ext>
                </a:extLst>
              </a:tr>
              <a:tr h="1171027">
                <a:tc>
                  <a:txBody>
                    <a:bodyPr/>
                    <a:lstStyle/>
                    <a:p>
                      <a:pPr lvl="0" algn="l">
                        <a:lnSpc>
                          <a:spcPct val="100000"/>
                        </a:lnSpc>
                      </a:pPr>
                      <a:r>
                        <a:rPr lang="fr-FR" sz="1600" b="0" noProof="0" dirty="0">
                          <a:solidFill>
                            <a:schemeClr val="bg1"/>
                          </a:solidFill>
                        </a:rPr>
                        <a:t>5 500 clients à l’échelle mondiale font appel à nos services complets</a:t>
                      </a:r>
                    </a:p>
                  </a:txBody>
                  <a:tcPr marL="0" marR="0" marT="118872" marB="118872"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99888994"/>
                  </a:ext>
                </a:extLst>
              </a:tr>
            </a:tbl>
          </a:graphicData>
        </a:graphic>
      </p:graphicFrame>
      <p:sp>
        <p:nvSpPr>
          <p:cNvPr id="13" name="Rectangle 12">
            <a:hlinkClick r:id="rId4" action="ppaction://hlinksldjump"/>
            <a:extLst>
              <a:ext uri="{FF2B5EF4-FFF2-40B4-BE49-F238E27FC236}">
                <a16:creationId xmlns:a16="http://schemas.microsoft.com/office/drawing/2014/main" id="{CA161A0B-6AEE-3322-424E-FC952302616F}"/>
              </a:ext>
            </a:extLst>
          </p:cNvPr>
          <p:cNvSpPr/>
          <p:nvPr/>
        </p:nvSpPr>
        <p:spPr bwMode="gray">
          <a:xfrm>
            <a:off x="3966787" y="1293145"/>
            <a:ext cx="2197049" cy="2341013"/>
          </a:xfrm>
          <a:prstGeom prst="rect">
            <a:avLst/>
          </a:prstGeom>
          <a:noFill/>
          <a:ln w="9525" algn="ctr">
            <a:noFill/>
            <a:miter lim="800000"/>
            <a:headEnd/>
            <a:tailEnd/>
          </a:ln>
          <a:effectLst/>
        </p:spPr>
        <p:txBody>
          <a:bodyPr lIns="63500" tIns="0" rIns="64800" bIns="0" rtlCol="0" anchor="ctr"/>
          <a:lstStyle/>
          <a:p>
            <a:pPr marL="0" marR="0" lvl="0" indent="0" algn="ctr" defTabSz="914400" rtl="0" eaLnBrk="1" fontAlgn="auto" latinLnBrk="0" hangingPunct="1">
              <a:lnSpc>
                <a:spcPct val="100000"/>
              </a:lnSpc>
              <a:spcBef>
                <a:spcPct val="0"/>
              </a:spcBef>
              <a:spcAft>
                <a:spcPts val="0"/>
              </a:spcAft>
              <a:buClrTx/>
              <a:buSzPct val="90000"/>
              <a:buFontTx/>
              <a:buNone/>
              <a:tabLst/>
              <a:defRPr/>
            </a:pPr>
            <a:endParaRPr kumimoji="0" lang="fr-FR" sz="16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14" name="Rectangle 13">
            <a:hlinkClick r:id="rId4" action="ppaction://hlinksldjump"/>
            <a:extLst>
              <a:ext uri="{FF2B5EF4-FFF2-40B4-BE49-F238E27FC236}">
                <a16:creationId xmlns:a16="http://schemas.microsoft.com/office/drawing/2014/main" id="{5BA73653-6F60-621F-71F7-CBFA218F19BA}"/>
              </a:ext>
            </a:extLst>
          </p:cNvPr>
          <p:cNvSpPr/>
          <p:nvPr/>
        </p:nvSpPr>
        <p:spPr bwMode="gray">
          <a:xfrm>
            <a:off x="6920456" y="1703479"/>
            <a:ext cx="2122143" cy="2228610"/>
          </a:xfrm>
          <a:prstGeom prst="rect">
            <a:avLst/>
          </a:prstGeom>
          <a:noFill/>
          <a:ln w="9525" algn="ctr">
            <a:noFill/>
            <a:miter lim="800000"/>
            <a:headEnd/>
            <a:tailEnd/>
          </a:ln>
          <a:effectLst/>
        </p:spPr>
        <p:txBody>
          <a:bodyPr lIns="63500" tIns="0" rIns="64800" bIns="0" rtlCol="0" anchor="ctr"/>
          <a:lstStyle/>
          <a:p>
            <a:pPr marL="0" marR="0" lvl="0" indent="0" algn="ctr" defTabSz="914400" rtl="0" eaLnBrk="1" fontAlgn="auto" latinLnBrk="0" hangingPunct="1">
              <a:lnSpc>
                <a:spcPct val="100000"/>
              </a:lnSpc>
              <a:spcBef>
                <a:spcPct val="0"/>
              </a:spcBef>
              <a:spcAft>
                <a:spcPts val="0"/>
              </a:spcAft>
              <a:buClrTx/>
              <a:buSzPct val="90000"/>
              <a:buFontTx/>
              <a:buNone/>
              <a:tabLst/>
              <a:defRPr/>
            </a:pPr>
            <a:endParaRPr kumimoji="0" lang="fr-FR" sz="16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15" name="Rectangle 14">
            <a:hlinkClick r:id="rId4" action="ppaction://hlinksldjump"/>
            <a:extLst>
              <a:ext uri="{FF2B5EF4-FFF2-40B4-BE49-F238E27FC236}">
                <a16:creationId xmlns:a16="http://schemas.microsoft.com/office/drawing/2014/main" id="{6C35DA19-FDDC-57CC-46AC-A0FBEE317EFB}"/>
              </a:ext>
            </a:extLst>
          </p:cNvPr>
          <p:cNvSpPr/>
          <p:nvPr/>
        </p:nvSpPr>
        <p:spPr bwMode="gray">
          <a:xfrm>
            <a:off x="9374746" y="3222110"/>
            <a:ext cx="2349796" cy="2782879"/>
          </a:xfrm>
          <a:prstGeom prst="rect">
            <a:avLst/>
          </a:prstGeom>
          <a:noFill/>
          <a:ln w="9525" algn="ctr">
            <a:noFill/>
            <a:miter lim="800000"/>
            <a:headEnd/>
            <a:tailEnd/>
          </a:ln>
          <a:effectLst/>
        </p:spPr>
        <p:txBody>
          <a:bodyPr lIns="63500" tIns="0" rIns="64800" bIns="0" rtlCol="0" anchor="ctr"/>
          <a:lstStyle/>
          <a:p>
            <a:pPr marL="0" marR="0" lvl="0" indent="0" algn="ctr" defTabSz="914400" rtl="0" eaLnBrk="1" fontAlgn="auto" latinLnBrk="0" hangingPunct="1">
              <a:lnSpc>
                <a:spcPct val="100000"/>
              </a:lnSpc>
              <a:spcBef>
                <a:spcPct val="0"/>
              </a:spcBef>
              <a:spcAft>
                <a:spcPts val="0"/>
              </a:spcAft>
              <a:buClrTx/>
              <a:buSzPct val="90000"/>
              <a:buFontTx/>
              <a:buNone/>
              <a:tabLst/>
              <a:defRPr/>
            </a:pPr>
            <a:endParaRPr kumimoji="0" lang="fr-FR" sz="1600" b="1" i="0" u="none" strike="noStrike" kern="1200" cap="none" spc="0" normalizeH="0" baseline="0" noProof="0" dirty="0">
              <a:ln>
                <a:noFill/>
              </a:ln>
              <a:solidFill>
                <a:srgbClr val="FFFFFF"/>
              </a:solidFill>
              <a:effectLst/>
              <a:uLnTx/>
              <a:uFillTx/>
              <a:latin typeface="Arial"/>
              <a:ea typeface="+mn-ea"/>
              <a:cs typeface="Arial" pitchFamily="34" charset="0"/>
            </a:endParaRPr>
          </a:p>
        </p:txBody>
      </p:sp>
      <p:sp>
        <p:nvSpPr>
          <p:cNvPr id="2" name="Espace réservé du numéro de diapositive 3">
            <a:extLst>
              <a:ext uri="{FF2B5EF4-FFF2-40B4-BE49-F238E27FC236}">
                <a16:creationId xmlns:a16="http://schemas.microsoft.com/office/drawing/2014/main" id="{B5A49275-29BA-044E-3D1F-96ADB203F4FB}"/>
              </a:ext>
            </a:extLst>
          </p:cNvPr>
          <p:cNvSpPr txBox="1">
            <a:spLocks/>
          </p:cNvSpPr>
          <p:nvPr/>
        </p:nvSpPr>
        <p:spPr>
          <a:xfrm>
            <a:off x="11424694" y="6293796"/>
            <a:ext cx="217251" cy="187663"/>
          </a:xfrm>
          <a:prstGeom prst="rect">
            <a:avLst/>
          </a:prstGeom>
        </p:spPr>
        <p:txBody>
          <a:bodyPr wrap="square" lIns="0" tIns="0" rIns="0" bIns="0" anchor="ctr" anchorCtr="0">
            <a:noAutofit/>
          </a:bodyPr>
          <a:lstStyle>
            <a:defPPr>
              <a:defRPr lang="en-US"/>
            </a:defPPr>
            <a:lvl1pPr marL="0" algn="r" defTabSz="914400" rtl="0" eaLnBrk="1" latinLnBrk="0" hangingPunct="1">
              <a:defRPr lang="en-GB" sz="1000" kern="1200" noProof="0" dirty="0" smtClean="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25A3C56-E491-49B2-93F3-63532DF516BC}" type="slidenum">
              <a:rPr lang="fr-FR" noProof="0" smtClean="0"/>
              <a:pPr/>
              <a:t>3</a:t>
            </a:fld>
            <a:endParaRPr lang="fr-FR" noProof="0" dirty="0"/>
          </a:p>
        </p:txBody>
      </p:sp>
      <p:sp>
        <p:nvSpPr>
          <p:cNvPr id="3" name="Espace réservé du numéro de diapositive 2">
            <a:extLst>
              <a:ext uri="{FF2B5EF4-FFF2-40B4-BE49-F238E27FC236}">
                <a16:creationId xmlns:a16="http://schemas.microsoft.com/office/drawing/2014/main" id="{DB5EE71B-E497-7586-6432-16FAEA506B4D}"/>
              </a:ext>
            </a:extLst>
          </p:cNvPr>
          <p:cNvSpPr>
            <a:spLocks noGrp="1"/>
          </p:cNvSpPr>
          <p:nvPr>
            <p:ph type="sldNum" sz="quarter" idx="12"/>
          </p:nvPr>
        </p:nvSpPr>
        <p:spPr/>
        <p:txBody>
          <a:bodyPr/>
          <a:lstStyle/>
          <a:p>
            <a:fld id="{525A3C56-E491-49B2-93F3-63532DF516BC}" type="slidenum">
              <a:rPr lang="en-US" noProof="0" smtClean="0"/>
              <a:pPr/>
              <a:t>3</a:t>
            </a:fld>
            <a:endParaRPr lang="en-US" noProof="0"/>
          </a:p>
        </p:txBody>
      </p:sp>
    </p:spTree>
    <p:extLst>
      <p:ext uri="{BB962C8B-B14F-4D97-AF65-F5344CB8AC3E}">
        <p14:creationId xmlns:p14="http://schemas.microsoft.com/office/powerpoint/2010/main" val="65329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9" name="Rectangle 158">
            <a:extLst>
              <a:ext uri="{FF2B5EF4-FFF2-40B4-BE49-F238E27FC236}">
                <a16:creationId xmlns:a16="http://schemas.microsoft.com/office/drawing/2014/main" id="{DE559365-C378-B537-A7BE-20A40325B456}"/>
              </a:ext>
            </a:extLst>
          </p:cNvPr>
          <p:cNvSpPr/>
          <p:nvPr/>
        </p:nvSpPr>
        <p:spPr bwMode="gray">
          <a:xfrm>
            <a:off x="14914" y="4573167"/>
            <a:ext cx="12192000" cy="2461387"/>
          </a:xfrm>
          <a:prstGeom prst="rect">
            <a:avLst/>
          </a:prstGeom>
          <a:solidFill>
            <a:srgbClr val="EEEEEE"/>
          </a:solidFill>
          <a:ln w="9525" algn="ctr">
            <a:noFill/>
            <a:miter lim="800000"/>
            <a:headEnd/>
            <a:tailEnd/>
          </a:ln>
          <a:effectLst/>
        </p:spPr>
        <p:txBody>
          <a:bodyPr lIns="63500" tIns="0" rIns="64800" bIns="0" rtlCol="0" anchor="ctr"/>
          <a:lstStyle/>
          <a:p>
            <a:pPr algn="ctr">
              <a:spcBef>
                <a:spcPct val="0"/>
              </a:spcBef>
              <a:buClrTx/>
              <a:buSzPct val="90000"/>
            </a:pPr>
            <a:endParaRPr lang="fr-FR" sz="1600" b="1" noProof="0" dirty="0">
              <a:solidFill>
                <a:srgbClr val="555555"/>
              </a:solidFill>
              <a:cs typeface="Arial" pitchFamily="34" charset="0"/>
            </a:endParaRPr>
          </a:p>
        </p:txBody>
      </p:sp>
      <p:sp>
        <p:nvSpPr>
          <p:cNvPr id="4" name="Espace réservé du numéro de diapositive 3">
            <a:extLst>
              <a:ext uri="{FF2B5EF4-FFF2-40B4-BE49-F238E27FC236}">
                <a16:creationId xmlns:a16="http://schemas.microsoft.com/office/drawing/2014/main" id="{8E178867-AD5C-344D-9A11-F3237BCF645C}"/>
              </a:ext>
            </a:extLst>
          </p:cNvPr>
          <p:cNvSpPr>
            <a:spLocks noGrp="1"/>
          </p:cNvSpPr>
          <p:nvPr>
            <p:ph type="sldNum" sz="quarter" idx="10"/>
          </p:nvPr>
        </p:nvSpPr>
        <p:spPr>
          <a:xfrm>
            <a:off x="11163034" y="6965950"/>
            <a:ext cx="261660" cy="137160"/>
          </a:xfrm>
          <a:prstGeom prst="rect">
            <a:avLst/>
          </a:prstGeom>
        </p:spPr>
        <p:txBody>
          <a:bodyPr wrap="square" lIns="0" tIns="0" rIns="0" bIns="0" anchor="t" anchorCtr="0">
            <a:noAutofit/>
          </a:bodyPr>
          <a:lstStyle>
            <a:defPPr>
              <a:defRPr lang="en-US"/>
            </a:defPPr>
            <a:lvl1pPr marL="0" algn="r" defTabSz="914400" rtl="0" eaLnBrk="1" latinLnBrk="0" hangingPunct="1">
              <a:defRPr lang="en-GB" sz="900" kern="1200" noProof="0" smtClean="0">
                <a:solidFill>
                  <a:srgbClr val="E6E6E6"/>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25A3C56-E491-49B2-93F3-63532DF516BC}" type="slidenum">
              <a:rPr lang="fr-FR" noProof="0" smtClean="0"/>
              <a:pPr/>
              <a:t>4</a:t>
            </a:fld>
            <a:endParaRPr lang="fr-FR" noProof="0" dirty="0"/>
          </a:p>
        </p:txBody>
      </p:sp>
      <p:sp>
        <p:nvSpPr>
          <p:cNvPr id="245" name="Titre 1">
            <a:extLst>
              <a:ext uri="{FF2B5EF4-FFF2-40B4-BE49-F238E27FC236}">
                <a16:creationId xmlns:a16="http://schemas.microsoft.com/office/drawing/2014/main" id="{F15476B8-7175-9B27-F8FC-A0A7F0FC76B2}"/>
              </a:ext>
            </a:extLst>
          </p:cNvPr>
          <p:cNvSpPr txBox="1">
            <a:spLocks/>
          </p:cNvSpPr>
          <p:nvPr/>
        </p:nvSpPr>
        <p:spPr>
          <a:xfrm>
            <a:off x="2242882" y="4652923"/>
            <a:ext cx="7790192" cy="355157"/>
          </a:xfrm>
          <a:prstGeom prst="rect">
            <a:avLst/>
          </a:prstGeom>
        </p:spPr>
        <p:txBody>
          <a:bodyPr vert="horz" lIns="0" tIns="0" rIns="0" bIns="0" rtlCol="0" anchor="t" anchorCtr="0">
            <a:noAutofit/>
          </a:bodyPr>
          <a:lstStyle>
            <a:lvl1pPr algn="l" defTabSz="914400" rtl="0" eaLnBrk="1" latinLnBrk="0" hangingPunct="1">
              <a:spcBef>
                <a:spcPct val="0"/>
              </a:spcBef>
              <a:buNone/>
              <a:defRPr sz="2800" kern="1200" baseline="0">
                <a:solidFill>
                  <a:schemeClr val="tx1"/>
                </a:solidFill>
                <a:latin typeface="Arial" pitchFamily="34" charset="0"/>
                <a:ea typeface="+mj-ea"/>
                <a:cs typeface="+mj-cs"/>
              </a:defRPr>
            </a:lvl1pPr>
          </a:lstStyle>
          <a:p>
            <a:pPr algn="ctr"/>
            <a:r>
              <a:rPr lang="fr-FR" sz="1800" noProof="0" dirty="0"/>
              <a:t>NOS PÔLES D’EXPERTISES</a:t>
            </a:r>
          </a:p>
        </p:txBody>
      </p:sp>
      <p:sp>
        <p:nvSpPr>
          <p:cNvPr id="5" name="Title 3">
            <a:extLst>
              <a:ext uri="{FF2B5EF4-FFF2-40B4-BE49-F238E27FC236}">
                <a16:creationId xmlns:a16="http://schemas.microsoft.com/office/drawing/2014/main" id="{CA428EA0-FFC5-5FA8-9681-319A8867AFF6}"/>
              </a:ext>
            </a:extLst>
          </p:cNvPr>
          <p:cNvSpPr>
            <a:spLocks noGrp="1"/>
          </p:cNvSpPr>
          <p:nvPr>
            <p:ph type="title"/>
            <p:custDataLst>
              <p:tags r:id="rId1"/>
            </p:custDataLst>
          </p:nvPr>
        </p:nvSpPr>
        <p:spPr>
          <a:xfrm>
            <a:off x="766762" y="624635"/>
            <a:ext cx="10658475" cy="532765"/>
          </a:xfrm>
        </p:spPr>
        <p:txBody>
          <a:bodyPr/>
          <a:lstStyle/>
          <a:p>
            <a:r>
              <a:rPr lang="fr-FR" noProof="0" dirty="0">
                <a:sym typeface=""/>
              </a:rPr>
              <a:t>Focus sur CGI au Luxembourg</a:t>
            </a:r>
          </a:p>
        </p:txBody>
      </p:sp>
      <p:sp>
        <p:nvSpPr>
          <p:cNvPr id="6" name="Shape 1183">
            <a:extLst>
              <a:ext uri="{FF2B5EF4-FFF2-40B4-BE49-F238E27FC236}">
                <a16:creationId xmlns:a16="http://schemas.microsoft.com/office/drawing/2014/main" id="{23862893-331A-47D3-9C6B-5A0C0A026333}"/>
              </a:ext>
            </a:extLst>
          </p:cNvPr>
          <p:cNvSpPr txBox="1"/>
          <p:nvPr/>
        </p:nvSpPr>
        <p:spPr>
          <a:xfrm>
            <a:off x="1535292" y="2910206"/>
            <a:ext cx="1781876" cy="982666"/>
          </a:xfrm>
          <a:prstGeom prst="rect">
            <a:avLst/>
          </a:prstGeom>
          <a:noFill/>
          <a:ln w="22225">
            <a:noFill/>
          </a:ln>
        </p:spPr>
        <p:style>
          <a:lnRef idx="2">
            <a:schemeClr val="dk1"/>
          </a:lnRef>
          <a:fillRef idx="1">
            <a:schemeClr val="lt1"/>
          </a:fillRef>
          <a:effectRef idx="0">
            <a:schemeClr val="dk1"/>
          </a:effectRef>
          <a:fontRef idx="minor">
            <a:schemeClr val="dk1"/>
          </a:fontRef>
        </p:style>
        <p:txBody>
          <a:bodyPr lIns="45720" tIns="91440" rIns="45720" bIns="45720" anchor="ctr" anchorCtr="0">
            <a:noAutofit/>
          </a:bodyPr>
          <a:lstStyle/>
          <a:p>
            <a:pPr lvl="0" algn="ctr">
              <a:lnSpc>
                <a:spcPct val="105000"/>
              </a:lnSpc>
              <a:defRPr/>
            </a:pPr>
            <a:r>
              <a:rPr lang="fr-FR" sz="2400" b="1" noProof="0" dirty="0">
                <a:solidFill>
                  <a:srgbClr val="5236AB"/>
                </a:solidFill>
                <a:latin typeface="+mj-lt"/>
              </a:rPr>
              <a:t>+150</a:t>
            </a:r>
          </a:p>
          <a:p>
            <a:pPr lvl="0" algn="ctr">
              <a:lnSpc>
                <a:spcPct val="105000"/>
              </a:lnSpc>
              <a:defRPr/>
            </a:pPr>
            <a:r>
              <a:rPr lang="fr-FR" sz="1200" noProof="0" dirty="0">
                <a:solidFill>
                  <a:srgbClr val="000000"/>
                </a:solidFill>
                <a:latin typeface="+mj-lt"/>
              </a:rPr>
              <a:t>Associés de CGI</a:t>
            </a:r>
          </a:p>
        </p:txBody>
      </p:sp>
      <p:pic>
        <p:nvPicPr>
          <p:cNvPr id="29" name="Image 28" descr="Une image contenant personne, habits, Visage humain, sourire&#10;&#10;Description générée automatiquement">
            <a:extLst>
              <a:ext uri="{FF2B5EF4-FFF2-40B4-BE49-F238E27FC236}">
                <a16:creationId xmlns:a16="http://schemas.microsoft.com/office/drawing/2014/main" id="{26324A4C-C669-B4C9-A403-920773949F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7784" y="400037"/>
            <a:ext cx="3341235" cy="3341235"/>
          </a:xfrm>
          <a:prstGeom prst="rect">
            <a:avLst/>
          </a:prstGeom>
        </p:spPr>
      </p:pic>
      <p:cxnSp>
        <p:nvCxnSpPr>
          <p:cNvPr id="30" name="Straight Connector 4">
            <a:extLst>
              <a:ext uri="{FF2B5EF4-FFF2-40B4-BE49-F238E27FC236}">
                <a16:creationId xmlns:a16="http://schemas.microsoft.com/office/drawing/2014/main" id="{25E897B8-40AC-46C2-822F-ADFE120C28B4}"/>
              </a:ext>
              <a:ext uri="{C183D7F6-B498-43B3-948B-1728B52AA6E4}">
                <adec:decorative xmlns:adec="http://schemas.microsoft.com/office/drawing/2017/decorative" val="1"/>
              </a:ext>
            </a:extLst>
          </p:cNvPr>
          <p:cNvCxnSpPr>
            <a:cxnSpLocks/>
            <a:stCxn id="32" idx="2"/>
            <a:endCxn id="31" idx="6"/>
          </p:cNvCxnSpPr>
          <p:nvPr/>
        </p:nvCxnSpPr>
        <p:spPr bwMode="gray">
          <a:xfrm>
            <a:off x="4429549" y="2931755"/>
            <a:ext cx="3600766" cy="0"/>
          </a:xfrm>
          <a:prstGeom prst="line">
            <a:avLst/>
          </a:prstGeom>
          <a:ln w="14604">
            <a:solidFill>
              <a:srgbClr val="999999"/>
            </a:solidFill>
            <a:headEnd/>
            <a:tailEnd/>
          </a:ln>
        </p:spPr>
        <p:style>
          <a:lnRef idx="1">
            <a:schemeClr val="dk1"/>
          </a:lnRef>
          <a:fillRef idx="0">
            <a:schemeClr val="dk1"/>
          </a:fillRef>
          <a:effectRef idx="0">
            <a:schemeClr val="dk1"/>
          </a:effectRef>
          <a:fontRef idx="minor">
            <a:schemeClr val="tx1"/>
          </a:fontRef>
        </p:style>
      </p:cxnSp>
      <p:sp>
        <p:nvSpPr>
          <p:cNvPr id="31" name="Text Placeholder 7">
            <a:extLst>
              <a:ext uri="{FF2B5EF4-FFF2-40B4-BE49-F238E27FC236}">
                <a16:creationId xmlns:a16="http://schemas.microsoft.com/office/drawing/2014/main" id="{A0DE358D-FFF0-29D7-E00B-6F4C2F2C4E3B}"/>
              </a:ext>
            </a:extLst>
          </p:cNvPr>
          <p:cNvSpPr txBox="1">
            <a:spLocks noChangeAspect="1"/>
          </p:cNvSpPr>
          <p:nvPr/>
        </p:nvSpPr>
        <p:spPr>
          <a:xfrm>
            <a:off x="7050758" y="2441976"/>
            <a:ext cx="979557" cy="979557"/>
          </a:xfrm>
          <a:prstGeom prst="ellipse">
            <a:avLst/>
          </a:prstGeom>
          <a:solidFill>
            <a:schemeClr val="bg1"/>
          </a:solidFill>
          <a:ln w="28575">
            <a:gradFill>
              <a:gsLst>
                <a:gs pos="0">
                  <a:srgbClr val="E31937"/>
                </a:gs>
                <a:gs pos="64000">
                  <a:srgbClr val="A82465"/>
                </a:gs>
                <a:gs pos="100000">
                  <a:srgbClr val="5236AB"/>
                </a:gs>
              </a:gsLst>
              <a:lin ang="0" scaled="0"/>
            </a:gra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endParaRPr lang="fr-FR" sz="1800" b="1" noProof="0" dirty="0"/>
          </a:p>
        </p:txBody>
      </p:sp>
      <p:sp>
        <p:nvSpPr>
          <p:cNvPr id="32" name="Text Placeholder 7">
            <a:extLst>
              <a:ext uri="{FF2B5EF4-FFF2-40B4-BE49-F238E27FC236}">
                <a16:creationId xmlns:a16="http://schemas.microsoft.com/office/drawing/2014/main" id="{7BCCA418-DF55-D733-CFC3-84538B8DE5C4}"/>
              </a:ext>
            </a:extLst>
          </p:cNvPr>
          <p:cNvSpPr txBox="1">
            <a:spLocks noChangeAspect="1"/>
          </p:cNvSpPr>
          <p:nvPr/>
        </p:nvSpPr>
        <p:spPr>
          <a:xfrm>
            <a:off x="4429549" y="2441976"/>
            <a:ext cx="979557" cy="979557"/>
          </a:xfrm>
          <a:prstGeom prst="ellipse">
            <a:avLst/>
          </a:prstGeom>
          <a:solidFill>
            <a:schemeClr val="bg1"/>
          </a:solidFill>
          <a:ln w="28575">
            <a:gradFill>
              <a:gsLst>
                <a:gs pos="0">
                  <a:srgbClr val="E31937"/>
                </a:gs>
                <a:gs pos="64000">
                  <a:srgbClr val="A82465"/>
                </a:gs>
                <a:gs pos="100000">
                  <a:srgbClr val="5236AB"/>
                </a:gs>
              </a:gsLst>
              <a:lin ang="0" scaled="0"/>
            </a:gra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endParaRPr lang="fr-FR" sz="1800" b="1" noProof="0" dirty="0"/>
          </a:p>
        </p:txBody>
      </p:sp>
      <p:sp>
        <p:nvSpPr>
          <p:cNvPr id="33" name="Text Placeholder 7">
            <a:extLst>
              <a:ext uri="{FF2B5EF4-FFF2-40B4-BE49-F238E27FC236}">
                <a16:creationId xmlns:a16="http://schemas.microsoft.com/office/drawing/2014/main" id="{6F1A7370-03D0-DCEC-CA1D-864C610D5DDA}"/>
              </a:ext>
            </a:extLst>
          </p:cNvPr>
          <p:cNvSpPr txBox="1">
            <a:spLocks noChangeAspect="1"/>
          </p:cNvSpPr>
          <p:nvPr/>
        </p:nvSpPr>
        <p:spPr>
          <a:xfrm>
            <a:off x="5745068" y="2449443"/>
            <a:ext cx="979557" cy="979557"/>
          </a:xfrm>
          <a:prstGeom prst="ellipse">
            <a:avLst/>
          </a:prstGeom>
          <a:solidFill>
            <a:schemeClr val="bg1"/>
          </a:solidFill>
          <a:ln w="28575">
            <a:gradFill>
              <a:gsLst>
                <a:gs pos="0">
                  <a:srgbClr val="E31937"/>
                </a:gs>
                <a:gs pos="64000">
                  <a:srgbClr val="A82465"/>
                </a:gs>
                <a:gs pos="100000">
                  <a:srgbClr val="5236AB"/>
                </a:gs>
              </a:gsLst>
              <a:lin ang="0" scaled="0"/>
            </a:gra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endParaRPr lang="fr-FR" sz="1800" b="1" noProof="0" dirty="0"/>
          </a:p>
        </p:txBody>
      </p:sp>
      <p:sp>
        <p:nvSpPr>
          <p:cNvPr id="38" name="Shape 1183">
            <a:extLst>
              <a:ext uri="{FF2B5EF4-FFF2-40B4-BE49-F238E27FC236}">
                <a16:creationId xmlns:a16="http://schemas.microsoft.com/office/drawing/2014/main" id="{B6F23AF3-3E66-A578-3146-6203D1C3D1F1}"/>
              </a:ext>
            </a:extLst>
          </p:cNvPr>
          <p:cNvSpPr txBox="1"/>
          <p:nvPr/>
        </p:nvSpPr>
        <p:spPr>
          <a:xfrm>
            <a:off x="1586961" y="2149341"/>
            <a:ext cx="1781876" cy="875941"/>
          </a:xfrm>
          <a:prstGeom prst="rect">
            <a:avLst/>
          </a:prstGeom>
          <a:noFill/>
          <a:ln w="22225">
            <a:noFill/>
          </a:ln>
        </p:spPr>
        <p:style>
          <a:lnRef idx="2">
            <a:schemeClr val="dk1"/>
          </a:lnRef>
          <a:fillRef idx="1">
            <a:schemeClr val="lt1"/>
          </a:fillRef>
          <a:effectRef idx="0">
            <a:schemeClr val="dk1"/>
          </a:effectRef>
          <a:fontRef idx="minor">
            <a:schemeClr val="dk1"/>
          </a:fontRef>
        </p:style>
        <p:txBody>
          <a:bodyPr lIns="45720" tIns="91440" rIns="45720" bIns="45720" anchor="ctr" anchorCtr="0">
            <a:noAutofit/>
          </a:bodyPr>
          <a:lstStyle/>
          <a:p>
            <a:pPr lvl="0" algn="ctr">
              <a:lnSpc>
                <a:spcPct val="105000"/>
              </a:lnSpc>
              <a:defRPr/>
            </a:pPr>
            <a:r>
              <a:rPr lang="fr-FR" sz="2400" b="1" noProof="0" dirty="0">
                <a:solidFill>
                  <a:srgbClr val="5236AB"/>
                </a:solidFill>
                <a:latin typeface="+mj-lt"/>
              </a:rPr>
              <a:t>35 ans</a:t>
            </a:r>
          </a:p>
          <a:p>
            <a:pPr lvl="0" algn="ctr">
              <a:lnSpc>
                <a:spcPct val="105000"/>
              </a:lnSpc>
              <a:defRPr/>
            </a:pPr>
            <a:r>
              <a:rPr lang="fr-FR" sz="1200" noProof="0" dirty="0">
                <a:solidFill>
                  <a:srgbClr val="000000"/>
                </a:solidFill>
                <a:latin typeface="+mj-lt"/>
              </a:rPr>
              <a:t>de présence au Grand Duché du Luxembourg </a:t>
            </a:r>
          </a:p>
        </p:txBody>
      </p:sp>
      <p:grpSp>
        <p:nvGrpSpPr>
          <p:cNvPr id="39" name="Group 12">
            <a:extLst>
              <a:ext uri="{FF2B5EF4-FFF2-40B4-BE49-F238E27FC236}">
                <a16:creationId xmlns:a16="http://schemas.microsoft.com/office/drawing/2014/main" id="{B3C9E312-4028-E294-448B-D9A236108A13}"/>
              </a:ext>
              <a:ext uri="{C183D7F6-B498-43B3-948B-1728B52AA6E4}">
                <adec:decorative xmlns:adec="http://schemas.microsoft.com/office/drawing/2017/decorative" val="1"/>
              </a:ext>
            </a:extLst>
          </p:cNvPr>
          <p:cNvGrpSpPr>
            <a:grpSpLocks noChangeAspect="1"/>
          </p:cNvGrpSpPr>
          <p:nvPr/>
        </p:nvGrpSpPr>
        <p:grpSpPr>
          <a:xfrm>
            <a:off x="2188137" y="1423418"/>
            <a:ext cx="489874" cy="556396"/>
            <a:chOff x="9484013" y="2644060"/>
            <a:chExt cx="243129" cy="276144"/>
          </a:xfrm>
          <a:gradFill flip="none" rotWithShape="1">
            <a:gsLst>
              <a:gs pos="0">
                <a:srgbClr val="E31937"/>
              </a:gs>
              <a:gs pos="60000">
                <a:srgbClr val="A82465"/>
              </a:gs>
              <a:gs pos="100000">
                <a:srgbClr val="5236AB"/>
              </a:gs>
            </a:gsLst>
            <a:lin ang="0" scaled="1"/>
            <a:tileRect/>
          </a:gradFill>
        </p:grpSpPr>
        <p:sp>
          <p:nvSpPr>
            <p:cNvPr id="40" name="Freeform 13">
              <a:extLst>
                <a:ext uri="{FF2B5EF4-FFF2-40B4-BE49-F238E27FC236}">
                  <a16:creationId xmlns:a16="http://schemas.microsoft.com/office/drawing/2014/main" id="{B59420EB-F388-E0E7-7BF9-633EE306E9AA}"/>
                </a:ext>
              </a:extLst>
            </p:cNvPr>
            <p:cNvSpPr/>
            <p:nvPr/>
          </p:nvSpPr>
          <p:spPr>
            <a:xfrm>
              <a:off x="9484013" y="2644060"/>
              <a:ext cx="243129" cy="276144"/>
            </a:xfrm>
            <a:custGeom>
              <a:avLst/>
              <a:gdLst>
                <a:gd name="connsiteX0" fmla="*/ 226490 w 243129"/>
                <a:gd name="connsiteY0" fmla="*/ 84666 h 276144"/>
                <a:gd name="connsiteX1" fmla="*/ 201784 w 243129"/>
                <a:gd name="connsiteY1" fmla="*/ 84666 h 276144"/>
                <a:gd name="connsiteX2" fmla="*/ 201784 w 243129"/>
                <a:gd name="connsiteY2" fmla="*/ 36761 h 276144"/>
                <a:gd name="connsiteX3" fmla="*/ 201711 w 243129"/>
                <a:gd name="connsiteY3" fmla="*/ 36190 h 276144"/>
                <a:gd name="connsiteX4" fmla="*/ 201567 w 243129"/>
                <a:gd name="connsiteY4" fmla="*/ 35643 h 276144"/>
                <a:gd name="connsiteX5" fmla="*/ 200549 w 243129"/>
                <a:gd name="connsiteY5" fmla="*/ 33642 h 276144"/>
                <a:gd name="connsiteX6" fmla="*/ 168141 w 243129"/>
                <a:gd name="connsiteY6" fmla="*/ 1292 h 276144"/>
                <a:gd name="connsiteX7" fmla="*/ 166180 w 243129"/>
                <a:gd name="connsiteY7" fmla="*/ 220 h 276144"/>
                <a:gd name="connsiteX8" fmla="*/ 165598 w 243129"/>
                <a:gd name="connsiteY8" fmla="*/ 114 h 276144"/>
                <a:gd name="connsiteX9" fmla="*/ 165090 w 243129"/>
                <a:gd name="connsiteY9" fmla="*/ 0 h 276144"/>
                <a:gd name="connsiteX10" fmla="*/ 45704 w 243129"/>
                <a:gd name="connsiteY10" fmla="*/ 0 h 276144"/>
                <a:gd name="connsiteX11" fmla="*/ 41272 w 243129"/>
                <a:gd name="connsiteY11" fmla="*/ 4407 h 276144"/>
                <a:gd name="connsiteX12" fmla="*/ 41272 w 243129"/>
                <a:gd name="connsiteY12" fmla="*/ 84666 h 276144"/>
                <a:gd name="connsiteX13" fmla="*/ 16639 w 243129"/>
                <a:gd name="connsiteY13" fmla="*/ 84666 h 276144"/>
                <a:gd name="connsiteX14" fmla="*/ 0 w 243129"/>
                <a:gd name="connsiteY14" fmla="*/ 101278 h 276144"/>
                <a:gd name="connsiteX15" fmla="*/ 0 w 243129"/>
                <a:gd name="connsiteY15" fmla="*/ 232887 h 276144"/>
                <a:gd name="connsiteX16" fmla="*/ 16639 w 243129"/>
                <a:gd name="connsiteY16" fmla="*/ 249499 h 276144"/>
                <a:gd name="connsiteX17" fmla="*/ 101655 w 243129"/>
                <a:gd name="connsiteY17" fmla="*/ 249499 h 276144"/>
                <a:gd name="connsiteX18" fmla="*/ 101655 w 243129"/>
                <a:gd name="connsiteY18" fmla="*/ 267331 h 276144"/>
                <a:gd name="connsiteX19" fmla="*/ 82472 w 243129"/>
                <a:gd name="connsiteY19" fmla="*/ 267331 h 276144"/>
                <a:gd name="connsiteX20" fmla="*/ 78040 w 243129"/>
                <a:gd name="connsiteY20" fmla="*/ 271756 h 276144"/>
                <a:gd name="connsiteX21" fmla="*/ 82472 w 243129"/>
                <a:gd name="connsiteY21" fmla="*/ 276144 h 276144"/>
                <a:gd name="connsiteX22" fmla="*/ 160658 w 243129"/>
                <a:gd name="connsiteY22" fmla="*/ 276144 h 276144"/>
                <a:gd name="connsiteX23" fmla="*/ 165090 w 243129"/>
                <a:gd name="connsiteY23" fmla="*/ 271737 h 276144"/>
                <a:gd name="connsiteX24" fmla="*/ 160658 w 243129"/>
                <a:gd name="connsiteY24" fmla="*/ 267331 h 276144"/>
                <a:gd name="connsiteX25" fmla="*/ 141402 w 243129"/>
                <a:gd name="connsiteY25" fmla="*/ 267331 h 276144"/>
                <a:gd name="connsiteX26" fmla="*/ 141402 w 243129"/>
                <a:gd name="connsiteY26" fmla="*/ 249499 h 276144"/>
                <a:gd name="connsiteX27" fmla="*/ 226490 w 243129"/>
                <a:gd name="connsiteY27" fmla="*/ 249499 h 276144"/>
                <a:gd name="connsiteX28" fmla="*/ 243130 w 243129"/>
                <a:gd name="connsiteY28" fmla="*/ 232887 h 276144"/>
                <a:gd name="connsiteX29" fmla="*/ 243130 w 243129"/>
                <a:gd name="connsiteY29" fmla="*/ 101278 h 276144"/>
                <a:gd name="connsiteX30" fmla="*/ 226490 w 243129"/>
                <a:gd name="connsiteY30" fmla="*/ 84666 h 276144"/>
                <a:gd name="connsiteX31" fmla="*/ 186743 w 243129"/>
                <a:gd name="connsiteY31" fmla="*/ 32354 h 276144"/>
                <a:gd name="connsiteX32" fmla="*/ 169449 w 243129"/>
                <a:gd name="connsiteY32" fmla="*/ 32354 h 276144"/>
                <a:gd name="connsiteX33" fmla="*/ 169449 w 243129"/>
                <a:gd name="connsiteY33" fmla="*/ 15044 h 276144"/>
                <a:gd name="connsiteX34" fmla="*/ 50137 w 243129"/>
                <a:gd name="connsiteY34" fmla="*/ 8814 h 276144"/>
                <a:gd name="connsiteX35" fmla="*/ 160658 w 243129"/>
                <a:gd name="connsiteY35" fmla="*/ 8814 h 276144"/>
                <a:gd name="connsiteX36" fmla="*/ 160658 w 243129"/>
                <a:gd name="connsiteY36" fmla="*/ 36761 h 276144"/>
                <a:gd name="connsiteX37" fmla="*/ 165090 w 243129"/>
                <a:gd name="connsiteY37" fmla="*/ 41168 h 276144"/>
                <a:gd name="connsiteX38" fmla="*/ 192992 w 243129"/>
                <a:gd name="connsiteY38" fmla="*/ 41168 h 276144"/>
                <a:gd name="connsiteX39" fmla="*/ 192992 w 243129"/>
                <a:gd name="connsiteY39" fmla="*/ 190574 h 276144"/>
                <a:gd name="connsiteX40" fmla="*/ 50137 w 243129"/>
                <a:gd name="connsiteY40" fmla="*/ 190574 h 276144"/>
                <a:gd name="connsiteX41" fmla="*/ 16639 w 243129"/>
                <a:gd name="connsiteY41" fmla="*/ 93476 h 276144"/>
                <a:gd name="connsiteX42" fmla="*/ 41272 w 243129"/>
                <a:gd name="connsiteY42" fmla="*/ 93476 h 276144"/>
                <a:gd name="connsiteX43" fmla="*/ 41272 w 243129"/>
                <a:gd name="connsiteY43" fmla="*/ 194980 h 276144"/>
                <a:gd name="connsiteX44" fmla="*/ 45704 w 243129"/>
                <a:gd name="connsiteY44" fmla="*/ 199387 h 276144"/>
                <a:gd name="connsiteX45" fmla="*/ 197425 w 243129"/>
                <a:gd name="connsiteY45" fmla="*/ 199387 h 276144"/>
                <a:gd name="connsiteX46" fmla="*/ 201784 w 243129"/>
                <a:gd name="connsiteY46" fmla="*/ 194980 h 276144"/>
                <a:gd name="connsiteX47" fmla="*/ 201784 w 243129"/>
                <a:gd name="connsiteY47" fmla="*/ 93476 h 276144"/>
                <a:gd name="connsiteX48" fmla="*/ 226490 w 243129"/>
                <a:gd name="connsiteY48" fmla="*/ 93476 h 276144"/>
                <a:gd name="connsiteX49" fmla="*/ 234265 w 243129"/>
                <a:gd name="connsiteY49" fmla="*/ 101278 h 276144"/>
                <a:gd name="connsiteX50" fmla="*/ 234265 w 243129"/>
                <a:gd name="connsiteY50" fmla="*/ 212458 h 276144"/>
                <a:gd name="connsiteX51" fmla="*/ 8792 w 243129"/>
                <a:gd name="connsiteY51" fmla="*/ 212458 h 276144"/>
                <a:gd name="connsiteX52" fmla="*/ 8792 w 243129"/>
                <a:gd name="connsiteY52" fmla="*/ 101278 h 276144"/>
                <a:gd name="connsiteX53" fmla="*/ 16639 w 243129"/>
                <a:gd name="connsiteY53" fmla="*/ 93476 h 276144"/>
                <a:gd name="connsiteX54" fmla="*/ 132610 w 243129"/>
                <a:gd name="connsiteY54" fmla="*/ 267331 h 276144"/>
                <a:gd name="connsiteX55" fmla="*/ 110520 w 243129"/>
                <a:gd name="connsiteY55" fmla="*/ 267331 h 276144"/>
                <a:gd name="connsiteX56" fmla="*/ 110520 w 243129"/>
                <a:gd name="connsiteY56" fmla="*/ 249499 h 276144"/>
                <a:gd name="connsiteX57" fmla="*/ 132610 w 243129"/>
                <a:gd name="connsiteY57" fmla="*/ 249499 h 276144"/>
                <a:gd name="connsiteX58" fmla="*/ 226490 w 243129"/>
                <a:gd name="connsiteY58" fmla="*/ 240686 h 276144"/>
                <a:gd name="connsiteX59" fmla="*/ 16639 w 243129"/>
                <a:gd name="connsiteY59" fmla="*/ 240686 h 276144"/>
                <a:gd name="connsiteX60" fmla="*/ 8792 w 243129"/>
                <a:gd name="connsiteY60" fmla="*/ 232887 h 276144"/>
                <a:gd name="connsiteX61" fmla="*/ 8792 w 243129"/>
                <a:gd name="connsiteY61" fmla="*/ 221267 h 276144"/>
                <a:gd name="connsiteX62" fmla="*/ 234265 w 243129"/>
                <a:gd name="connsiteY62" fmla="*/ 221267 h 276144"/>
                <a:gd name="connsiteX63" fmla="*/ 234265 w 243129"/>
                <a:gd name="connsiteY63" fmla="*/ 232887 h 276144"/>
                <a:gd name="connsiteX64" fmla="*/ 226490 w 243129"/>
                <a:gd name="connsiteY64" fmla="*/ 240686 h 27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43129" h="276144">
                  <a:moveTo>
                    <a:pt x="226490" y="84666"/>
                  </a:moveTo>
                  <a:lnTo>
                    <a:pt x="201784" y="84666"/>
                  </a:lnTo>
                  <a:lnTo>
                    <a:pt x="201784" y="36761"/>
                  </a:lnTo>
                  <a:cubicBezTo>
                    <a:pt x="201784" y="36568"/>
                    <a:pt x="201784" y="36377"/>
                    <a:pt x="201711" y="36190"/>
                  </a:cubicBezTo>
                  <a:cubicBezTo>
                    <a:pt x="201711" y="36005"/>
                    <a:pt x="201640" y="35823"/>
                    <a:pt x="201567" y="35643"/>
                  </a:cubicBezTo>
                  <a:cubicBezTo>
                    <a:pt x="201421" y="34893"/>
                    <a:pt x="201058" y="34203"/>
                    <a:pt x="200549" y="33642"/>
                  </a:cubicBezTo>
                  <a:lnTo>
                    <a:pt x="168141" y="1292"/>
                  </a:lnTo>
                  <a:cubicBezTo>
                    <a:pt x="167633" y="763"/>
                    <a:pt x="166906" y="394"/>
                    <a:pt x="166180" y="220"/>
                  </a:cubicBezTo>
                  <a:cubicBezTo>
                    <a:pt x="165962" y="173"/>
                    <a:pt x="165816" y="137"/>
                    <a:pt x="165598" y="114"/>
                  </a:cubicBezTo>
                  <a:cubicBezTo>
                    <a:pt x="165453" y="62"/>
                    <a:pt x="165235" y="24"/>
                    <a:pt x="165090" y="0"/>
                  </a:cubicBezTo>
                  <a:lnTo>
                    <a:pt x="45704" y="0"/>
                  </a:lnTo>
                  <a:cubicBezTo>
                    <a:pt x="43307" y="1"/>
                    <a:pt x="41272" y="1973"/>
                    <a:pt x="41272" y="4407"/>
                  </a:cubicBezTo>
                  <a:lnTo>
                    <a:pt x="41272" y="84666"/>
                  </a:lnTo>
                  <a:lnTo>
                    <a:pt x="16639" y="84666"/>
                  </a:lnTo>
                  <a:cubicBezTo>
                    <a:pt x="7484" y="84676"/>
                    <a:pt x="0" y="92107"/>
                    <a:pt x="0" y="101278"/>
                  </a:cubicBezTo>
                  <a:lnTo>
                    <a:pt x="0" y="232887"/>
                  </a:lnTo>
                  <a:cubicBezTo>
                    <a:pt x="0" y="242057"/>
                    <a:pt x="7484" y="249487"/>
                    <a:pt x="16639" y="249499"/>
                  </a:cubicBezTo>
                  <a:lnTo>
                    <a:pt x="101655" y="249499"/>
                  </a:lnTo>
                  <a:lnTo>
                    <a:pt x="101655" y="267331"/>
                  </a:lnTo>
                  <a:lnTo>
                    <a:pt x="82472" y="267331"/>
                  </a:lnTo>
                  <a:cubicBezTo>
                    <a:pt x="80001" y="267341"/>
                    <a:pt x="78040" y="269321"/>
                    <a:pt x="78040" y="271756"/>
                  </a:cubicBezTo>
                  <a:cubicBezTo>
                    <a:pt x="78040" y="274175"/>
                    <a:pt x="80001" y="276134"/>
                    <a:pt x="82472" y="276144"/>
                  </a:cubicBezTo>
                  <a:lnTo>
                    <a:pt x="160658" y="276144"/>
                  </a:lnTo>
                  <a:cubicBezTo>
                    <a:pt x="163128" y="276144"/>
                    <a:pt x="165090" y="274171"/>
                    <a:pt x="165090" y="271737"/>
                  </a:cubicBezTo>
                  <a:cubicBezTo>
                    <a:pt x="165090" y="269304"/>
                    <a:pt x="163128" y="267331"/>
                    <a:pt x="160658" y="267331"/>
                  </a:cubicBezTo>
                  <a:lnTo>
                    <a:pt x="141402" y="267331"/>
                  </a:lnTo>
                  <a:lnTo>
                    <a:pt x="141402" y="249499"/>
                  </a:lnTo>
                  <a:lnTo>
                    <a:pt x="226490" y="249499"/>
                  </a:lnTo>
                  <a:cubicBezTo>
                    <a:pt x="235645" y="249487"/>
                    <a:pt x="243057" y="242057"/>
                    <a:pt x="243130" y="232887"/>
                  </a:cubicBezTo>
                  <a:lnTo>
                    <a:pt x="243130" y="101278"/>
                  </a:lnTo>
                  <a:cubicBezTo>
                    <a:pt x="243057" y="92107"/>
                    <a:pt x="235645" y="84676"/>
                    <a:pt x="226490" y="84666"/>
                  </a:cubicBezTo>
                  <a:close/>
                  <a:moveTo>
                    <a:pt x="186743" y="32354"/>
                  </a:moveTo>
                  <a:lnTo>
                    <a:pt x="169449" y="32354"/>
                  </a:lnTo>
                  <a:lnTo>
                    <a:pt x="169449" y="15044"/>
                  </a:lnTo>
                  <a:close/>
                  <a:moveTo>
                    <a:pt x="50137" y="8814"/>
                  </a:moveTo>
                  <a:lnTo>
                    <a:pt x="160658" y="8814"/>
                  </a:lnTo>
                  <a:lnTo>
                    <a:pt x="160658" y="36761"/>
                  </a:lnTo>
                  <a:cubicBezTo>
                    <a:pt x="160658" y="39194"/>
                    <a:pt x="162620" y="41167"/>
                    <a:pt x="165090" y="41168"/>
                  </a:cubicBezTo>
                  <a:lnTo>
                    <a:pt x="192992" y="41168"/>
                  </a:lnTo>
                  <a:lnTo>
                    <a:pt x="192992" y="190574"/>
                  </a:lnTo>
                  <a:lnTo>
                    <a:pt x="50137" y="190574"/>
                  </a:lnTo>
                  <a:close/>
                  <a:moveTo>
                    <a:pt x="16639" y="93476"/>
                  </a:moveTo>
                  <a:lnTo>
                    <a:pt x="41272" y="93476"/>
                  </a:lnTo>
                  <a:lnTo>
                    <a:pt x="41272" y="194980"/>
                  </a:lnTo>
                  <a:cubicBezTo>
                    <a:pt x="41272" y="197413"/>
                    <a:pt x="43307" y="199386"/>
                    <a:pt x="45704" y="199387"/>
                  </a:cubicBezTo>
                  <a:lnTo>
                    <a:pt x="197425" y="199387"/>
                  </a:lnTo>
                  <a:cubicBezTo>
                    <a:pt x="199823" y="199387"/>
                    <a:pt x="201784" y="197413"/>
                    <a:pt x="201784" y="194980"/>
                  </a:cubicBezTo>
                  <a:lnTo>
                    <a:pt x="201784" y="93476"/>
                  </a:lnTo>
                  <a:lnTo>
                    <a:pt x="226490" y="93476"/>
                  </a:lnTo>
                  <a:cubicBezTo>
                    <a:pt x="230777" y="93481"/>
                    <a:pt x="234265" y="96972"/>
                    <a:pt x="234265" y="101278"/>
                  </a:cubicBezTo>
                  <a:lnTo>
                    <a:pt x="234265" y="212458"/>
                  </a:lnTo>
                  <a:lnTo>
                    <a:pt x="8792" y="212458"/>
                  </a:lnTo>
                  <a:lnTo>
                    <a:pt x="8792" y="101278"/>
                  </a:lnTo>
                  <a:cubicBezTo>
                    <a:pt x="8865" y="96972"/>
                    <a:pt x="12352" y="93481"/>
                    <a:pt x="16639" y="93476"/>
                  </a:cubicBezTo>
                  <a:close/>
                  <a:moveTo>
                    <a:pt x="132610" y="267331"/>
                  </a:moveTo>
                  <a:lnTo>
                    <a:pt x="110520" y="267331"/>
                  </a:lnTo>
                  <a:lnTo>
                    <a:pt x="110520" y="249499"/>
                  </a:lnTo>
                  <a:lnTo>
                    <a:pt x="132610" y="249499"/>
                  </a:lnTo>
                  <a:close/>
                  <a:moveTo>
                    <a:pt x="226490" y="240686"/>
                  </a:moveTo>
                  <a:lnTo>
                    <a:pt x="16639" y="240686"/>
                  </a:lnTo>
                  <a:cubicBezTo>
                    <a:pt x="12352" y="240681"/>
                    <a:pt x="8865" y="237192"/>
                    <a:pt x="8792" y="232887"/>
                  </a:cubicBezTo>
                  <a:lnTo>
                    <a:pt x="8792" y="221267"/>
                  </a:lnTo>
                  <a:lnTo>
                    <a:pt x="234265" y="221267"/>
                  </a:lnTo>
                  <a:lnTo>
                    <a:pt x="234265" y="232887"/>
                  </a:lnTo>
                  <a:cubicBezTo>
                    <a:pt x="234265" y="237192"/>
                    <a:pt x="230777" y="240681"/>
                    <a:pt x="226490" y="240686"/>
                  </a:cubicBezTo>
                  <a:close/>
                </a:path>
              </a:pathLst>
            </a:custGeom>
            <a:grpFill/>
            <a:ln w="7265" cap="flat">
              <a:noFill/>
              <a:prstDash val="solid"/>
              <a:miter/>
            </a:ln>
          </p:spPr>
          <p:txBody>
            <a:bodyPr rtlCol="0" anchor="ctr"/>
            <a:lstStyle/>
            <a:p>
              <a:endParaRPr lang="fr-FR" noProof="0" dirty="0"/>
            </a:p>
          </p:txBody>
        </p:sp>
        <p:sp>
          <p:nvSpPr>
            <p:cNvPr id="41" name="Freeform 14">
              <a:extLst>
                <a:ext uri="{FF2B5EF4-FFF2-40B4-BE49-F238E27FC236}">
                  <a16:creationId xmlns:a16="http://schemas.microsoft.com/office/drawing/2014/main" id="{D749E0AF-5634-7ABF-129E-51A719E9C8C5}"/>
                </a:ext>
              </a:extLst>
            </p:cNvPr>
            <p:cNvSpPr/>
            <p:nvPr/>
          </p:nvSpPr>
          <p:spPr>
            <a:xfrm>
              <a:off x="9545194" y="2713048"/>
              <a:ext cx="120765" cy="71300"/>
            </a:xfrm>
            <a:custGeom>
              <a:avLst/>
              <a:gdLst>
                <a:gd name="connsiteX0" fmla="*/ 116333 w 120765"/>
                <a:gd name="connsiteY0" fmla="*/ 62487 h 71300"/>
                <a:gd name="connsiteX1" fmla="*/ 109576 w 120765"/>
                <a:gd name="connsiteY1" fmla="*/ 62487 h 71300"/>
                <a:gd name="connsiteX2" fmla="*/ 109576 w 120765"/>
                <a:gd name="connsiteY2" fmla="*/ 4406 h 71300"/>
                <a:gd name="connsiteX3" fmla="*/ 105143 w 120765"/>
                <a:gd name="connsiteY3" fmla="*/ 0 h 71300"/>
                <a:gd name="connsiteX4" fmla="*/ 75279 w 120765"/>
                <a:gd name="connsiteY4" fmla="*/ 0 h 71300"/>
                <a:gd name="connsiteX5" fmla="*/ 70919 w 120765"/>
                <a:gd name="connsiteY5" fmla="*/ 4406 h 71300"/>
                <a:gd name="connsiteX6" fmla="*/ 70919 w 120765"/>
                <a:gd name="connsiteY6" fmla="*/ 4406 h 71300"/>
                <a:gd name="connsiteX7" fmla="*/ 70919 w 120765"/>
                <a:gd name="connsiteY7" fmla="*/ 17914 h 71300"/>
                <a:gd name="connsiteX8" fmla="*/ 45414 w 120765"/>
                <a:gd name="connsiteY8" fmla="*/ 17914 h 71300"/>
                <a:gd name="connsiteX9" fmla="*/ 41055 w 120765"/>
                <a:gd name="connsiteY9" fmla="*/ 22321 h 71300"/>
                <a:gd name="connsiteX10" fmla="*/ 41055 w 120765"/>
                <a:gd name="connsiteY10" fmla="*/ 35827 h 71300"/>
                <a:gd name="connsiteX11" fmla="*/ 15623 w 120765"/>
                <a:gd name="connsiteY11" fmla="*/ 35827 h 71300"/>
                <a:gd name="connsiteX12" fmla="*/ 11190 w 120765"/>
                <a:gd name="connsiteY12" fmla="*/ 40234 h 71300"/>
                <a:gd name="connsiteX13" fmla="*/ 11190 w 120765"/>
                <a:gd name="connsiteY13" fmla="*/ 62487 h 71300"/>
                <a:gd name="connsiteX14" fmla="*/ 4432 w 120765"/>
                <a:gd name="connsiteY14" fmla="*/ 62487 h 71300"/>
                <a:gd name="connsiteX15" fmla="*/ 0 w 120765"/>
                <a:gd name="connsiteY15" fmla="*/ 66893 h 71300"/>
                <a:gd name="connsiteX16" fmla="*/ 4432 w 120765"/>
                <a:gd name="connsiteY16" fmla="*/ 71300 h 71300"/>
                <a:gd name="connsiteX17" fmla="*/ 116333 w 120765"/>
                <a:gd name="connsiteY17" fmla="*/ 71300 h 71300"/>
                <a:gd name="connsiteX18" fmla="*/ 120766 w 120765"/>
                <a:gd name="connsiteY18" fmla="*/ 66893 h 71300"/>
                <a:gd name="connsiteX19" fmla="*/ 116333 w 120765"/>
                <a:gd name="connsiteY19" fmla="*/ 62487 h 71300"/>
                <a:gd name="connsiteX20" fmla="*/ 19982 w 120765"/>
                <a:gd name="connsiteY20" fmla="*/ 44640 h 71300"/>
                <a:gd name="connsiteX21" fmla="*/ 41055 w 120765"/>
                <a:gd name="connsiteY21" fmla="*/ 44640 h 71300"/>
                <a:gd name="connsiteX22" fmla="*/ 41055 w 120765"/>
                <a:gd name="connsiteY22" fmla="*/ 62487 h 71300"/>
                <a:gd name="connsiteX23" fmla="*/ 19982 w 120765"/>
                <a:gd name="connsiteY23" fmla="*/ 62487 h 71300"/>
                <a:gd name="connsiteX24" fmla="*/ 49847 w 120765"/>
                <a:gd name="connsiteY24" fmla="*/ 40234 h 71300"/>
                <a:gd name="connsiteX25" fmla="*/ 49847 w 120765"/>
                <a:gd name="connsiteY25" fmla="*/ 26727 h 71300"/>
                <a:gd name="connsiteX26" fmla="*/ 70919 w 120765"/>
                <a:gd name="connsiteY26" fmla="*/ 26727 h 71300"/>
                <a:gd name="connsiteX27" fmla="*/ 70919 w 120765"/>
                <a:gd name="connsiteY27" fmla="*/ 62487 h 71300"/>
                <a:gd name="connsiteX28" fmla="*/ 49847 w 120765"/>
                <a:gd name="connsiteY28" fmla="*/ 62487 h 71300"/>
                <a:gd name="connsiteX29" fmla="*/ 79711 w 120765"/>
                <a:gd name="connsiteY29" fmla="*/ 62487 h 71300"/>
                <a:gd name="connsiteX30" fmla="*/ 79711 w 120765"/>
                <a:gd name="connsiteY30" fmla="*/ 8813 h 71300"/>
                <a:gd name="connsiteX31" fmla="*/ 100783 w 120765"/>
                <a:gd name="connsiteY31" fmla="*/ 8813 h 71300"/>
                <a:gd name="connsiteX32" fmla="*/ 100783 w 120765"/>
                <a:gd name="connsiteY32" fmla="*/ 62487 h 7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0765" h="71300">
                  <a:moveTo>
                    <a:pt x="116333" y="62487"/>
                  </a:moveTo>
                  <a:lnTo>
                    <a:pt x="109576" y="62487"/>
                  </a:lnTo>
                  <a:lnTo>
                    <a:pt x="109576" y="4406"/>
                  </a:lnTo>
                  <a:cubicBezTo>
                    <a:pt x="109576" y="1973"/>
                    <a:pt x="107614" y="0"/>
                    <a:pt x="105143" y="0"/>
                  </a:cubicBezTo>
                  <a:lnTo>
                    <a:pt x="75279" y="0"/>
                  </a:lnTo>
                  <a:cubicBezTo>
                    <a:pt x="72881" y="0"/>
                    <a:pt x="70919" y="1973"/>
                    <a:pt x="70919" y="4406"/>
                  </a:cubicBezTo>
                  <a:cubicBezTo>
                    <a:pt x="70919" y="4406"/>
                    <a:pt x="70919" y="4406"/>
                    <a:pt x="70919" y="4406"/>
                  </a:cubicBezTo>
                  <a:lnTo>
                    <a:pt x="70919" y="17914"/>
                  </a:lnTo>
                  <a:lnTo>
                    <a:pt x="45414" y="17914"/>
                  </a:lnTo>
                  <a:cubicBezTo>
                    <a:pt x="43017" y="17914"/>
                    <a:pt x="41055" y="19886"/>
                    <a:pt x="41055" y="22321"/>
                  </a:cubicBezTo>
                  <a:lnTo>
                    <a:pt x="41055" y="35827"/>
                  </a:lnTo>
                  <a:lnTo>
                    <a:pt x="15623" y="35827"/>
                  </a:lnTo>
                  <a:cubicBezTo>
                    <a:pt x="13152" y="35828"/>
                    <a:pt x="11190" y="37801"/>
                    <a:pt x="11190" y="40234"/>
                  </a:cubicBezTo>
                  <a:lnTo>
                    <a:pt x="11190" y="62487"/>
                  </a:lnTo>
                  <a:lnTo>
                    <a:pt x="4432" y="62487"/>
                  </a:lnTo>
                  <a:cubicBezTo>
                    <a:pt x="1962" y="62487"/>
                    <a:pt x="0" y="64460"/>
                    <a:pt x="0" y="66893"/>
                  </a:cubicBezTo>
                  <a:cubicBezTo>
                    <a:pt x="0" y="69328"/>
                    <a:pt x="1962" y="71300"/>
                    <a:pt x="4432" y="71300"/>
                  </a:cubicBezTo>
                  <a:lnTo>
                    <a:pt x="116333" y="71300"/>
                  </a:lnTo>
                  <a:cubicBezTo>
                    <a:pt x="118804" y="71300"/>
                    <a:pt x="120766" y="69328"/>
                    <a:pt x="120766" y="66893"/>
                  </a:cubicBezTo>
                  <a:cubicBezTo>
                    <a:pt x="120766" y="64460"/>
                    <a:pt x="118804" y="62487"/>
                    <a:pt x="116333" y="62487"/>
                  </a:cubicBezTo>
                  <a:close/>
                  <a:moveTo>
                    <a:pt x="19982" y="44640"/>
                  </a:moveTo>
                  <a:lnTo>
                    <a:pt x="41055" y="44640"/>
                  </a:lnTo>
                  <a:lnTo>
                    <a:pt x="41055" y="62487"/>
                  </a:lnTo>
                  <a:lnTo>
                    <a:pt x="19982" y="62487"/>
                  </a:lnTo>
                  <a:close/>
                  <a:moveTo>
                    <a:pt x="49847" y="40234"/>
                  </a:moveTo>
                  <a:lnTo>
                    <a:pt x="49847" y="26727"/>
                  </a:lnTo>
                  <a:lnTo>
                    <a:pt x="70919" y="26727"/>
                  </a:lnTo>
                  <a:lnTo>
                    <a:pt x="70919" y="62487"/>
                  </a:lnTo>
                  <a:lnTo>
                    <a:pt x="49847" y="62487"/>
                  </a:lnTo>
                  <a:close/>
                  <a:moveTo>
                    <a:pt x="79711" y="62487"/>
                  </a:moveTo>
                  <a:lnTo>
                    <a:pt x="79711" y="8813"/>
                  </a:lnTo>
                  <a:lnTo>
                    <a:pt x="100783" y="8813"/>
                  </a:lnTo>
                  <a:lnTo>
                    <a:pt x="100783" y="62487"/>
                  </a:lnTo>
                  <a:close/>
                </a:path>
              </a:pathLst>
            </a:custGeom>
            <a:grpFill/>
            <a:ln w="7265" cap="flat">
              <a:noFill/>
              <a:prstDash val="solid"/>
              <a:miter/>
            </a:ln>
          </p:spPr>
          <p:txBody>
            <a:bodyPr rtlCol="0" anchor="ctr"/>
            <a:lstStyle/>
            <a:p>
              <a:endParaRPr lang="fr-FR" noProof="0" dirty="0"/>
            </a:p>
          </p:txBody>
        </p:sp>
      </p:grpSp>
      <p:sp>
        <p:nvSpPr>
          <p:cNvPr id="42" name="Shape 7033">
            <a:extLst>
              <a:ext uri="{FF2B5EF4-FFF2-40B4-BE49-F238E27FC236}">
                <a16:creationId xmlns:a16="http://schemas.microsoft.com/office/drawing/2014/main" id="{9D632F64-18DF-CBF5-5F5E-5F0309989900}"/>
              </a:ext>
              <a:ext uri="{C183D7F6-B498-43B3-948B-1728B52AA6E4}">
                <adec:decorative xmlns:adec="http://schemas.microsoft.com/office/drawing/2017/decorative" val="1"/>
              </a:ext>
            </a:extLst>
          </p:cNvPr>
          <p:cNvSpPr/>
          <p:nvPr/>
        </p:nvSpPr>
        <p:spPr>
          <a:xfrm flipH="1" flipV="1">
            <a:off x="1271040" y="1817294"/>
            <a:ext cx="2310379" cy="2330426"/>
          </a:xfrm>
          <a:prstGeom prst="arc">
            <a:avLst>
              <a:gd name="adj1" fmla="val 7154900"/>
              <a:gd name="adj2" fmla="val 3770159"/>
            </a:avLst>
          </a:prstGeom>
          <a:noFill/>
          <a:ln w="25400" cap="rnd" cmpd="sng">
            <a:solidFill>
              <a:srgbClr val="555555"/>
            </a:solidFill>
            <a:prstDash val="sysDot"/>
            <a:round/>
            <a:headEnd type="none" w="lg" len="med"/>
            <a:tailEnd type="none" w="lg" len="med"/>
          </a:ln>
        </p:spPr>
        <p:txBody>
          <a:bodyPr lIns="121824" tIns="60896" rIns="121824" bIns="60896" anchor="ctr" anchorCtr="0">
            <a:noAutofit/>
          </a:bodyPr>
          <a:lstStyle/>
          <a:p>
            <a:pPr algn="ctr"/>
            <a:endParaRPr lang="fr-FR" sz="2800" noProof="0" dirty="0">
              <a:solidFill>
                <a:srgbClr val="FFFFFF"/>
              </a:solidFill>
              <a:latin typeface="Arial" panose="020B0604020202020204" pitchFamily="34" charset="0"/>
              <a:ea typeface="Roboto Condensed"/>
              <a:sym typeface="Roboto Condensed"/>
            </a:endParaRPr>
          </a:p>
        </p:txBody>
      </p:sp>
      <p:sp>
        <p:nvSpPr>
          <p:cNvPr id="43" name="TextBox 27">
            <a:extLst>
              <a:ext uri="{FF2B5EF4-FFF2-40B4-BE49-F238E27FC236}">
                <a16:creationId xmlns:a16="http://schemas.microsoft.com/office/drawing/2014/main" id="{BDBFDD94-F7E3-D567-3E3B-918D050ADC51}"/>
              </a:ext>
            </a:extLst>
          </p:cNvPr>
          <p:cNvSpPr txBox="1"/>
          <p:nvPr/>
        </p:nvSpPr>
        <p:spPr>
          <a:xfrm>
            <a:off x="5574632" y="3564852"/>
            <a:ext cx="1310600" cy="291934"/>
          </a:xfrm>
          <a:prstGeom prst="rect">
            <a:avLst/>
          </a:prstGeom>
        </p:spPr>
        <p:txBody>
          <a:bodyPr vert="horz" wrap="square" lIns="0" tIns="0" rIns="0" bIns="0" rtlCol="0" anchor="t" anchorCtr="0">
            <a:noAutofit/>
          </a:bodyPr>
          <a:lstStyle/>
          <a:p>
            <a:pPr lvl="0" algn="ctr">
              <a:spcBef>
                <a:spcPts val="600"/>
              </a:spcBef>
              <a:spcAft>
                <a:spcPts val="600"/>
              </a:spcAft>
              <a:buSzPct val="90000"/>
            </a:pPr>
            <a:r>
              <a:rPr lang="fr-FR" sz="1200" b="1" noProof="0" dirty="0">
                <a:solidFill>
                  <a:srgbClr val="5236AB"/>
                </a:solidFill>
                <a:latin typeface="+mj-lt"/>
                <a:cs typeface="Arial" pitchFamily="34" charset="0"/>
              </a:rPr>
              <a:t>Gouvernement</a:t>
            </a:r>
          </a:p>
        </p:txBody>
      </p:sp>
      <p:sp>
        <p:nvSpPr>
          <p:cNvPr id="45" name="ZoneTexte 44">
            <a:extLst>
              <a:ext uri="{FF2B5EF4-FFF2-40B4-BE49-F238E27FC236}">
                <a16:creationId xmlns:a16="http://schemas.microsoft.com/office/drawing/2014/main" id="{FC8B62C0-EA49-B8D5-FA6E-F4A7612FD27E}"/>
              </a:ext>
            </a:extLst>
          </p:cNvPr>
          <p:cNvSpPr txBox="1"/>
          <p:nvPr/>
        </p:nvSpPr>
        <p:spPr>
          <a:xfrm>
            <a:off x="4166470" y="3529291"/>
            <a:ext cx="1457376" cy="276999"/>
          </a:xfrm>
          <a:prstGeom prst="rect">
            <a:avLst/>
          </a:prstGeom>
          <a:noFill/>
        </p:spPr>
        <p:txBody>
          <a:bodyPr wrap="square">
            <a:spAutoFit/>
          </a:bodyPr>
          <a:lstStyle/>
          <a:p>
            <a:pPr algn="ctr"/>
            <a:r>
              <a:rPr lang="fr-FR" sz="1200" b="1" noProof="0" dirty="0">
                <a:solidFill>
                  <a:srgbClr val="5236AB"/>
                </a:solidFill>
                <a:latin typeface="+mj-lt"/>
                <a:cs typeface="Arial" pitchFamily="34" charset="0"/>
              </a:rPr>
              <a:t>Institutions </a:t>
            </a:r>
            <a:endParaRPr lang="fr-FR" sz="1200" noProof="0" dirty="0">
              <a:solidFill>
                <a:srgbClr val="5236AB"/>
              </a:solidFill>
            </a:endParaRPr>
          </a:p>
        </p:txBody>
      </p:sp>
      <p:sp>
        <p:nvSpPr>
          <p:cNvPr id="47" name="ZoneTexte 46">
            <a:extLst>
              <a:ext uri="{FF2B5EF4-FFF2-40B4-BE49-F238E27FC236}">
                <a16:creationId xmlns:a16="http://schemas.microsoft.com/office/drawing/2014/main" id="{1A1C2E2C-9F33-42B5-3BD1-AFE5DE3B9537}"/>
              </a:ext>
            </a:extLst>
          </p:cNvPr>
          <p:cNvSpPr txBox="1"/>
          <p:nvPr/>
        </p:nvSpPr>
        <p:spPr>
          <a:xfrm>
            <a:off x="6843253" y="3512272"/>
            <a:ext cx="1457376" cy="461665"/>
          </a:xfrm>
          <a:prstGeom prst="rect">
            <a:avLst/>
          </a:prstGeom>
          <a:noFill/>
        </p:spPr>
        <p:txBody>
          <a:bodyPr wrap="square">
            <a:spAutoFit/>
          </a:bodyPr>
          <a:lstStyle/>
          <a:p>
            <a:pPr algn="ctr"/>
            <a:r>
              <a:rPr lang="fr-FR" sz="1200" b="1" noProof="0" dirty="0">
                <a:solidFill>
                  <a:srgbClr val="5236AB"/>
                </a:solidFill>
                <a:latin typeface="+mj-lt"/>
                <a:cs typeface="Arial" pitchFamily="34" charset="0"/>
              </a:rPr>
              <a:t>Services financiers</a:t>
            </a:r>
            <a:endParaRPr lang="fr-FR" sz="1200" noProof="0" dirty="0">
              <a:solidFill>
                <a:srgbClr val="5236AB"/>
              </a:solidFill>
            </a:endParaRPr>
          </a:p>
        </p:txBody>
      </p:sp>
      <p:grpSp>
        <p:nvGrpSpPr>
          <p:cNvPr id="48" name="Group 1127">
            <a:extLst>
              <a:ext uri="{FF2B5EF4-FFF2-40B4-BE49-F238E27FC236}">
                <a16:creationId xmlns:a16="http://schemas.microsoft.com/office/drawing/2014/main" id="{DB610D63-8FF5-DDBF-6D1D-68F47B0FF37D}"/>
              </a:ext>
            </a:extLst>
          </p:cNvPr>
          <p:cNvGrpSpPr>
            <a:grpSpLocks noChangeAspect="1"/>
          </p:cNvGrpSpPr>
          <p:nvPr/>
        </p:nvGrpSpPr>
        <p:grpSpPr>
          <a:xfrm>
            <a:off x="4663735" y="2709110"/>
            <a:ext cx="521014" cy="460222"/>
            <a:chOff x="3825777" y="3843462"/>
            <a:chExt cx="287630" cy="254069"/>
          </a:xfrm>
        </p:grpSpPr>
        <p:sp>
          <p:nvSpPr>
            <p:cNvPr id="49" name="Freeform 55">
              <a:extLst>
                <a:ext uri="{FF2B5EF4-FFF2-40B4-BE49-F238E27FC236}">
                  <a16:creationId xmlns:a16="http://schemas.microsoft.com/office/drawing/2014/main" id="{00D93DB9-27E0-E300-7755-790A7988C893}"/>
                </a:ext>
              </a:extLst>
            </p:cNvPr>
            <p:cNvSpPr/>
            <p:nvPr/>
          </p:nvSpPr>
          <p:spPr>
            <a:xfrm>
              <a:off x="3825777" y="3843462"/>
              <a:ext cx="287630" cy="234022"/>
            </a:xfrm>
            <a:custGeom>
              <a:avLst/>
              <a:gdLst>
                <a:gd name="connsiteX0" fmla="*/ 4390 w 287630"/>
                <a:gd name="connsiteY0" fmla="*/ 79630 h 234022"/>
                <a:gd name="connsiteX1" fmla="*/ 39030 w 287630"/>
                <a:gd name="connsiteY1" fmla="*/ 79630 h 234022"/>
                <a:gd name="connsiteX2" fmla="*/ 39030 w 287630"/>
                <a:gd name="connsiteY2" fmla="*/ 225263 h 234022"/>
                <a:gd name="connsiteX3" fmla="*/ 19798 w 287630"/>
                <a:gd name="connsiteY3" fmla="*/ 225263 h 234022"/>
                <a:gd name="connsiteX4" fmla="*/ 15396 w 287630"/>
                <a:gd name="connsiteY4" fmla="*/ 229625 h 234022"/>
                <a:gd name="connsiteX5" fmla="*/ 19769 w 287630"/>
                <a:gd name="connsiteY5" fmla="*/ 234023 h 234022"/>
                <a:gd name="connsiteX6" fmla="*/ 19798 w 287630"/>
                <a:gd name="connsiteY6" fmla="*/ 234023 h 234022"/>
                <a:gd name="connsiteX7" fmla="*/ 267827 w 287630"/>
                <a:gd name="connsiteY7" fmla="*/ 234023 h 234022"/>
                <a:gd name="connsiteX8" fmla="*/ 272200 w 287630"/>
                <a:gd name="connsiteY8" fmla="*/ 229625 h 234022"/>
                <a:gd name="connsiteX9" fmla="*/ 267827 w 287630"/>
                <a:gd name="connsiteY9" fmla="*/ 225263 h 234022"/>
                <a:gd name="connsiteX10" fmla="*/ 248603 w 287630"/>
                <a:gd name="connsiteY10" fmla="*/ 225263 h 234022"/>
                <a:gd name="connsiteX11" fmla="*/ 248603 w 287630"/>
                <a:gd name="connsiteY11" fmla="*/ 79630 h 234022"/>
                <a:gd name="connsiteX12" fmla="*/ 283242 w 287630"/>
                <a:gd name="connsiteY12" fmla="*/ 79630 h 234022"/>
                <a:gd name="connsiteX13" fmla="*/ 287630 w 287630"/>
                <a:gd name="connsiteY13" fmla="*/ 75247 h 234022"/>
                <a:gd name="connsiteX14" fmla="*/ 285233 w 287630"/>
                <a:gd name="connsiteY14" fmla="*/ 71347 h 234022"/>
                <a:gd name="connsiteX15" fmla="*/ 145807 w 287630"/>
                <a:gd name="connsiteY15" fmla="*/ 477 h 234022"/>
                <a:gd name="connsiteX16" fmla="*/ 141825 w 287630"/>
                <a:gd name="connsiteY16" fmla="*/ 477 h 234022"/>
                <a:gd name="connsiteX17" fmla="*/ 2392 w 287630"/>
                <a:gd name="connsiteY17" fmla="*/ 71347 h 234022"/>
                <a:gd name="connsiteX18" fmla="*/ 480 w 287630"/>
                <a:gd name="connsiteY18" fmla="*/ 77240 h 234022"/>
                <a:gd name="connsiteX19" fmla="*/ 4390 w 287630"/>
                <a:gd name="connsiteY19" fmla="*/ 79630 h 234022"/>
                <a:gd name="connsiteX20" fmla="*/ 127098 w 287630"/>
                <a:gd name="connsiteY20" fmla="*/ 79630 h 234022"/>
                <a:gd name="connsiteX21" fmla="*/ 127098 w 287630"/>
                <a:gd name="connsiteY21" fmla="*/ 225263 h 234022"/>
                <a:gd name="connsiteX22" fmla="*/ 72467 w 287630"/>
                <a:gd name="connsiteY22" fmla="*/ 225263 h 234022"/>
                <a:gd name="connsiteX23" fmla="*/ 72467 w 287630"/>
                <a:gd name="connsiteY23" fmla="*/ 79630 h 234022"/>
                <a:gd name="connsiteX24" fmla="*/ 215158 w 287630"/>
                <a:gd name="connsiteY24" fmla="*/ 79630 h 234022"/>
                <a:gd name="connsiteX25" fmla="*/ 215158 w 287630"/>
                <a:gd name="connsiteY25" fmla="*/ 225263 h 234022"/>
                <a:gd name="connsiteX26" fmla="*/ 160535 w 287630"/>
                <a:gd name="connsiteY26" fmla="*/ 225263 h 234022"/>
                <a:gd name="connsiteX27" fmla="*/ 160535 w 287630"/>
                <a:gd name="connsiteY27" fmla="*/ 79630 h 234022"/>
                <a:gd name="connsiteX28" fmla="*/ 151752 w 287630"/>
                <a:gd name="connsiteY28" fmla="*/ 89444 h 234022"/>
                <a:gd name="connsiteX29" fmla="*/ 135873 w 287630"/>
                <a:gd name="connsiteY29" fmla="*/ 89444 h 234022"/>
                <a:gd name="connsiteX30" fmla="*/ 135873 w 287630"/>
                <a:gd name="connsiteY30" fmla="*/ 79630 h 234022"/>
                <a:gd name="connsiteX31" fmla="*/ 151752 w 287630"/>
                <a:gd name="connsiteY31" fmla="*/ 79630 h 234022"/>
                <a:gd name="connsiteX32" fmla="*/ 63684 w 287630"/>
                <a:gd name="connsiteY32" fmla="*/ 89444 h 234022"/>
                <a:gd name="connsiteX33" fmla="*/ 47813 w 287630"/>
                <a:gd name="connsiteY33" fmla="*/ 89444 h 234022"/>
                <a:gd name="connsiteX34" fmla="*/ 47813 w 287630"/>
                <a:gd name="connsiteY34" fmla="*/ 79630 h 234022"/>
                <a:gd name="connsiteX35" fmla="*/ 63684 w 287630"/>
                <a:gd name="connsiteY35" fmla="*/ 79630 h 234022"/>
                <a:gd name="connsiteX36" fmla="*/ 47813 w 287630"/>
                <a:gd name="connsiteY36" fmla="*/ 225263 h 234022"/>
                <a:gd name="connsiteX37" fmla="*/ 47813 w 287630"/>
                <a:gd name="connsiteY37" fmla="*/ 98203 h 234022"/>
                <a:gd name="connsiteX38" fmla="*/ 63684 w 287630"/>
                <a:gd name="connsiteY38" fmla="*/ 98203 h 234022"/>
                <a:gd name="connsiteX39" fmla="*/ 63684 w 287630"/>
                <a:gd name="connsiteY39" fmla="*/ 225263 h 234022"/>
                <a:gd name="connsiteX40" fmla="*/ 135873 w 287630"/>
                <a:gd name="connsiteY40" fmla="*/ 225263 h 234022"/>
                <a:gd name="connsiteX41" fmla="*/ 135873 w 287630"/>
                <a:gd name="connsiteY41" fmla="*/ 98203 h 234022"/>
                <a:gd name="connsiteX42" fmla="*/ 151752 w 287630"/>
                <a:gd name="connsiteY42" fmla="*/ 98203 h 234022"/>
                <a:gd name="connsiteX43" fmla="*/ 151752 w 287630"/>
                <a:gd name="connsiteY43" fmla="*/ 225263 h 234022"/>
                <a:gd name="connsiteX44" fmla="*/ 223941 w 287630"/>
                <a:gd name="connsiteY44" fmla="*/ 225263 h 234022"/>
                <a:gd name="connsiteX45" fmla="*/ 223941 w 287630"/>
                <a:gd name="connsiteY45" fmla="*/ 98203 h 234022"/>
                <a:gd name="connsiteX46" fmla="*/ 239820 w 287630"/>
                <a:gd name="connsiteY46" fmla="*/ 98203 h 234022"/>
                <a:gd name="connsiteX47" fmla="*/ 239820 w 287630"/>
                <a:gd name="connsiteY47" fmla="*/ 225263 h 234022"/>
                <a:gd name="connsiteX48" fmla="*/ 239820 w 287630"/>
                <a:gd name="connsiteY48" fmla="*/ 89444 h 234022"/>
                <a:gd name="connsiteX49" fmla="*/ 223941 w 287630"/>
                <a:gd name="connsiteY49" fmla="*/ 89444 h 234022"/>
                <a:gd name="connsiteX50" fmla="*/ 223941 w 287630"/>
                <a:gd name="connsiteY50" fmla="*/ 79630 h 234022"/>
                <a:gd name="connsiteX51" fmla="*/ 239820 w 287630"/>
                <a:gd name="connsiteY51" fmla="*/ 79630 h 234022"/>
                <a:gd name="connsiteX52" fmla="*/ 143816 w 287630"/>
                <a:gd name="connsiteY52" fmla="*/ 9294 h 234022"/>
                <a:gd name="connsiteX53" fmla="*/ 264960 w 287630"/>
                <a:gd name="connsiteY53" fmla="*/ 70870 h 234022"/>
                <a:gd name="connsiteX54" fmla="*/ 22673 w 287630"/>
                <a:gd name="connsiteY54" fmla="*/ 70870 h 234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87630" h="234022">
                  <a:moveTo>
                    <a:pt x="4390" y="79630"/>
                  </a:moveTo>
                  <a:lnTo>
                    <a:pt x="39030" y="79630"/>
                  </a:lnTo>
                  <a:lnTo>
                    <a:pt x="39030" y="225263"/>
                  </a:lnTo>
                  <a:lnTo>
                    <a:pt x="19798" y="225263"/>
                  </a:lnTo>
                  <a:cubicBezTo>
                    <a:pt x="17380" y="225249"/>
                    <a:pt x="15403" y="227206"/>
                    <a:pt x="15396" y="229625"/>
                  </a:cubicBezTo>
                  <a:cubicBezTo>
                    <a:pt x="15382" y="232044"/>
                    <a:pt x="17344" y="234008"/>
                    <a:pt x="19769" y="234023"/>
                  </a:cubicBezTo>
                  <a:cubicBezTo>
                    <a:pt x="19777" y="234023"/>
                    <a:pt x="19791" y="234023"/>
                    <a:pt x="19798" y="234023"/>
                  </a:cubicBezTo>
                  <a:lnTo>
                    <a:pt x="267827" y="234023"/>
                  </a:lnTo>
                  <a:cubicBezTo>
                    <a:pt x="270253" y="234008"/>
                    <a:pt x="272207" y="232044"/>
                    <a:pt x="272200" y="229625"/>
                  </a:cubicBezTo>
                  <a:cubicBezTo>
                    <a:pt x="272193" y="227220"/>
                    <a:pt x="270238" y="225270"/>
                    <a:pt x="267827" y="225263"/>
                  </a:cubicBezTo>
                  <a:lnTo>
                    <a:pt x="248603" y="225263"/>
                  </a:lnTo>
                  <a:lnTo>
                    <a:pt x="248603" y="79630"/>
                  </a:lnTo>
                  <a:lnTo>
                    <a:pt x="283242" y="79630"/>
                  </a:lnTo>
                  <a:cubicBezTo>
                    <a:pt x="285668" y="79630"/>
                    <a:pt x="287630" y="77666"/>
                    <a:pt x="287630" y="75247"/>
                  </a:cubicBezTo>
                  <a:cubicBezTo>
                    <a:pt x="287630" y="73600"/>
                    <a:pt x="286703" y="72098"/>
                    <a:pt x="285233" y="71347"/>
                  </a:cubicBezTo>
                  <a:lnTo>
                    <a:pt x="145807" y="477"/>
                  </a:lnTo>
                  <a:cubicBezTo>
                    <a:pt x="144555" y="-159"/>
                    <a:pt x="143071" y="-159"/>
                    <a:pt x="141825" y="477"/>
                  </a:cubicBezTo>
                  <a:lnTo>
                    <a:pt x="2392" y="71347"/>
                  </a:lnTo>
                  <a:cubicBezTo>
                    <a:pt x="234" y="72445"/>
                    <a:pt x="-620" y="75081"/>
                    <a:pt x="480" y="77240"/>
                  </a:cubicBezTo>
                  <a:cubicBezTo>
                    <a:pt x="1226" y="78706"/>
                    <a:pt x="2739" y="79630"/>
                    <a:pt x="4390" y="79630"/>
                  </a:cubicBezTo>
                  <a:close/>
                  <a:moveTo>
                    <a:pt x="127098" y="79630"/>
                  </a:moveTo>
                  <a:lnTo>
                    <a:pt x="127098" y="225263"/>
                  </a:lnTo>
                  <a:lnTo>
                    <a:pt x="72467" y="225263"/>
                  </a:lnTo>
                  <a:lnTo>
                    <a:pt x="72467" y="79630"/>
                  </a:lnTo>
                  <a:close/>
                  <a:moveTo>
                    <a:pt x="215158" y="79630"/>
                  </a:moveTo>
                  <a:lnTo>
                    <a:pt x="215158" y="225263"/>
                  </a:lnTo>
                  <a:lnTo>
                    <a:pt x="160535" y="225263"/>
                  </a:lnTo>
                  <a:lnTo>
                    <a:pt x="160535" y="79630"/>
                  </a:lnTo>
                  <a:close/>
                  <a:moveTo>
                    <a:pt x="151752" y="89444"/>
                  </a:moveTo>
                  <a:lnTo>
                    <a:pt x="135873" y="89444"/>
                  </a:lnTo>
                  <a:lnTo>
                    <a:pt x="135873" y="79630"/>
                  </a:lnTo>
                  <a:lnTo>
                    <a:pt x="151752" y="79630"/>
                  </a:lnTo>
                  <a:close/>
                  <a:moveTo>
                    <a:pt x="63684" y="89444"/>
                  </a:moveTo>
                  <a:lnTo>
                    <a:pt x="47813" y="89444"/>
                  </a:lnTo>
                  <a:lnTo>
                    <a:pt x="47813" y="79630"/>
                  </a:lnTo>
                  <a:lnTo>
                    <a:pt x="63684" y="79630"/>
                  </a:lnTo>
                  <a:close/>
                  <a:moveTo>
                    <a:pt x="47813" y="225263"/>
                  </a:moveTo>
                  <a:lnTo>
                    <a:pt x="47813" y="98203"/>
                  </a:lnTo>
                  <a:lnTo>
                    <a:pt x="63684" y="98203"/>
                  </a:lnTo>
                  <a:lnTo>
                    <a:pt x="63684" y="225263"/>
                  </a:lnTo>
                  <a:close/>
                  <a:moveTo>
                    <a:pt x="135873" y="225263"/>
                  </a:moveTo>
                  <a:lnTo>
                    <a:pt x="135873" y="98203"/>
                  </a:lnTo>
                  <a:lnTo>
                    <a:pt x="151752" y="98203"/>
                  </a:lnTo>
                  <a:lnTo>
                    <a:pt x="151752" y="225263"/>
                  </a:lnTo>
                  <a:close/>
                  <a:moveTo>
                    <a:pt x="223941" y="225263"/>
                  </a:moveTo>
                  <a:lnTo>
                    <a:pt x="223941" y="98203"/>
                  </a:lnTo>
                  <a:lnTo>
                    <a:pt x="239820" y="98203"/>
                  </a:lnTo>
                  <a:lnTo>
                    <a:pt x="239820" y="225263"/>
                  </a:lnTo>
                  <a:close/>
                  <a:moveTo>
                    <a:pt x="239820" y="89444"/>
                  </a:moveTo>
                  <a:lnTo>
                    <a:pt x="223941" y="89444"/>
                  </a:lnTo>
                  <a:lnTo>
                    <a:pt x="223941" y="79630"/>
                  </a:lnTo>
                  <a:lnTo>
                    <a:pt x="239820" y="79630"/>
                  </a:lnTo>
                  <a:close/>
                  <a:moveTo>
                    <a:pt x="143816" y="9294"/>
                  </a:moveTo>
                  <a:lnTo>
                    <a:pt x="264960" y="70870"/>
                  </a:lnTo>
                  <a:lnTo>
                    <a:pt x="22673" y="70870"/>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sp>
          <p:nvSpPr>
            <p:cNvPr id="50" name="Freeform 56">
              <a:extLst>
                <a:ext uri="{FF2B5EF4-FFF2-40B4-BE49-F238E27FC236}">
                  <a16:creationId xmlns:a16="http://schemas.microsoft.com/office/drawing/2014/main" id="{17419691-5806-6644-9E10-F1A5B277BF56}"/>
                </a:ext>
              </a:extLst>
            </p:cNvPr>
            <p:cNvSpPr/>
            <p:nvPr/>
          </p:nvSpPr>
          <p:spPr>
            <a:xfrm>
              <a:off x="3825779" y="4088779"/>
              <a:ext cx="287627" cy="8752"/>
            </a:xfrm>
            <a:custGeom>
              <a:avLst/>
              <a:gdLst>
                <a:gd name="connsiteX0" fmla="*/ 283240 w 287627"/>
                <a:gd name="connsiteY0" fmla="*/ 0 h 8752"/>
                <a:gd name="connsiteX1" fmla="*/ 4388 w 287627"/>
                <a:gd name="connsiteY1" fmla="*/ 0 h 8752"/>
                <a:gd name="connsiteX2" fmla="*/ 0 w 287627"/>
                <a:gd name="connsiteY2" fmla="*/ 4376 h 8752"/>
                <a:gd name="connsiteX3" fmla="*/ 4388 w 287627"/>
                <a:gd name="connsiteY3" fmla="*/ 8752 h 8752"/>
                <a:gd name="connsiteX4" fmla="*/ 283240 w 287627"/>
                <a:gd name="connsiteY4" fmla="*/ 8752 h 8752"/>
                <a:gd name="connsiteX5" fmla="*/ 287628 w 287627"/>
                <a:gd name="connsiteY5" fmla="*/ 4376 h 8752"/>
                <a:gd name="connsiteX6" fmla="*/ 283240 w 287627"/>
                <a:gd name="connsiteY6" fmla="*/ 0 h 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627" h="8752">
                  <a:moveTo>
                    <a:pt x="283240" y="0"/>
                  </a:moveTo>
                  <a:lnTo>
                    <a:pt x="4388" y="0"/>
                  </a:lnTo>
                  <a:cubicBezTo>
                    <a:pt x="1962" y="0"/>
                    <a:pt x="0" y="1957"/>
                    <a:pt x="0" y="4376"/>
                  </a:cubicBezTo>
                  <a:cubicBezTo>
                    <a:pt x="0" y="6795"/>
                    <a:pt x="1962" y="8752"/>
                    <a:pt x="4388" y="8752"/>
                  </a:cubicBezTo>
                  <a:lnTo>
                    <a:pt x="283240" y="8752"/>
                  </a:lnTo>
                  <a:cubicBezTo>
                    <a:pt x="285665" y="8752"/>
                    <a:pt x="287628" y="6795"/>
                    <a:pt x="287628" y="4376"/>
                  </a:cubicBezTo>
                  <a:cubicBezTo>
                    <a:pt x="287628" y="1957"/>
                    <a:pt x="285665" y="0"/>
                    <a:pt x="283240" y="0"/>
                  </a:cubicBez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grpSp>
      <p:grpSp>
        <p:nvGrpSpPr>
          <p:cNvPr id="51" name="Groupe 50">
            <a:extLst>
              <a:ext uri="{FF2B5EF4-FFF2-40B4-BE49-F238E27FC236}">
                <a16:creationId xmlns:a16="http://schemas.microsoft.com/office/drawing/2014/main" id="{BB0209BA-32EB-A2DA-49D0-B1526F4E2AAB}"/>
              </a:ext>
            </a:extLst>
          </p:cNvPr>
          <p:cNvGrpSpPr/>
          <p:nvPr/>
        </p:nvGrpSpPr>
        <p:grpSpPr>
          <a:xfrm>
            <a:off x="7313675" y="2719689"/>
            <a:ext cx="454160" cy="417982"/>
            <a:chOff x="7978364" y="2448849"/>
            <a:chExt cx="167845" cy="142592"/>
          </a:xfrm>
        </p:grpSpPr>
        <p:sp>
          <p:nvSpPr>
            <p:cNvPr id="52" name="Freeform 515">
              <a:extLst>
                <a:ext uri="{FF2B5EF4-FFF2-40B4-BE49-F238E27FC236}">
                  <a16:creationId xmlns:a16="http://schemas.microsoft.com/office/drawing/2014/main" id="{EF0F7477-B6FE-51AF-249B-D25300775401}"/>
                </a:ext>
              </a:extLst>
            </p:cNvPr>
            <p:cNvSpPr/>
            <p:nvPr/>
          </p:nvSpPr>
          <p:spPr>
            <a:xfrm>
              <a:off x="7979515" y="2448849"/>
              <a:ext cx="109410" cy="79532"/>
            </a:xfrm>
            <a:custGeom>
              <a:avLst/>
              <a:gdLst>
                <a:gd name="connsiteX0" fmla="*/ 109341 w 109410"/>
                <a:gd name="connsiteY0" fmla="*/ 8569 h 79532"/>
                <a:gd name="connsiteX1" fmla="*/ 108718 w 109410"/>
                <a:gd name="connsiteY1" fmla="*/ 7024 h 79532"/>
                <a:gd name="connsiteX2" fmla="*/ 108703 w 109410"/>
                <a:gd name="connsiteY2" fmla="*/ 6982 h 79532"/>
                <a:gd name="connsiteX3" fmla="*/ 108638 w 109410"/>
                <a:gd name="connsiteY3" fmla="*/ 6915 h 79532"/>
                <a:gd name="connsiteX4" fmla="*/ 107501 w 109410"/>
                <a:gd name="connsiteY4" fmla="*/ 5772 h 79532"/>
                <a:gd name="connsiteX5" fmla="*/ 105923 w 109410"/>
                <a:gd name="connsiteY5" fmla="*/ 5099 h 79532"/>
                <a:gd name="connsiteX6" fmla="*/ 81833 w 109410"/>
                <a:gd name="connsiteY6" fmla="*/ 92 h 79532"/>
                <a:gd name="connsiteX7" fmla="*/ 76642 w 109410"/>
                <a:gd name="connsiteY7" fmla="*/ 3493 h 79532"/>
                <a:gd name="connsiteX8" fmla="*/ 80045 w 109410"/>
                <a:gd name="connsiteY8" fmla="*/ 8667 h 79532"/>
                <a:gd name="connsiteX9" fmla="*/ 93759 w 109410"/>
                <a:gd name="connsiteY9" fmla="*/ 11517 h 79532"/>
                <a:gd name="connsiteX10" fmla="*/ 1984 w 109410"/>
                <a:gd name="connsiteY10" fmla="*/ 71490 h 79532"/>
                <a:gd name="connsiteX11" fmla="*/ 716 w 109410"/>
                <a:gd name="connsiteY11" fmla="*/ 77549 h 79532"/>
                <a:gd name="connsiteX12" fmla="*/ 6798 w 109410"/>
                <a:gd name="connsiteY12" fmla="*/ 78813 h 79532"/>
                <a:gd name="connsiteX13" fmla="*/ 98574 w 109410"/>
                <a:gd name="connsiteY13" fmla="*/ 18840 h 79532"/>
                <a:gd name="connsiteX14" fmla="*/ 95714 w 109410"/>
                <a:gd name="connsiteY14" fmla="*/ 32521 h 79532"/>
                <a:gd name="connsiteX15" fmla="*/ 99117 w 109410"/>
                <a:gd name="connsiteY15" fmla="*/ 37701 h 79532"/>
                <a:gd name="connsiteX16" fmla="*/ 99124 w 109410"/>
                <a:gd name="connsiteY16" fmla="*/ 37701 h 79532"/>
                <a:gd name="connsiteX17" fmla="*/ 100022 w 109410"/>
                <a:gd name="connsiteY17" fmla="*/ 37792 h 79532"/>
                <a:gd name="connsiteX18" fmla="*/ 104316 w 109410"/>
                <a:gd name="connsiteY18" fmla="*/ 34305 h 79532"/>
                <a:gd name="connsiteX19" fmla="*/ 109333 w 109410"/>
                <a:gd name="connsiteY19" fmla="*/ 10275 h 79532"/>
                <a:gd name="connsiteX20" fmla="*/ 109333 w 109410"/>
                <a:gd name="connsiteY20" fmla="*/ 10155 h 79532"/>
                <a:gd name="connsiteX21" fmla="*/ 109341 w 109410"/>
                <a:gd name="connsiteY21" fmla="*/ 8569 h 79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9410" h="79532">
                  <a:moveTo>
                    <a:pt x="109341" y="8569"/>
                  </a:moveTo>
                  <a:cubicBezTo>
                    <a:pt x="109232" y="8019"/>
                    <a:pt x="109022" y="7495"/>
                    <a:pt x="108718" y="7024"/>
                  </a:cubicBezTo>
                  <a:lnTo>
                    <a:pt x="108703" y="6982"/>
                  </a:lnTo>
                  <a:lnTo>
                    <a:pt x="108638" y="6915"/>
                  </a:lnTo>
                  <a:cubicBezTo>
                    <a:pt x="108334" y="6468"/>
                    <a:pt x="107950" y="6080"/>
                    <a:pt x="107501" y="5772"/>
                  </a:cubicBezTo>
                  <a:cubicBezTo>
                    <a:pt x="107031" y="5445"/>
                    <a:pt x="106495" y="5216"/>
                    <a:pt x="105923" y="5099"/>
                  </a:cubicBezTo>
                  <a:lnTo>
                    <a:pt x="81833" y="92"/>
                  </a:lnTo>
                  <a:cubicBezTo>
                    <a:pt x="79458" y="-399"/>
                    <a:pt x="77134" y="1124"/>
                    <a:pt x="76642" y="3493"/>
                  </a:cubicBezTo>
                  <a:cubicBezTo>
                    <a:pt x="76157" y="5857"/>
                    <a:pt x="77677" y="8173"/>
                    <a:pt x="80045" y="8667"/>
                  </a:cubicBezTo>
                  <a:lnTo>
                    <a:pt x="93759" y="11517"/>
                  </a:lnTo>
                  <a:lnTo>
                    <a:pt x="1984" y="71490"/>
                  </a:lnTo>
                  <a:cubicBezTo>
                    <a:pt x="-44" y="72812"/>
                    <a:pt x="-609" y="75527"/>
                    <a:pt x="716" y="77549"/>
                  </a:cubicBezTo>
                  <a:cubicBezTo>
                    <a:pt x="2049" y="79578"/>
                    <a:pt x="4771" y="80141"/>
                    <a:pt x="6798" y="78813"/>
                  </a:cubicBezTo>
                  <a:lnTo>
                    <a:pt x="98574" y="18840"/>
                  </a:lnTo>
                  <a:lnTo>
                    <a:pt x="95714" y="32521"/>
                  </a:lnTo>
                  <a:cubicBezTo>
                    <a:pt x="95221" y="34889"/>
                    <a:pt x="96749" y="37208"/>
                    <a:pt x="99117" y="37701"/>
                  </a:cubicBezTo>
                  <a:cubicBezTo>
                    <a:pt x="99117" y="37701"/>
                    <a:pt x="99117" y="37701"/>
                    <a:pt x="99124" y="37701"/>
                  </a:cubicBezTo>
                  <a:cubicBezTo>
                    <a:pt x="99414" y="37761"/>
                    <a:pt x="99718" y="37792"/>
                    <a:pt x="100022" y="37792"/>
                  </a:cubicBezTo>
                  <a:cubicBezTo>
                    <a:pt x="102100" y="37789"/>
                    <a:pt x="103888" y="36334"/>
                    <a:pt x="104316" y="34305"/>
                  </a:cubicBezTo>
                  <a:lnTo>
                    <a:pt x="109333" y="10275"/>
                  </a:lnTo>
                  <a:cubicBezTo>
                    <a:pt x="109341" y="10236"/>
                    <a:pt x="109326" y="10197"/>
                    <a:pt x="109333" y="10155"/>
                  </a:cubicBezTo>
                  <a:cubicBezTo>
                    <a:pt x="109435" y="9631"/>
                    <a:pt x="109435" y="9094"/>
                    <a:pt x="109341" y="8569"/>
                  </a:cubicBez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sp>
          <p:nvSpPr>
            <p:cNvPr id="53" name="Freeform 516">
              <a:extLst>
                <a:ext uri="{FF2B5EF4-FFF2-40B4-BE49-F238E27FC236}">
                  <a16:creationId xmlns:a16="http://schemas.microsoft.com/office/drawing/2014/main" id="{4EB14D47-205C-6DA7-CBA2-556C2F5F1AF3}"/>
                </a:ext>
              </a:extLst>
            </p:cNvPr>
            <p:cNvSpPr/>
            <p:nvPr/>
          </p:nvSpPr>
          <p:spPr>
            <a:xfrm>
              <a:off x="7978364" y="2543368"/>
              <a:ext cx="48208" cy="48072"/>
            </a:xfrm>
            <a:custGeom>
              <a:avLst/>
              <a:gdLst>
                <a:gd name="connsiteX0" fmla="*/ 43820 w 48208"/>
                <a:gd name="connsiteY0" fmla="*/ 0 h 48072"/>
                <a:gd name="connsiteX1" fmla="*/ 4395 w 48208"/>
                <a:gd name="connsiteY1" fmla="*/ 0 h 48072"/>
                <a:gd name="connsiteX2" fmla="*/ 0 w 48208"/>
                <a:gd name="connsiteY2" fmla="*/ 4376 h 48072"/>
                <a:gd name="connsiteX3" fmla="*/ 0 w 48208"/>
                <a:gd name="connsiteY3" fmla="*/ 43696 h 48072"/>
                <a:gd name="connsiteX4" fmla="*/ 4395 w 48208"/>
                <a:gd name="connsiteY4" fmla="*/ 48073 h 48072"/>
                <a:gd name="connsiteX5" fmla="*/ 43820 w 48208"/>
                <a:gd name="connsiteY5" fmla="*/ 48073 h 48072"/>
                <a:gd name="connsiteX6" fmla="*/ 48208 w 48208"/>
                <a:gd name="connsiteY6" fmla="*/ 43696 h 48072"/>
                <a:gd name="connsiteX7" fmla="*/ 48208 w 48208"/>
                <a:gd name="connsiteY7" fmla="*/ 4376 h 48072"/>
                <a:gd name="connsiteX8" fmla="*/ 43820 w 48208"/>
                <a:gd name="connsiteY8" fmla="*/ 0 h 48072"/>
                <a:gd name="connsiteX9" fmla="*/ 39425 w 48208"/>
                <a:gd name="connsiteY9" fmla="*/ 39313 h 48072"/>
                <a:gd name="connsiteX10" fmla="*/ 8783 w 48208"/>
                <a:gd name="connsiteY10" fmla="*/ 39313 h 48072"/>
                <a:gd name="connsiteX11" fmla="*/ 8783 w 48208"/>
                <a:gd name="connsiteY11" fmla="*/ 8752 h 48072"/>
                <a:gd name="connsiteX12" fmla="*/ 39425 w 48208"/>
                <a:gd name="connsiteY12" fmla="*/ 8752 h 48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208" h="48072">
                  <a:moveTo>
                    <a:pt x="43820" y="0"/>
                  </a:moveTo>
                  <a:lnTo>
                    <a:pt x="4395" y="0"/>
                  </a:lnTo>
                  <a:cubicBezTo>
                    <a:pt x="1969" y="0"/>
                    <a:pt x="0" y="1957"/>
                    <a:pt x="0" y="4376"/>
                  </a:cubicBezTo>
                  <a:lnTo>
                    <a:pt x="0" y="43696"/>
                  </a:lnTo>
                  <a:cubicBezTo>
                    <a:pt x="0" y="46116"/>
                    <a:pt x="1969" y="48073"/>
                    <a:pt x="4395" y="48073"/>
                  </a:cubicBezTo>
                  <a:lnTo>
                    <a:pt x="43820" y="48073"/>
                  </a:lnTo>
                  <a:cubicBezTo>
                    <a:pt x="46246" y="48073"/>
                    <a:pt x="48208" y="46116"/>
                    <a:pt x="48208" y="43696"/>
                  </a:cubicBezTo>
                  <a:lnTo>
                    <a:pt x="48208" y="4376"/>
                  </a:lnTo>
                  <a:cubicBezTo>
                    <a:pt x="48208" y="1957"/>
                    <a:pt x="46246" y="0"/>
                    <a:pt x="43820" y="0"/>
                  </a:cubicBezTo>
                  <a:close/>
                  <a:moveTo>
                    <a:pt x="39425" y="39313"/>
                  </a:moveTo>
                  <a:lnTo>
                    <a:pt x="8783" y="39313"/>
                  </a:lnTo>
                  <a:lnTo>
                    <a:pt x="8783" y="8752"/>
                  </a:lnTo>
                  <a:lnTo>
                    <a:pt x="39425" y="8752"/>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sp>
          <p:nvSpPr>
            <p:cNvPr id="54" name="Freeform 517">
              <a:extLst>
                <a:ext uri="{FF2B5EF4-FFF2-40B4-BE49-F238E27FC236}">
                  <a16:creationId xmlns:a16="http://schemas.microsoft.com/office/drawing/2014/main" id="{8D99A59E-6C5C-7A2B-EC24-B7D20DD60AE1}"/>
                </a:ext>
              </a:extLst>
            </p:cNvPr>
            <p:cNvSpPr/>
            <p:nvPr/>
          </p:nvSpPr>
          <p:spPr>
            <a:xfrm>
              <a:off x="8038186" y="2513219"/>
              <a:ext cx="48208" cy="78221"/>
            </a:xfrm>
            <a:custGeom>
              <a:avLst/>
              <a:gdLst>
                <a:gd name="connsiteX0" fmla="*/ 43820 w 48208"/>
                <a:gd name="connsiteY0" fmla="*/ 0 h 78221"/>
                <a:gd name="connsiteX1" fmla="*/ 4388 w 48208"/>
                <a:gd name="connsiteY1" fmla="*/ 0 h 78221"/>
                <a:gd name="connsiteX2" fmla="*/ 0 w 48208"/>
                <a:gd name="connsiteY2" fmla="*/ 4376 h 78221"/>
                <a:gd name="connsiteX3" fmla="*/ 0 w 48208"/>
                <a:gd name="connsiteY3" fmla="*/ 73846 h 78221"/>
                <a:gd name="connsiteX4" fmla="*/ 4388 w 48208"/>
                <a:gd name="connsiteY4" fmla="*/ 78222 h 78221"/>
                <a:gd name="connsiteX5" fmla="*/ 43820 w 48208"/>
                <a:gd name="connsiteY5" fmla="*/ 78222 h 78221"/>
                <a:gd name="connsiteX6" fmla="*/ 48208 w 48208"/>
                <a:gd name="connsiteY6" fmla="*/ 73846 h 78221"/>
                <a:gd name="connsiteX7" fmla="*/ 48208 w 48208"/>
                <a:gd name="connsiteY7" fmla="*/ 4376 h 78221"/>
                <a:gd name="connsiteX8" fmla="*/ 43820 w 48208"/>
                <a:gd name="connsiteY8" fmla="*/ 0 h 78221"/>
                <a:gd name="connsiteX9" fmla="*/ 39425 w 48208"/>
                <a:gd name="connsiteY9" fmla="*/ 69462 h 78221"/>
                <a:gd name="connsiteX10" fmla="*/ 8783 w 48208"/>
                <a:gd name="connsiteY10" fmla="*/ 69462 h 78221"/>
                <a:gd name="connsiteX11" fmla="*/ 8783 w 48208"/>
                <a:gd name="connsiteY11" fmla="*/ 8759 h 78221"/>
                <a:gd name="connsiteX12" fmla="*/ 39425 w 48208"/>
                <a:gd name="connsiteY12" fmla="*/ 8759 h 7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208" h="78221">
                  <a:moveTo>
                    <a:pt x="43820" y="0"/>
                  </a:moveTo>
                  <a:lnTo>
                    <a:pt x="4388" y="0"/>
                  </a:lnTo>
                  <a:cubicBezTo>
                    <a:pt x="1962" y="0"/>
                    <a:pt x="0" y="1957"/>
                    <a:pt x="0" y="4376"/>
                  </a:cubicBezTo>
                  <a:lnTo>
                    <a:pt x="0" y="73846"/>
                  </a:lnTo>
                  <a:cubicBezTo>
                    <a:pt x="0" y="76265"/>
                    <a:pt x="1962" y="78222"/>
                    <a:pt x="4388" y="78222"/>
                  </a:cubicBezTo>
                  <a:lnTo>
                    <a:pt x="43820" y="78222"/>
                  </a:lnTo>
                  <a:cubicBezTo>
                    <a:pt x="46239" y="78222"/>
                    <a:pt x="48208" y="76265"/>
                    <a:pt x="48208" y="73846"/>
                  </a:cubicBezTo>
                  <a:lnTo>
                    <a:pt x="48208" y="4376"/>
                  </a:lnTo>
                  <a:cubicBezTo>
                    <a:pt x="48208" y="1957"/>
                    <a:pt x="46239" y="0"/>
                    <a:pt x="43820" y="0"/>
                  </a:cubicBezTo>
                  <a:close/>
                  <a:moveTo>
                    <a:pt x="39425" y="69462"/>
                  </a:moveTo>
                  <a:lnTo>
                    <a:pt x="8783" y="69462"/>
                  </a:lnTo>
                  <a:lnTo>
                    <a:pt x="8783" y="8759"/>
                  </a:lnTo>
                  <a:lnTo>
                    <a:pt x="39425" y="8759"/>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sp>
          <p:nvSpPr>
            <p:cNvPr id="55" name="Freeform 518">
              <a:extLst>
                <a:ext uri="{FF2B5EF4-FFF2-40B4-BE49-F238E27FC236}">
                  <a16:creationId xmlns:a16="http://schemas.microsoft.com/office/drawing/2014/main" id="{9B197E97-83D0-AEAE-D6BF-D68D215B6763}"/>
                </a:ext>
              </a:extLst>
            </p:cNvPr>
            <p:cNvSpPr/>
            <p:nvPr/>
          </p:nvSpPr>
          <p:spPr>
            <a:xfrm>
              <a:off x="8098001" y="2481124"/>
              <a:ext cx="48208" cy="110317"/>
            </a:xfrm>
            <a:custGeom>
              <a:avLst/>
              <a:gdLst>
                <a:gd name="connsiteX0" fmla="*/ 43820 w 48208"/>
                <a:gd name="connsiteY0" fmla="*/ 0 h 110317"/>
                <a:gd name="connsiteX1" fmla="*/ 4395 w 48208"/>
                <a:gd name="connsiteY1" fmla="*/ 0 h 110317"/>
                <a:gd name="connsiteX2" fmla="*/ 0 w 48208"/>
                <a:gd name="connsiteY2" fmla="*/ 4379 h 110317"/>
                <a:gd name="connsiteX3" fmla="*/ 0 w 48208"/>
                <a:gd name="connsiteY3" fmla="*/ 105941 h 110317"/>
                <a:gd name="connsiteX4" fmla="*/ 4395 w 48208"/>
                <a:gd name="connsiteY4" fmla="*/ 110317 h 110317"/>
                <a:gd name="connsiteX5" fmla="*/ 43820 w 48208"/>
                <a:gd name="connsiteY5" fmla="*/ 110317 h 110317"/>
                <a:gd name="connsiteX6" fmla="*/ 48208 w 48208"/>
                <a:gd name="connsiteY6" fmla="*/ 105941 h 110317"/>
                <a:gd name="connsiteX7" fmla="*/ 48208 w 48208"/>
                <a:gd name="connsiteY7" fmla="*/ 4379 h 110317"/>
                <a:gd name="connsiteX8" fmla="*/ 43820 w 48208"/>
                <a:gd name="connsiteY8" fmla="*/ 0 h 110317"/>
                <a:gd name="connsiteX9" fmla="*/ 39425 w 48208"/>
                <a:gd name="connsiteY9" fmla="*/ 101558 h 110317"/>
                <a:gd name="connsiteX10" fmla="*/ 8783 w 48208"/>
                <a:gd name="connsiteY10" fmla="*/ 101558 h 110317"/>
                <a:gd name="connsiteX11" fmla="*/ 8783 w 48208"/>
                <a:gd name="connsiteY11" fmla="*/ 8759 h 110317"/>
                <a:gd name="connsiteX12" fmla="*/ 39425 w 48208"/>
                <a:gd name="connsiteY12" fmla="*/ 8759 h 110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208" h="110317">
                  <a:moveTo>
                    <a:pt x="43820" y="0"/>
                  </a:moveTo>
                  <a:lnTo>
                    <a:pt x="4395" y="0"/>
                  </a:lnTo>
                  <a:cubicBezTo>
                    <a:pt x="1969" y="-1"/>
                    <a:pt x="0" y="1961"/>
                    <a:pt x="0" y="4379"/>
                  </a:cubicBezTo>
                  <a:lnTo>
                    <a:pt x="0" y="105941"/>
                  </a:lnTo>
                  <a:cubicBezTo>
                    <a:pt x="0" y="108360"/>
                    <a:pt x="1969" y="110317"/>
                    <a:pt x="4395" y="110317"/>
                  </a:cubicBezTo>
                  <a:lnTo>
                    <a:pt x="43820" y="110317"/>
                  </a:lnTo>
                  <a:cubicBezTo>
                    <a:pt x="46239" y="110317"/>
                    <a:pt x="48208" y="108360"/>
                    <a:pt x="48208" y="105941"/>
                  </a:cubicBezTo>
                  <a:lnTo>
                    <a:pt x="48208" y="4379"/>
                  </a:lnTo>
                  <a:cubicBezTo>
                    <a:pt x="48208" y="1961"/>
                    <a:pt x="46246" y="1"/>
                    <a:pt x="43820" y="0"/>
                  </a:cubicBezTo>
                  <a:close/>
                  <a:moveTo>
                    <a:pt x="39425" y="101558"/>
                  </a:moveTo>
                  <a:lnTo>
                    <a:pt x="8783" y="101558"/>
                  </a:lnTo>
                  <a:lnTo>
                    <a:pt x="8783" y="8759"/>
                  </a:lnTo>
                  <a:lnTo>
                    <a:pt x="39425" y="8759"/>
                  </a:lnTo>
                  <a:close/>
                </a:path>
              </a:pathLst>
            </a:custGeom>
            <a:solidFill>
              <a:srgbClr val="000000"/>
            </a:solidFill>
            <a:ln w="724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noProof="0" dirty="0"/>
            </a:p>
          </p:txBody>
        </p:sp>
      </p:grpSp>
      <p:grpSp>
        <p:nvGrpSpPr>
          <p:cNvPr id="59" name="Graphic 3">
            <a:extLst>
              <a:ext uri="{FF2B5EF4-FFF2-40B4-BE49-F238E27FC236}">
                <a16:creationId xmlns:a16="http://schemas.microsoft.com/office/drawing/2014/main" id="{768C81E8-FC70-3CB4-8FB5-21C8DDB848E6}"/>
              </a:ext>
            </a:extLst>
          </p:cNvPr>
          <p:cNvGrpSpPr>
            <a:grpSpLocks noChangeAspect="1"/>
          </p:cNvGrpSpPr>
          <p:nvPr/>
        </p:nvGrpSpPr>
        <p:grpSpPr>
          <a:xfrm>
            <a:off x="5995740" y="2688718"/>
            <a:ext cx="497257" cy="516903"/>
            <a:chOff x="1608872" y="4084984"/>
            <a:chExt cx="283181" cy="294369"/>
          </a:xfrm>
          <a:solidFill>
            <a:srgbClr val="000000"/>
          </a:solidFill>
        </p:grpSpPr>
        <p:sp>
          <p:nvSpPr>
            <p:cNvPr id="60" name="Freeform 7">
              <a:extLst>
                <a:ext uri="{FF2B5EF4-FFF2-40B4-BE49-F238E27FC236}">
                  <a16:creationId xmlns:a16="http://schemas.microsoft.com/office/drawing/2014/main" id="{C59928A4-6344-706A-CA59-D80885D8C303}"/>
                </a:ext>
              </a:extLst>
            </p:cNvPr>
            <p:cNvSpPr/>
            <p:nvPr/>
          </p:nvSpPr>
          <p:spPr>
            <a:xfrm>
              <a:off x="1645649" y="4175810"/>
              <a:ext cx="28813" cy="28775"/>
            </a:xfrm>
            <a:custGeom>
              <a:avLst/>
              <a:gdLst>
                <a:gd name="connsiteX0" fmla="*/ 24453 w 28813"/>
                <a:gd name="connsiteY0" fmla="*/ 0 h 28775"/>
                <a:gd name="connsiteX1" fmla="*/ 4360 w 28813"/>
                <a:gd name="connsiteY1" fmla="*/ 0 h 28775"/>
                <a:gd name="connsiteX2" fmla="*/ 0 w 28813"/>
                <a:gd name="connsiteY2" fmla="*/ 4354 h 28775"/>
                <a:gd name="connsiteX3" fmla="*/ 0 w 28813"/>
                <a:gd name="connsiteY3" fmla="*/ 24422 h 28775"/>
                <a:gd name="connsiteX4" fmla="*/ 4360 w 28813"/>
                <a:gd name="connsiteY4" fmla="*/ 28776 h 28775"/>
                <a:gd name="connsiteX5" fmla="*/ 24453 w 28813"/>
                <a:gd name="connsiteY5" fmla="*/ 28776 h 28775"/>
                <a:gd name="connsiteX6" fmla="*/ 28813 w 28813"/>
                <a:gd name="connsiteY6" fmla="*/ 24422 h 28775"/>
                <a:gd name="connsiteX7" fmla="*/ 28813 w 28813"/>
                <a:gd name="connsiteY7" fmla="*/ 4354 h 28775"/>
                <a:gd name="connsiteX8" fmla="*/ 24453 w 28813"/>
                <a:gd name="connsiteY8" fmla="*/ 0 h 28775"/>
                <a:gd name="connsiteX9" fmla="*/ 20086 w 28813"/>
                <a:gd name="connsiteY9" fmla="*/ 20061 h 28775"/>
                <a:gd name="connsiteX10" fmla="*/ 8727 w 28813"/>
                <a:gd name="connsiteY10" fmla="*/ 20061 h 28775"/>
                <a:gd name="connsiteX11" fmla="*/ 8727 w 28813"/>
                <a:gd name="connsiteY11" fmla="*/ 8715 h 28775"/>
                <a:gd name="connsiteX12" fmla="*/ 20086 w 28813"/>
                <a:gd name="connsiteY12" fmla="*/ 8715 h 28775"/>
                <a:gd name="connsiteX13" fmla="*/ 20086 w 28813"/>
                <a:gd name="connsiteY13" fmla="*/ 20061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24453" y="0"/>
                  </a:moveTo>
                  <a:lnTo>
                    <a:pt x="4360" y="0"/>
                  </a:lnTo>
                  <a:cubicBezTo>
                    <a:pt x="1957" y="0"/>
                    <a:pt x="0" y="1947"/>
                    <a:pt x="0" y="4354"/>
                  </a:cubicBezTo>
                  <a:lnTo>
                    <a:pt x="0" y="24422"/>
                  </a:lnTo>
                  <a:cubicBezTo>
                    <a:pt x="0" y="26829"/>
                    <a:pt x="1957" y="28776"/>
                    <a:pt x="4360" y="28776"/>
                  </a:cubicBezTo>
                  <a:lnTo>
                    <a:pt x="24453" y="28776"/>
                  </a:lnTo>
                  <a:cubicBezTo>
                    <a:pt x="26856" y="28776"/>
                    <a:pt x="28813" y="26829"/>
                    <a:pt x="28813" y="24422"/>
                  </a:cubicBezTo>
                  <a:lnTo>
                    <a:pt x="28813" y="4354"/>
                  </a:lnTo>
                  <a:cubicBezTo>
                    <a:pt x="28813" y="1947"/>
                    <a:pt x="26856" y="0"/>
                    <a:pt x="24453" y="0"/>
                  </a:cubicBezTo>
                  <a:close/>
                  <a:moveTo>
                    <a:pt x="20086" y="20061"/>
                  </a:moveTo>
                  <a:lnTo>
                    <a:pt x="8727" y="20061"/>
                  </a:lnTo>
                  <a:lnTo>
                    <a:pt x="8727" y="8715"/>
                  </a:lnTo>
                  <a:lnTo>
                    <a:pt x="20086" y="8715"/>
                  </a:lnTo>
                  <a:lnTo>
                    <a:pt x="20086" y="20061"/>
                  </a:lnTo>
                  <a:close/>
                </a:path>
              </a:pathLst>
            </a:custGeom>
            <a:solidFill>
              <a:srgbClr val="000000"/>
            </a:solidFill>
            <a:ln w="7188" cap="flat">
              <a:noFill/>
              <a:prstDash val="solid"/>
              <a:miter/>
            </a:ln>
          </p:spPr>
          <p:txBody>
            <a:bodyPr rtlCol="0" anchor="ctr"/>
            <a:lstStyle/>
            <a:p>
              <a:endParaRPr lang="fr-FR" noProof="0" dirty="0"/>
            </a:p>
          </p:txBody>
        </p:sp>
        <p:sp>
          <p:nvSpPr>
            <p:cNvPr id="61" name="Freeform 8">
              <a:extLst>
                <a:ext uri="{FF2B5EF4-FFF2-40B4-BE49-F238E27FC236}">
                  <a16:creationId xmlns:a16="http://schemas.microsoft.com/office/drawing/2014/main" id="{E0FFBFDB-FE8B-287E-4AA2-9F8265D51867}"/>
                </a:ext>
              </a:extLst>
            </p:cNvPr>
            <p:cNvSpPr/>
            <p:nvPr/>
          </p:nvSpPr>
          <p:spPr>
            <a:xfrm>
              <a:off x="1689995" y="4175810"/>
              <a:ext cx="28813" cy="28775"/>
            </a:xfrm>
            <a:custGeom>
              <a:avLst/>
              <a:gdLst>
                <a:gd name="connsiteX0" fmla="*/ 4360 w 28813"/>
                <a:gd name="connsiteY0" fmla="*/ 28776 h 28775"/>
                <a:gd name="connsiteX1" fmla="*/ 24453 w 28813"/>
                <a:gd name="connsiteY1" fmla="*/ 28776 h 28775"/>
                <a:gd name="connsiteX2" fmla="*/ 28813 w 28813"/>
                <a:gd name="connsiteY2" fmla="*/ 24422 h 28775"/>
                <a:gd name="connsiteX3" fmla="*/ 28813 w 28813"/>
                <a:gd name="connsiteY3" fmla="*/ 4354 h 28775"/>
                <a:gd name="connsiteX4" fmla="*/ 24453 w 28813"/>
                <a:gd name="connsiteY4" fmla="*/ 0 h 28775"/>
                <a:gd name="connsiteX5" fmla="*/ 4360 w 28813"/>
                <a:gd name="connsiteY5" fmla="*/ 0 h 28775"/>
                <a:gd name="connsiteX6" fmla="*/ 0 w 28813"/>
                <a:gd name="connsiteY6" fmla="*/ 4354 h 28775"/>
                <a:gd name="connsiteX7" fmla="*/ 0 w 28813"/>
                <a:gd name="connsiteY7" fmla="*/ 24422 h 28775"/>
                <a:gd name="connsiteX8" fmla="*/ 4360 w 28813"/>
                <a:gd name="connsiteY8" fmla="*/ 28776 h 28775"/>
                <a:gd name="connsiteX9" fmla="*/ 8727 w 28813"/>
                <a:gd name="connsiteY9" fmla="*/ 8715 h 28775"/>
                <a:gd name="connsiteX10" fmla="*/ 20086 w 28813"/>
                <a:gd name="connsiteY10" fmla="*/ 8715 h 28775"/>
                <a:gd name="connsiteX11" fmla="*/ 20086 w 28813"/>
                <a:gd name="connsiteY11" fmla="*/ 20061 h 28775"/>
                <a:gd name="connsiteX12" fmla="*/ 8727 w 28813"/>
                <a:gd name="connsiteY12" fmla="*/ 20061 h 28775"/>
                <a:gd name="connsiteX13" fmla="*/ 8727 w 28813"/>
                <a:gd name="connsiteY13" fmla="*/ 8715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0" y="28776"/>
                  </a:moveTo>
                  <a:lnTo>
                    <a:pt x="24453" y="28776"/>
                  </a:lnTo>
                  <a:cubicBezTo>
                    <a:pt x="26863" y="28776"/>
                    <a:pt x="28813" y="26829"/>
                    <a:pt x="28813" y="24422"/>
                  </a:cubicBezTo>
                  <a:lnTo>
                    <a:pt x="28813" y="4354"/>
                  </a:lnTo>
                  <a:cubicBezTo>
                    <a:pt x="28813" y="1947"/>
                    <a:pt x="26863" y="0"/>
                    <a:pt x="24453" y="0"/>
                  </a:cubicBezTo>
                  <a:lnTo>
                    <a:pt x="4360" y="0"/>
                  </a:lnTo>
                  <a:cubicBezTo>
                    <a:pt x="1957" y="0"/>
                    <a:pt x="0" y="1947"/>
                    <a:pt x="0" y="4354"/>
                  </a:cubicBezTo>
                  <a:lnTo>
                    <a:pt x="0" y="24422"/>
                  </a:lnTo>
                  <a:cubicBezTo>
                    <a:pt x="0" y="26829"/>
                    <a:pt x="1957" y="28776"/>
                    <a:pt x="4360" y="28776"/>
                  </a:cubicBezTo>
                  <a:close/>
                  <a:moveTo>
                    <a:pt x="8727" y="8715"/>
                  </a:moveTo>
                  <a:lnTo>
                    <a:pt x="20086" y="8715"/>
                  </a:lnTo>
                  <a:lnTo>
                    <a:pt x="20086" y="20061"/>
                  </a:lnTo>
                  <a:lnTo>
                    <a:pt x="8727" y="20061"/>
                  </a:lnTo>
                  <a:lnTo>
                    <a:pt x="8727" y="8715"/>
                  </a:lnTo>
                  <a:close/>
                </a:path>
              </a:pathLst>
            </a:custGeom>
            <a:solidFill>
              <a:srgbClr val="000000"/>
            </a:solidFill>
            <a:ln w="7188" cap="flat">
              <a:noFill/>
              <a:prstDash val="solid"/>
              <a:miter/>
            </a:ln>
          </p:spPr>
          <p:txBody>
            <a:bodyPr rtlCol="0" anchor="ctr"/>
            <a:lstStyle/>
            <a:p>
              <a:endParaRPr lang="fr-FR" noProof="0" dirty="0"/>
            </a:p>
          </p:txBody>
        </p:sp>
        <p:sp>
          <p:nvSpPr>
            <p:cNvPr id="62" name="Freeform 9">
              <a:extLst>
                <a:ext uri="{FF2B5EF4-FFF2-40B4-BE49-F238E27FC236}">
                  <a16:creationId xmlns:a16="http://schemas.microsoft.com/office/drawing/2014/main" id="{18F97286-5F6B-E395-AD7B-1901BFBAC3FB}"/>
                </a:ext>
              </a:extLst>
            </p:cNvPr>
            <p:cNvSpPr/>
            <p:nvPr/>
          </p:nvSpPr>
          <p:spPr>
            <a:xfrm>
              <a:off x="1734340" y="4175810"/>
              <a:ext cx="28813" cy="28775"/>
            </a:xfrm>
            <a:custGeom>
              <a:avLst/>
              <a:gdLst>
                <a:gd name="connsiteX0" fmla="*/ 4367 w 28813"/>
                <a:gd name="connsiteY0" fmla="*/ 28776 h 28775"/>
                <a:gd name="connsiteX1" fmla="*/ 24453 w 28813"/>
                <a:gd name="connsiteY1" fmla="*/ 28776 h 28775"/>
                <a:gd name="connsiteX2" fmla="*/ 28813 w 28813"/>
                <a:gd name="connsiteY2" fmla="*/ 24422 h 28775"/>
                <a:gd name="connsiteX3" fmla="*/ 28813 w 28813"/>
                <a:gd name="connsiteY3" fmla="*/ 4354 h 28775"/>
                <a:gd name="connsiteX4" fmla="*/ 24453 w 28813"/>
                <a:gd name="connsiteY4" fmla="*/ 0 h 28775"/>
                <a:gd name="connsiteX5" fmla="*/ 4367 w 28813"/>
                <a:gd name="connsiteY5" fmla="*/ 0 h 28775"/>
                <a:gd name="connsiteX6" fmla="*/ 0 w 28813"/>
                <a:gd name="connsiteY6" fmla="*/ 4354 h 28775"/>
                <a:gd name="connsiteX7" fmla="*/ 0 w 28813"/>
                <a:gd name="connsiteY7" fmla="*/ 24422 h 28775"/>
                <a:gd name="connsiteX8" fmla="*/ 4367 w 28813"/>
                <a:gd name="connsiteY8" fmla="*/ 28776 h 28775"/>
                <a:gd name="connsiteX9" fmla="*/ 8727 w 28813"/>
                <a:gd name="connsiteY9" fmla="*/ 8715 h 28775"/>
                <a:gd name="connsiteX10" fmla="*/ 20086 w 28813"/>
                <a:gd name="connsiteY10" fmla="*/ 8715 h 28775"/>
                <a:gd name="connsiteX11" fmla="*/ 20086 w 28813"/>
                <a:gd name="connsiteY11" fmla="*/ 20061 h 28775"/>
                <a:gd name="connsiteX12" fmla="*/ 8727 w 28813"/>
                <a:gd name="connsiteY12" fmla="*/ 20061 h 28775"/>
                <a:gd name="connsiteX13" fmla="*/ 8727 w 28813"/>
                <a:gd name="connsiteY13" fmla="*/ 8715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7" y="28776"/>
                  </a:moveTo>
                  <a:lnTo>
                    <a:pt x="24453" y="28776"/>
                  </a:lnTo>
                  <a:cubicBezTo>
                    <a:pt x="26863" y="28776"/>
                    <a:pt x="28813" y="26829"/>
                    <a:pt x="28813" y="24422"/>
                  </a:cubicBezTo>
                  <a:lnTo>
                    <a:pt x="28813" y="4354"/>
                  </a:lnTo>
                  <a:cubicBezTo>
                    <a:pt x="28813" y="1947"/>
                    <a:pt x="26863" y="0"/>
                    <a:pt x="24453" y="0"/>
                  </a:cubicBezTo>
                  <a:lnTo>
                    <a:pt x="4367" y="0"/>
                  </a:lnTo>
                  <a:cubicBezTo>
                    <a:pt x="1957" y="0"/>
                    <a:pt x="0" y="1947"/>
                    <a:pt x="0" y="4354"/>
                  </a:cubicBezTo>
                  <a:lnTo>
                    <a:pt x="0" y="24422"/>
                  </a:lnTo>
                  <a:cubicBezTo>
                    <a:pt x="0" y="26829"/>
                    <a:pt x="1957" y="28776"/>
                    <a:pt x="4367" y="28776"/>
                  </a:cubicBezTo>
                  <a:close/>
                  <a:moveTo>
                    <a:pt x="8727" y="8715"/>
                  </a:moveTo>
                  <a:lnTo>
                    <a:pt x="20086" y="8715"/>
                  </a:lnTo>
                  <a:lnTo>
                    <a:pt x="20086" y="20061"/>
                  </a:lnTo>
                  <a:lnTo>
                    <a:pt x="8727" y="20061"/>
                  </a:lnTo>
                  <a:lnTo>
                    <a:pt x="8727" y="8715"/>
                  </a:lnTo>
                  <a:close/>
                </a:path>
              </a:pathLst>
            </a:custGeom>
            <a:solidFill>
              <a:srgbClr val="000000"/>
            </a:solidFill>
            <a:ln w="7188" cap="flat">
              <a:noFill/>
              <a:prstDash val="solid"/>
              <a:miter/>
            </a:ln>
          </p:spPr>
          <p:txBody>
            <a:bodyPr rtlCol="0" anchor="ctr"/>
            <a:lstStyle/>
            <a:p>
              <a:endParaRPr lang="fr-FR" noProof="0" dirty="0"/>
            </a:p>
          </p:txBody>
        </p:sp>
        <p:sp>
          <p:nvSpPr>
            <p:cNvPr id="63" name="Freeform 10">
              <a:extLst>
                <a:ext uri="{FF2B5EF4-FFF2-40B4-BE49-F238E27FC236}">
                  <a16:creationId xmlns:a16="http://schemas.microsoft.com/office/drawing/2014/main" id="{B3782911-B836-0D02-AA7D-4A81B61CCC1E}"/>
                </a:ext>
              </a:extLst>
            </p:cNvPr>
            <p:cNvSpPr/>
            <p:nvPr/>
          </p:nvSpPr>
          <p:spPr>
            <a:xfrm>
              <a:off x="1722297" y="4108055"/>
              <a:ext cx="31978" cy="26411"/>
            </a:xfrm>
            <a:custGeom>
              <a:avLst/>
              <a:gdLst>
                <a:gd name="connsiteX0" fmla="*/ 27612 w 31978"/>
                <a:gd name="connsiteY0" fmla="*/ 0 h 26411"/>
                <a:gd name="connsiteX1" fmla="*/ 4360 w 31978"/>
                <a:gd name="connsiteY1" fmla="*/ 0 h 26411"/>
                <a:gd name="connsiteX2" fmla="*/ 0 w 31978"/>
                <a:gd name="connsiteY2" fmla="*/ 4361 h 26411"/>
                <a:gd name="connsiteX3" fmla="*/ 0 w 31978"/>
                <a:gd name="connsiteY3" fmla="*/ 22058 h 26411"/>
                <a:gd name="connsiteX4" fmla="*/ 4360 w 31978"/>
                <a:gd name="connsiteY4" fmla="*/ 26412 h 26411"/>
                <a:gd name="connsiteX5" fmla="*/ 27612 w 31978"/>
                <a:gd name="connsiteY5" fmla="*/ 26412 h 26411"/>
                <a:gd name="connsiteX6" fmla="*/ 31979 w 31978"/>
                <a:gd name="connsiteY6" fmla="*/ 22058 h 26411"/>
                <a:gd name="connsiteX7" fmla="*/ 31979 w 31978"/>
                <a:gd name="connsiteY7" fmla="*/ 4361 h 26411"/>
                <a:gd name="connsiteX8" fmla="*/ 27612 w 31978"/>
                <a:gd name="connsiteY8" fmla="*/ 0 h 26411"/>
                <a:gd name="connsiteX9" fmla="*/ 23252 w 31978"/>
                <a:gd name="connsiteY9" fmla="*/ 17704 h 26411"/>
                <a:gd name="connsiteX10" fmla="*/ 8719 w 31978"/>
                <a:gd name="connsiteY10" fmla="*/ 17704 h 26411"/>
                <a:gd name="connsiteX11" fmla="*/ 8719 w 31978"/>
                <a:gd name="connsiteY11" fmla="*/ 8715 h 26411"/>
                <a:gd name="connsiteX12" fmla="*/ 23252 w 31978"/>
                <a:gd name="connsiteY12" fmla="*/ 8715 h 26411"/>
                <a:gd name="connsiteX13" fmla="*/ 23252 w 31978"/>
                <a:gd name="connsiteY13" fmla="*/ 17704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2" y="0"/>
                  </a:moveTo>
                  <a:lnTo>
                    <a:pt x="4360" y="0"/>
                  </a:lnTo>
                  <a:cubicBezTo>
                    <a:pt x="1950" y="0"/>
                    <a:pt x="0" y="1947"/>
                    <a:pt x="0" y="4361"/>
                  </a:cubicBezTo>
                  <a:lnTo>
                    <a:pt x="0" y="22058"/>
                  </a:lnTo>
                  <a:cubicBezTo>
                    <a:pt x="0" y="24458"/>
                    <a:pt x="1950" y="26412"/>
                    <a:pt x="4360" y="26412"/>
                  </a:cubicBezTo>
                  <a:lnTo>
                    <a:pt x="27612" y="26412"/>
                  </a:lnTo>
                  <a:cubicBezTo>
                    <a:pt x="30022" y="26412"/>
                    <a:pt x="31979" y="24458"/>
                    <a:pt x="31979" y="22058"/>
                  </a:cubicBezTo>
                  <a:lnTo>
                    <a:pt x="31979" y="4361"/>
                  </a:lnTo>
                  <a:cubicBezTo>
                    <a:pt x="31979" y="1947"/>
                    <a:pt x="30022" y="0"/>
                    <a:pt x="27612" y="0"/>
                  </a:cubicBezTo>
                  <a:close/>
                  <a:moveTo>
                    <a:pt x="23252" y="17704"/>
                  </a:moveTo>
                  <a:lnTo>
                    <a:pt x="8719" y="17704"/>
                  </a:lnTo>
                  <a:lnTo>
                    <a:pt x="8719" y="8715"/>
                  </a:lnTo>
                  <a:lnTo>
                    <a:pt x="23252" y="8715"/>
                  </a:lnTo>
                  <a:lnTo>
                    <a:pt x="23252" y="17704"/>
                  </a:lnTo>
                  <a:close/>
                </a:path>
              </a:pathLst>
            </a:custGeom>
            <a:solidFill>
              <a:srgbClr val="000000"/>
            </a:solidFill>
            <a:ln w="7188" cap="flat">
              <a:noFill/>
              <a:prstDash val="solid"/>
              <a:miter/>
            </a:ln>
          </p:spPr>
          <p:txBody>
            <a:bodyPr rtlCol="0" anchor="ctr"/>
            <a:lstStyle/>
            <a:p>
              <a:endParaRPr lang="fr-FR" noProof="0" dirty="0"/>
            </a:p>
          </p:txBody>
        </p:sp>
        <p:sp>
          <p:nvSpPr>
            <p:cNvPr id="64" name="Freeform 11">
              <a:extLst>
                <a:ext uri="{FF2B5EF4-FFF2-40B4-BE49-F238E27FC236}">
                  <a16:creationId xmlns:a16="http://schemas.microsoft.com/office/drawing/2014/main" id="{4D5F80E0-4375-E4C6-BA5B-701DC5AD4852}"/>
                </a:ext>
              </a:extLst>
            </p:cNvPr>
            <p:cNvSpPr/>
            <p:nvPr/>
          </p:nvSpPr>
          <p:spPr>
            <a:xfrm>
              <a:off x="1773635" y="4108055"/>
              <a:ext cx="31978" cy="26411"/>
            </a:xfrm>
            <a:custGeom>
              <a:avLst/>
              <a:gdLst>
                <a:gd name="connsiteX0" fmla="*/ 27619 w 31978"/>
                <a:gd name="connsiteY0" fmla="*/ 0 h 26411"/>
                <a:gd name="connsiteX1" fmla="*/ 4360 w 31978"/>
                <a:gd name="connsiteY1" fmla="*/ 0 h 26411"/>
                <a:gd name="connsiteX2" fmla="*/ 0 w 31978"/>
                <a:gd name="connsiteY2" fmla="*/ 4361 h 26411"/>
                <a:gd name="connsiteX3" fmla="*/ 0 w 31978"/>
                <a:gd name="connsiteY3" fmla="*/ 22058 h 26411"/>
                <a:gd name="connsiteX4" fmla="*/ 4360 w 31978"/>
                <a:gd name="connsiteY4" fmla="*/ 26412 h 26411"/>
                <a:gd name="connsiteX5" fmla="*/ 27619 w 31978"/>
                <a:gd name="connsiteY5" fmla="*/ 26412 h 26411"/>
                <a:gd name="connsiteX6" fmla="*/ 31979 w 31978"/>
                <a:gd name="connsiteY6" fmla="*/ 22058 h 26411"/>
                <a:gd name="connsiteX7" fmla="*/ 31979 w 31978"/>
                <a:gd name="connsiteY7" fmla="*/ 4361 h 26411"/>
                <a:gd name="connsiteX8" fmla="*/ 27619 w 31978"/>
                <a:gd name="connsiteY8" fmla="*/ 0 h 26411"/>
                <a:gd name="connsiteX9" fmla="*/ 23259 w 31978"/>
                <a:gd name="connsiteY9" fmla="*/ 17704 h 26411"/>
                <a:gd name="connsiteX10" fmla="*/ 8727 w 31978"/>
                <a:gd name="connsiteY10" fmla="*/ 17704 h 26411"/>
                <a:gd name="connsiteX11" fmla="*/ 8727 w 31978"/>
                <a:gd name="connsiteY11" fmla="*/ 8715 h 26411"/>
                <a:gd name="connsiteX12" fmla="*/ 23259 w 31978"/>
                <a:gd name="connsiteY12" fmla="*/ 8715 h 26411"/>
                <a:gd name="connsiteX13" fmla="*/ 23259 w 31978"/>
                <a:gd name="connsiteY13" fmla="*/ 17704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9" y="0"/>
                  </a:moveTo>
                  <a:lnTo>
                    <a:pt x="4360" y="0"/>
                  </a:lnTo>
                  <a:cubicBezTo>
                    <a:pt x="1957" y="0"/>
                    <a:pt x="0" y="1947"/>
                    <a:pt x="0" y="4361"/>
                  </a:cubicBezTo>
                  <a:lnTo>
                    <a:pt x="0" y="22058"/>
                  </a:lnTo>
                  <a:cubicBezTo>
                    <a:pt x="0" y="24458"/>
                    <a:pt x="1957" y="26412"/>
                    <a:pt x="4360" y="26412"/>
                  </a:cubicBezTo>
                  <a:lnTo>
                    <a:pt x="27619" y="26412"/>
                  </a:lnTo>
                  <a:cubicBezTo>
                    <a:pt x="30029" y="26412"/>
                    <a:pt x="31979" y="24458"/>
                    <a:pt x="31979" y="22058"/>
                  </a:cubicBezTo>
                  <a:lnTo>
                    <a:pt x="31979" y="4361"/>
                  </a:lnTo>
                  <a:cubicBezTo>
                    <a:pt x="31979" y="1947"/>
                    <a:pt x="30029" y="0"/>
                    <a:pt x="27619" y="0"/>
                  </a:cubicBezTo>
                  <a:close/>
                  <a:moveTo>
                    <a:pt x="23259" y="17704"/>
                  </a:moveTo>
                  <a:lnTo>
                    <a:pt x="8727" y="17704"/>
                  </a:lnTo>
                  <a:lnTo>
                    <a:pt x="8727" y="8715"/>
                  </a:lnTo>
                  <a:lnTo>
                    <a:pt x="23259" y="8715"/>
                  </a:lnTo>
                  <a:lnTo>
                    <a:pt x="23259" y="17704"/>
                  </a:lnTo>
                  <a:close/>
                </a:path>
              </a:pathLst>
            </a:custGeom>
            <a:solidFill>
              <a:srgbClr val="000000"/>
            </a:solidFill>
            <a:ln w="7188" cap="flat">
              <a:noFill/>
              <a:prstDash val="solid"/>
              <a:miter/>
            </a:ln>
          </p:spPr>
          <p:txBody>
            <a:bodyPr rtlCol="0" anchor="ctr"/>
            <a:lstStyle/>
            <a:p>
              <a:endParaRPr lang="fr-FR" noProof="0" dirty="0"/>
            </a:p>
          </p:txBody>
        </p:sp>
        <p:sp>
          <p:nvSpPr>
            <p:cNvPr id="65" name="Freeform 12">
              <a:extLst>
                <a:ext uri="{FF2B5EF4-FFF2-40B4-BE49-F238E27FC236}">
                  <a16:creationId xmlns:a16="http://schemas.microsoft.com/office/drawing/2014/main" id="{3819E5DC-BC0F-CC20-6DA4-125F30D744A9}"/>
                </a:ext>
              </a:extLst>
            </p:cNvPr>
            <p:cNvSpPr/>
            <p:nvPr/>
          </p:nvSpPr>
          <p:spPr>
            <a:xfrm>
              <a:off x="1824974" y="4108055"/>
              <a:ext cx="31978" cy="26411"/>
            </a:xfrm>
            <a:custGeom>
              <a:avLst/>
              <a:gdLst>
                <a:gd name="connsiteX0" fmla="*/ 27619 w 31978"/>
                <a:gd name="connsiteY0" fmla="*/ 0 h 26411"/>
                <a:gd name="connsiteX1" fmla="*/ 4360 w 31978"/>
                <a:gd name="connsiteY1" fmla="*/ 0 h 26411"/>
                <a:gd name="connsiteX2" fmla="*/ 0 w 31978"/>
                <a:gd name="connsiteY2" fmla="*/ 4361 h 26411"/>
                <a:gd name="connsiteX3" fmla="*/ 0 w 31978"/>
                <a:gd name="connsiteY3" fmla="*/ 22058 h 26411"/>
                <a:gd name="connsiteX4" fmla="*/ 4360 w 31978"/>
                <a:gd name="connsiteY4" fmla="*/ 26412 h 26411"/>
                <a:gd name="connsiteX5" fmla="*/ 27619 w 31978"/>
                <a:gd name="connsiteY5" fmla="*/ 26412 h 26411"/>
                <a:gd name="connsiteX6" fmla="*/ 31979 w 31978"/>
                <a:gd name="connsiteY6" fmla="*/ 22058 h 26411"/>
                <a:gd name="connsiteX7" fmla="*/ 31979 w 31978"/>
                <a:gd name="connsiteY7" fmla="*/ 4361 h 26411"/>
                <a:gd name="connsiteX8" fmla="*/ 27619 w 31978"/>
                <a:gd name="connsiteY8" fmla="*/ 0 h 26411"/>
                <a:gd name="connsiteX9" fmla="*/ 23259 w 31978"/>
                <a:gd name="connsiteY9" fmla="*/ 17704 h 26411"/>
                <a:gd name="connsiteX10" fmla="*/ 8727 w 31978"/>
                <a:gd name="connsiteY10" fmla="*/ 17704 h 26411"/>
                <a:gd name="connsiteX11" fmla="*/ 8727 w 31978"/>
                <a:gd name="connsiteY11" fmla="*/ 8715 h 26411"/>
                <a:gd name="connsiteX12" fmla="*/ 23259 w 31978"/>
                <a:gd name="connsiteY12" fmla="*/ 8715 h 26411"/>
                <a:gd name="connsiteX13" fmla="*/ 23259 w 31978"/>
                <a:gd name="connsiteY13" fmla="*/ 17704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9" y="0"/>
                  </a:moveTo>
                  <a:lnTo>
                    <a:pt x="4360" y="0"/>
                  </a:lnTo>
                  <a:cubicBezTo>
                    <a:pt x="1957" y="0"/>
                    <a:pt x="0" y="1947"/>
                    <a:pt x="0" y="4361"/>
                  </a:cubicBezTo>
                  <a:lnTo>
                    <a:pt x="0" y="22058"/>
                  </a:lnTo>
                  <a:cubicBezTo>
                    <a:pt x="0" y="24458"/>
                    <a:pt x="1957" y="26412"/>
                    <a:pt x="4360" y="26412"/>
                  </a:cubicBezTo>
                  <a:lnTo>
                    <a:pt x="27619" y="26412"/>
                  </a:lnTo>
                  <a:cubicBezTo>
                    <a:pt x="30029" y="26412"/>
                    <a:pt x="31979" y="24458"/>
                    <a:pt x="31979" y="22058"/>
                  </a:cubicBezTo>
                  <a:lnTo>
                    <a:pt x="31979" y="4361"/>
                  </a:lnTo>
                  <a:cubicBezTo>
                    <a:pt x="31979" y="1947"/>
                    <a:pt x="30029" y="0"/>
                    <a:pt x="27619" y="0"/>
                  </a:cubicBezTo>
                  <a:close/>
                  <a:moveTo>
                    <a:pt x="23259" y="17704"/>
                  </a:moveTo>
                  <a:lnTo>
                    <a:pt x="8727" y="17704"/>
                  </a:lnTo>
                  <a:lnTo>
                    <a:pt x="8727" y="8715"/>
                  </a:lnTo>
                  <a:lnTo>
                    <a:pt x="23259" y="8715"/>
                  </a:lnTo>
                  <a:lnTo>
                    <a:pt x="23259" y="17704"/>
                  </a:lnTo>
                  <a:close/>
                </a:path>
              </a:pathLst>
            </a:custGeom>
            <a:solidFill>
              <a:srgbClr val="000000"/>
            </a:solidFill>
            <a:ln w="7188" cap="flat">
              <a:noFill/>
              <a:prstDash val="solid"/>
              <a:miter/>
            </a:ln>
          </p:spPr>
          <p:txBody>
            <a:bodyPr rtlCol="0" anchor="ctr"/>
            <a:lstStyle/>
            <a:p>
              <a:endParaRPr lang="fr-FR" noProof="0" dirty="0"/>
            </a:p>
          </p:txBody>
        </p:sp>
        <p:sp>
          <p:nvSpPr>
            <p:cNvPr id="66" name="Freeform 13">
              <a:extLst>
                <a:ext uri="{FF2B5EF4-FFF2-40B4-BE49-F238E27FC236}">
                  <a16:creationId xmlns:a16="http://schemas.microsoft.com/office/drawing/2014/main" id="{A6DC9AD9-CC5E-C28D-610F-822E5F393309}"/>
                </a:ext>
              </a:extLst>
            </p:cNvPr>
            <p:cNvSpPr/>
            <p:nvPr/>
          </p:nvSpPr>
          <p:spPr>
            <a:xfrm>
              <a:off x="1824974" y="4160096"/>
              <a:ext cx="31978" cy="26419"/>
            </a:xfrm>
            <a:custGeom>
              <a:avLst/>
              <a:gdLst>
                <a:gd name="connsiteX0" fmla="*/ 27619 w 31978"/>
                <a:gd name="connsiteY0" fmla="*/ 0 h 26419"/>
                <a:gd name="connsiteX1" fmla="*/ 4360 w 31978"/>
                <a:gd name="connsiteY1" fmla="*/ 0 h 26419"/>
                <a:gd name="connsiteX2" fmla="*/ 0 w 31978"/>
                <a:gd name="connsiteY2" fmla="*/ 4361 h 26419"/>
                <a:gd name="connsiteX3" fmla="*/ 0 w 31978"/>
                <a:gd name="connsiteY3" fmla="*/ 22058 h 26419"/>
                <a:gd name="connsiteX4" fmla="*/ 4360 w 31978"/>
                <a:gd name="connsiteY4" fmla="*/ 26419 h 26419"/>
                <a:gd name="connsiteX5" fmla="*/ 27619 w 31978"/>
                <a:gd name="connsiteY5" fmla="*/ 26419 h 26419"/>
                <a:gd name="connsiteX6" fmla="*/ 31979 w 31978"/>
                <a:gd name="connsiteY6" fmla="*/ 22058 h 26419"/>
                <a:gd name="connsiteX7" fmla="*/ 31979 w 31978"/>
                <a:gd name="connsiteY7" fmla="*/ 4361 h 26419"/>
                <a:gd name="connsiteX8" fmla="*/ 27619 w 31978"/>
                <a:gd name="connsiteY8" fmla="*/ 0 h 26419"/>
                <a:gd name="connsiteX9" fmla="*/ 23259 w 31978"/>
                <a:gd name="connsiteY9" fmla="*/ 17704 h 26419"/>
                <a:gd name="connsiteX10" fmla="*/ 8727 w 31978"/>
                <a:gd name="connsiteY10" fmla="*/ 17704 h 26419"/>
                <a:gd name="connsiteX11" fmla="*/ 8727 w 31978"/>
                <a:gd name="connsiteY11" fmla="*/ 8715 h 26419"/>
                <a:gd name="connsiteX12" fmla="*/ 23259 w 31978"/>
                <a:gd name="connsiteY12" fmla="*/ 8715 h 26419"/>
                <a:gd name="connsiteX13" fmla="*/ 23259 w 31978"/>
                <a:gd name="connsiteY13" fmla="*/ 17704 h 2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9">
                  <a:moveTo>
                    <a:pt x="27619" y="0"/>
                  </a:moveTo>
                  <a:lnTo>
                    <a:pt x="4360" y="0"/>
                  </a:lnTo>
                  <a:cubicBezTo>
                    <a:pt x="1957" y="0"/>
                    <a:pt x="0" y="1954"/>
                    <a:pt x="0" y="4361"/>
                  </a:cubicBezTo>
                  <a:lnTo>
                    <a:pt x="0" y="22058"/>
                  </a:lnTo>
                  <a:cubicBezTo>
                    <a:pt x="0" y="24465"/>
                    <a:pt x="1957" y="26419"/>
                    <a:pt x="4360" y="26419"/>
                  </a:cubicBezTo>
                  <a:lnTo>
                    <a:pt x="27619" y="26419"/>
                  </a:lnTo>
                  <a:cubicBezTo>
                    <a:pt x="30029" y="26419"/>
                    <a:pt x="31979" y="24465"/>
                    <a:pt x="31979" y="22058"/>
                  </a:cubicBezTo>
                  <a:lnTo>
                    <a:pt x="31979" y="4361"/>
                  </a:lnTo>
                  <a:cubicBezTo>
                    <a:pt x="31979" y="1954"/>
                    <a:pt x="30029" y="0"/>
                    <a:pt x="27619" y="0"/>
                  </a:cubicBezTo>
                  <a:close/>
                  <a:moveTo>
                    <a:pt x="23259" y="17704"/>
                  </a:moveTo>
                  <a:lnTo>
                    <a:pt x="8727" y="17704"/>
                  </a:lnTo>
                  <a:lnTo>
                    <a:pt x="8727" y="8715"/>
                  </a:lnTo>
                  <a:lnTo>
                    <a:pt x="23259" y="8715"/>
                  </a:lnTo>
                  <a:lnTo>
                    <a:pt x="23259" y="17704"/>
                  </a:lnTo>
                  <a:close/>
                </a:path>
              </a:pathLst>
            </a:custGeom>
            <a:solidFill>
              <a:srgbClr val="000000"/>
            </a:solidFill>
            <a:ln w="7188" cap="flat">
              <a:noFill/>
              <a:prstDash val="solid"/>
              <a:miter/>
            </a:ln>
          </p:spPr>
          <p:txBody>
            <a:bodyPr rtlCol="0" anchor="ctr"/>
            <a:lstStyle/>
            <a:p>
              <a:endParaRPr lang="fr-FR" noProof="0" dirty="0"/>
            </a:p>
          </p:txBody>
        </p:sp>
        <p:sp>
          <p:nvSpPr>
            <p:cNvPr id="128" name="Freeform 14">
              <a:extLst>
                <a:ext uri="{FF2B5EF4-FFF2-40B4-BE49-F238E27FC236}">
                  <a16:creationId xmlns:a16="http://schemas.microsoft.com/office/drawing/2014/main" id="{60F2E2B0-CBDD-6415-9D6E-2836E47C2369}"/>
                </a:ext>
              </a:extLst>
            </p:cNvPr>
            <p:cNvSpPr/>
            <p:nvPr/>
          </p:nvSpPr>
          <p:spPr>
            <a:xfrm>
              <a:off x="1824974" y="4212144"/>
              <a:ext cx="31978" cy="26411"/>
            </a:xfrm>
            <a:custGeom>
              <a:avLst/>
              <a:gdLst>
                <a:gd name="connsiteX0" fmla="*/ 27619 w 31978"/>
                <a:gd name="connsiteY0" fmla="*/ 0 h 26411"/>
                <a:gd name="connsiteX1" fmla="*/ 4360 w 31978"/>
                <a:gd name="connsiteY1" fmla="*/ 0 h 26411"/>
                <a:gd name="connsiteX2" fmla="*/ 0 w 31978"/>
                <a:gd name="connsiteY2" fmla="*/ 4354 h 26411"/>
                <a:gd name="connsiteX3" fmla="*/ 0 w 31978"/>
                <a:gd name="connsiteY3" fmla="*/ 22058 h 26411"/>
                <a:gd name="connsiteX4" fmla="*/ 4360 w 31978"/>
                <a:gd name="connsiteY4" fmla="*/ 26412 h 26411"/>
                <a:gd name="connsiteX5" fmla="*/ 27619 w 31978"/>
                <a:gd name="connsiteY5" fmla="*/ 26412 h 26411"/>
                <a:gd name="connsiteX6" fmla="*/ 31979 w 31978"/>
                <a:gd name="connsiteY6" fmla="*/ 22058 h 26411"/>
                <a:gd name="connsiteX7" fmla="*/ 31979 w 31978"/>
                <a:gd name="connsiteY7" fmla="*/ 4354 h 26411"/>
                <a:gd name="connsiteX8" fmla="*/ 27619 w 31978"/>
                <a:gd name="connsiteY8" fmla="*/ 0 h 26411"/>
                <a:gd name="connsiteX9" fmla="*/ 23259 w 31978"/>
                <a:gd name="connsiteY9" fmla="*/ 17697 h 26411"/>
                <a:gd name="connsiteX10" fmla="*/ 8727 w 31978"/>
                <a:gd name="connsiteY10" fmla="*/ 17697 h 26411"/>
                <a:gd name="connsiteX11" fmla="*/ 8727 w 31978"/>
                <a:gd name="connsiteY11" fmla="*/ 8715 h 26411"/>
                <a:gd name="connsiteX12" fmla="*/ 23259 w 31978"/>
                <a:gd name="connsiteY12" fmla="*/ 8715 h 26411"/>
                <a:gd name="connsiteX13" fmla="*/ 23259 w 31978"/>
                <a:gd name="connsiteY13" fmla="*/ 17697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9" y="0"/>
                  </a:moveTo>
                  <a:lnTo>
                    <a:pt x="4360" y="0"/>
                  </a:lnTo>
                  <a:cubicBezTo>
                    <a:pt x="1957" y="0"/>
                    <a:pt x="0" y="1947"/>
                    <a:pt x="0" y="4354"/>
                  </a:cubicBezTo>
                  <a:lnTo>
                    <a:pt x="0" y="22058"/>
                  </a:lnTo>
                  <a:cubicBezTo>
                    <a:pt x="0" y="24465"/>
                    <a:pt x="1957" y="26412"/>
                    <a:pt x="4360" y="26412"/>
                  </a:cubicBezTo>
                  <a:lnTo>
                    <a:pt x="27619" y="26412"/>
                  </a:lnTo>
                  <a:cubicBezTo>
                    <a:pt x="30029" y="26412"/>
                    <a:pt x="31979" y="24465"/>
                    <a:pt x="31979" y="22058"/>
                  </a:cubicBezTo>
                  <a:lnTo>
                    <a:pt x="31979" y="4354"/>
                  </a:lnTo>
                  <a:cubicBezTo>
                    <a:pt x="31979" y="1947"/>
                    <a:pt x="30029" y="0"/>
                    <a:pt x="27619" y="0"/>
                  </a:cubicBezTo>
                  <a:close/>
                  <a:moveTo>
                    <a:pt x="23259" y="17697"/>
                  </a:moveTo>
                  <a:lnTo>
                    <a:pt x="8727" y="17697"/>
                  </a:lnTo>
                  <a:lnTo>
                    <a:pt x="8727" y="8715"/>
                  </a:lnTo>
                  <a:lnTo>
                    <a:pt x="23259" y="8715"/>
                  </a:lnTo>
                  <a:lnTo>
                    <a:pt x="23259" y="17697"/>
                  </a:lnTo>
                  <a:close/>
                </a:path>
              </a:pathLst>
            </a:custGeom>
            <a:solidFill>
              <a:srgbClr val="000000"/>
            </a:solidFill>
            <a:ln w="7188" cap="flat">
              <a:noFill/>
              <a:prstDash val="solid"/>
              <a:miter/>
            </a:ln>
          </p:spPr>
          <p:txBody>
            <a:bodyPr rtlCol="0" anchor="ctr"/>
            <a:lstStyle/>
            <a:p>
              <a:endParaRPr lang="fr-FR" noProof="0" dirty="0"/>
            </a:p>
          </p:txBody>
        </p:sp>
        <p:sp>
          <p:nvSpPr>
            <p:cNvPr id="129" name="Freeform 15">
              <a:extLst>
                <a:ext uri="{FF2B5EF4-FFF2-40B4-BE49-F238E27FC236}">
                  <a16:creationId xmlns:a16="http://schemas.microsoft.com/office/drawing/2014/main" id="{4A7768C4-9E86-E371-B0B4-F87345BA8255}"/>
                </a:ext>
              </a:extLst>
            </p:cNvPr>
            <p:cNvSpPr/>
            <p:nvPr/>
          </p:nvSpPr>
          <p:spPr>
            <a:xfrm>
              <a:off x="1824974" y="4264192"/>
              <a:ext cx="31978" cy="26404"/>
            </a:xfrm>
            <a:custGeom>
              <a:avLst/>
              <a:gdLst>
                <a:gd name="connsiteX0" fmla="*/ 27619 w 31978"/>
                <a:gd name="connsiteY0" fmla="*/ 0 h 26404"/>
                <a:gd name="connsiteX1" fmla="*/ 4360 w 31978"/>
                <a:gd name="connsiteY1" fmla="*/ 0 h 26404"/>
                <a:gd name="connsiteX2" fmla="*/ 0 w 31978"/>
                <a:gd name="connsiteY2" fmla="*/ 4354 h 26404"/>
                <a:gd name="connsiteX3" fmla="*/ 0 w 31978"/>
                <a:gd name="connsiteY3" fmla="*/ 22051 h 26404"/>
                <a:gd name="connsiteX4" fmla="*/ 4360 w 31978"/>
                <a:gd name="connsiteY4" fmla="*/ 26405 h 26404"/>
                <a:gd name="connsiteX5" fmla="*/ 27619 w 31978"/>
                <a:gd name="connsiteY5" fmla="*/ 26405 h 26404"/>
                <a:gd name="connsiteX6" fmla="*/ 31979 w 31978"/>
                <a:gd name="connsiteY6" fmla="*/ 22051 h 26404"/>
                <a:gd name="connsiteX7" fmla="*/ 31979 w 31978"/>
                <a:gd name="connsiteY7" fmla="*/ 4354 h 26404"/>
                <a:gd name="connsiteX8" fmla="*/ 27619 w 31978"/>
                <a:gd name="connsiteY8" fmla="*/ 0 h 26404"/>
                <a:gd name="connsiteX9" fmla="*/ 23259 w 31978"/>
                <a:gd name="connsiteY9" fmla="*/ 17697 h 26404"/>
                <a:gd name="connsiteX10" fmla="*/ 8727 w 31978"/>
                <a:gd name="connsiteY10" fmla="*/ 17697 h 26404"/>
                <a:gd name="connsiteX11" fmla="*/ 8727 w 31978"/>
                <a:gd name="connsiteY11" fmla="*/ 8715 h 26404"/>
                <a:gd name="connsiteX12" fmla="*/ 23259 w 31978"/>
                <a:gd name="connsiteY12" fmla="*/ 8715 h 26404"/>
                <a:gd name="connsiteX13" fmla="*/ 23259 w 31978"/>
                <a:gd name="connsiteY13" fmla="*/ 17697 h 2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04">
                  <a:moveTo>
                    <a:pt x="27619" y="0"/>
                  </a:moveTo>
                  <a:lnTo>
                    <a:pt x="4360" y="0"/>
                  </a:lnTo>
                  <a:cubicBezTo>
                    <a:pt x="1957" y="0"/>
                    <a:pt x="0" y="1947"/>
                    <a:pt x="0" y="4354"/>
                  </a:cubicBezTo>
                  <a:lnTo>
                    <a:pt x="0" y="22051"/>
                  </a:lnTo>
                  <a:cubicBezTo>
                    <a:pt x="0" y="24458"/>
                    <a:pt x="1957" y="26405"/>
                    <a:pt x="4360" y="26405"/>
                  </a:cubicBezTo>
                  <a:lnTo>
                    <a:pt x="27619" y="26405"/>
                  </a:lnTo>
                  <a:cubicBezTo>
                    <a:pt x="30029" y="26405"/>
                    <a:pt x="31979" y="24458"/>
                    <a:pt x="31979" y="22051"/>
                  </a:cubicBezTo>
                  <a:lnTo>
                    <a:pt x="31979" y="4354"/>
                  </a:lnTo>
                  <a:cubicBezTo>
                    <a:pt x="31979" y="1947"/>
                    <a:pt x="30029" y="0"/>
                    <a:pt x="27619" y="0"/>
                  </a:cubicBezTo>
                  <a:close/>
                  <a:moveTo>
                    <a:pt x="23259" y="17697"/>
                  </a:moveTo>
                  <a:lnTo>
                    <a:pt x="8727" y="17697"/>
                  </a:lnTo>
                  <a:lnTo>
                    <a:pt x="8727" y="8715"/>
                  </a:lnTo>
                  <a:lnTo>
                    <a:pt x="23259" y="8715"/>
                  </a:lnTo>
                  <a:lnTo>
                    <a:pt x="23259" y="17697"/>
                  </a:lnTo>
                  <a:close/>
                </a:path>
              </a:pathLst>
            </a:custGeom>
            <a:solidFill>
              <a:srgbClr val="000000"/>
            </a:solidFill>
            <a:ln w="7188" cap="flat">
              <a:noFill/>
              <a:prstDash val="solid"/>
              <a:miter/>
            </a:ln>
          </p:spPr>
          <p:txBody>
            <a:bodyPr rtlCol="0" anchor="ctr"/>
            <a:lstStyle/>
            <a:p>
              <a:endParaRPr lang="fr-FR" noProof="0" dirty="0"/>
            </a:p>
          </p:txBody>
        </p:sp>
        <p:sp>
          <p:nvSpPr>
            <p:cNvPr id="139" name="Freeform 16">
              <a:extLst>
                <a:ext uri="{FF2B5EF4-FFF2-40B4-BE49-F238E27FC236}">
                  <a16:creationId xmlns:a16="http://schemas.microsoft.com/office/drawing/2014/main" id="{2F66B47A-5CEB-5B55-7EAC-D0BC95EA790C}"/>
                </a:ext>
              </a:extLst>
            </p:cNvPr>
            <p:cNvSpPr/>
            <p:nvPr/>
          </p:nvSpPr>
          <p:spPr>
            <a:xfrm>
              <a:off x="1824974" y="4316233"/>
              <a:ext cx="31978" cy="26411"/>
            </a:xfrm>
            <a:custGeom>
              <a:avLst/>
              <a:gdLst>
                <a:gd name="connsiteX0" fmla="*/ 27619 w 31978"/>
                <a:gd name="connsiteY0" fmla="*/ 0 h 26411"/>
                <a:gd name="connsiteX1" fmla="*/ 4360 w 31978"/>
                <a:gd name="connsiteY1" fmla="*/ 0 h 26411"/>
                <a:gd name="connsiteX2" fmla="*/ 0 w 31978"/>
                <a:gd name="connsiteY2" fmla="*/ 4354 h 26411"/>
                <a:gd name="connsiteX3" fmla="*/ 0 w 31978"/>
                <a:gd name="connsiteY3" fmla="*/ 22058 h 26411"/>
                <a:gd name="connsiteX4" fmla="*/ 4360 w 31978"/>
                <a:gd name="connsiteY4" fmla="*/ 26412 h 26411"/>
                <a:gd name="connsiteX5" fmla="*/ 27619 w 31978"/>
                <a:gd name="connsiteY5" fmla="*/ 26412 h 26411"/>
                <a:gd name="connsiteX6" fmla="*/ 31979 w 31978"/>
                <a:gd name="connsiteY6" fmla="*/ 22058 h 26411"/>
                <a:gd name="connsiteX7" fmla="*/ 31979 w 31978"/>
                <a:gd name="connsiteY7" fmla="*/ 4354 h 26411"/>
                <a:gd name="connsiteX8" fmla="*/ 27619 w 31978"/>
                <a:gd name="connsiteY8" fmla="*/ 0 h 26411"/>
                <a:gd name="connsiteX9" fmla="*/ 23259 w 31978"/>
                <a:gd name="connsiteY9" fmla="*/ 17697 h 26411"/>
                <a:gd name="connsiteX10" fmla="*/ 8727 w 31978"/>
                <a:gd name="connsiteY10" fmla="*/ 17697 h 26411"/>
                <a:gd name="connsiteX11" fmla="*/ 8727 w 31978"/>
                <a:gd name="connsiteY11" fmla="*/ 8715 h 26411"/>
                <a:gd name="connsiteX12" fmla="*/ 23259 w 31978"/>
                <a:gd name="connsiteY12" fmla="*/ 8715 h 26411"/>
                <a:gd name="connsiteX13" fmla="*/ 23259 w 31978"/>
                <a:gd name="connsiteY13" fmla="*/ 17697 h 2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978" h="26411">
                  <a:moveTo>
                    <a:pt x="27619" y="0"/>
                  </a:moveTo>
                  <a:lnTo>
                    <a:pt x="4360" y="0"/>
                  </a:lnTo>
                  <a:cubicBezTo>
                    <a:pt x="1957" y="0"/>
                    <a:pt x="0" y="1954"/>
                    <a:pt x="0" y="4354"/>
                  </a:cubicBezTo>
                  <a:lnTo>
                    <a:pt x="0" y="22058"/>
                  </a:lnTo>
                  <a:cubicBezTo>
                    <a:pt x="0" y="24465"/>
                    <a:pt x="1957" y="26412"/>
                    <a:pt x="4360" y="26412"/>
                  </a:cubicBezTo>
                  <a:lnTo>
                    <a:pt x="27619" y="26412"/>
                  </a:lnTo>
                  <a:cubicBezTo>
                    <a:pt x="30029" y="26412"/>
                    <a:pt x="31979" y="24465"/>
                    <a:pt x="31979" y="22058"/>
                  </a:cubicBezTo>
                  <a:lnTo>
                    <a:pt x="31979" y="4354"/>
                  </a:lnTo>
                  <a:cubicBezTo>
                    <a:pt x="31979" y="1954"/>
                    <a:pt x="30029" y="0"/>
                    <a:pt x="27619" y="0"/>
                  </a:cubicBezTo>
                  <a:close/>
                  <a:moveTo>
                    <a:pt x="23259" y="17697"/>
                  </a:moveTo>
                  <a:lnTo>
                    <a:pt x="8727" y="17697"/>
                  </a:lnTo>
                  <a:lnTo>
                    <a:pt x="8727" y="8715"/>
                  </a:lnTo>
                  <a:lnTo>
                    <a:pt x="23259" y="8715"/>
                  </a:lnTo>
                  <a:lnTo>
                    <a:pt x="23259" y="17697"/>
                  </a:lnTo>
                  <a:close/>
                </a:path>
              </a:pathLst>
            </a:custGeom>
            <a:solidFill>
              <a:srgbClr val="000000"/>
            </a:solidFill>
            <a:ln w="7188" cap="flat">
              <a:noFill/>
              <a:prstDash val="solid"/>
              <a:miter/>
            </a:ln>
          </p:spPr>
          <p:txBody>
            <a:bodyPr rtlCol="0" anchor="ctr"/>
            <a:lstStyle/>
            <a:p>
              <a:endParaRPr lang="fr-FR" noProof="0" dirty="0"/>
            </a:p>
          </p:txBody>
        </p:sp>
        <p:sp>
          <p:nvSpPr>
            <p:cNvPr id="154" name="Freeform 17">
              <a:extLst>
                <a:ext uri="{FF2B5EF4-FFF2-40B4-BE49-F238E27FC236}">
                  <a16:creationId xmlns:a16="http://schemas.microsoft.com/office/drawing/2014/main" id="{901C6731-44CB-B13B-3109-FAC471AC4069}"/>
                </a:ext>
              </a:extLst>
            </p:cNvPr>
            <p:cNvSpPr/>
            <p:nvPr/>
          </p:nvSpPr>
          <p:spPr>
            <a:xfrm>
              <a:off x="1645649" y="4223518"/>
              <a:ext cx="28813" cy="28775"/>
            </a:xfrm>
            <a:custGeom>
              <a:avLst/>
              <a:gdLst>
                <a:gd name="connsiteX0" fmla="*/ 24453 w 28813"/>
                <a:gd name="connsiteY0" fmla="*/ 0 h 28775"/>
                <a:gd name="connsiteX1" fmla="*/ 4360 w 28813"/>
                <a:gd name="connsiteY1" fmla="*/ 0 h 28775"/>
                <a:gd name="connsiteX2" fmla="*/ 0 w 28813"/>
                <a:gd name="connsiteY2" fmla="*/ 4354 h 28775"/>
                <a:gd name="connsiteX3" fmla="*/ 0 w 28813"/>
                <a:gd name="connsiteY3" fmla="*/ 24415 h 28775"/>
                <a:gd name="connsiteX4" fmla="*/ 4360 w 28813"/>
                <a:gd name="connsiteY4" fmla="*/ 28776 h 28775"/>
                <a:gd name="connsiteX5" fmla="*/ 24453 w 28813"/>
                <a:gd name="connsiteY5" fmla="*/ 28776 h 28775"/>
                <a:gd name="connsiteX6" fmla="*/ 28813 w 28813"/>
                <a:gd name="connsiteY6" fmla="*/ 24415 h 28775"/>
                <a:gd name="connsiteX7" fmla="*/ 28813 w 28813"/>
                <a:gd name="connsiteY7" fmla="*/ 4354 h 28775"/>
                <a:gd name="connsiteX8" fmla="*/ 24453 w 28813"/>
                <a:gd name="connsiteY8" fmla="*/ 0 h 28775"/>
                <a:gd name="connsiteX9" fmla="*/ 20086 w 28813"/>
                <a:gd name="connsiteY9" fmla="*/ 20061 h 28775"/>
                <a:gd name="connsiteX10" fmla="*/ 8727 w 28813"/>
                <a:gd name="connsiteY10" fmla="*/ 20061 h 28775"/>
                <a:gd name="connsiteX11" fmla="*/ 8727 w 28813"/>
                <a:gd name="connsiteY11" fmla="*/ 8708 h 28775"/>
                <a:gd name="connsiteX12" fmla="*/ 20086 w 28813"/>
                <a:gd name="connsiteY12" fmla="*/ 8708 h 28775"/>
                <a:gd name="connsiteX13" fmla="*/ 20086 w 28813"/>
                <a:gd name="connsiteY13" fmla="*/ 20061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24453" y="0"/>
                  </a:moveTo>
                  <a:lnTo>
                    <a:pt x="4360" y="0"/>
                  </a:lnTo>
                  <a:cubicBezTo>
                    <a:pt x="1957" y="0"/>
                    <a:pt x="0" y="1947"/>
                    <a:pt x="0" y="4354"/>
                  </a:cubicBezTo>
                  <a:lnTo>
                    <a:pt x="0" y="24415"/>
                  </a:lnTo>
                  <a:cubicBezTo>
                    <a:pt x="0" y="26822"/>
                    <a:pt x="1957" y="28776"/>
                    <a:pt x="4360" y="28776"/>
                  </a:cubicBezTo>
                  <a:lnTo>
                    <a:pt x="24453" y="28776"/>
                  </a:lnTo>
                  <a:cubicBezTo>
                    <a:pt x="26856" y="28776"/>
                    <a:pt x="28813" y="26822"/>
                    <a:pt x="28813" y="24415"/>
                  </a:cubicBezTo>
                  <a:lnTo>
                    <a:pt x="28813" y="4354"/>
                  </a:lnTo>
                  <a:cubicBezTo>
                    <a:pt x="28813" y="1947"/>
                    <a:pt x="26856" y="0"/>
                    <a:pt x="24453" y="0"/>
                  </a:cubicBezTo>
                  <a:close/>
                  <a:moveTo>
                    <a:pt x="20086" y="20061"/>
                  </a:moveTo>
                  <a:lnTo>
                    <a:pt x="8727" y="20061"/>
                  </a:lnTo>
                  <a:lnTo>
                    <a:pt x="8727" y="8708"/>
                  </a:lnTo>
                  <a:lnTo>
                    <a:pt x="20086" y="8708"/>
                  </a:lnTo>
                  <a:lnTo>
                    <a:pt x="20086" y="20061"/>
                  </a:lnTo>
                  <a:close/>
                </a:path>
              </a:pathLst>
            </a:custGeom>
            <a:solidFill>
              <a:srgbClr val="000000"/>
            </a:solidFill>
            <a:ln w="7188" cap="flat">
              <a:noFill/>
              <a:prstDash val="solid"/>
              <a:miter/>
            </a:ln>
          </p:spPr>
          <p:txBody>
            <a:bodyPr rtlCol="0" anchor="ctr"/>
            <a:lstStyle/>
            <a:p>
              <a:endParaRPr lang="fr-FR" noProof="0" dirty="0"/>
            </a:p>
          </p:txBody>
        </p:sp>
        <p:sp>
          <p:nvSpPr>
            <p:cNvPr id="160" name="Freeform 18">
              <a:extLst>
                <a:ext uri="{FF2B5EF4-FFF2-40B4-BE49-F238E27FC236}">
                  <a16:creationId xmlns:a16="http://schemas.microsoft.com/office/drawing/2014/main" id="{C571FD2A-0687-8554-676D-BB2FB0B5DBE7}"/>
                </a:ext>
              </a:extLst>
            </p:cNvPr>
            <p:cNvSpPr/>
            <p:nvPr/>
          </p:nvSpPr>
          <p:spPr>
            <a:xfrm>
              <a:off x="1689995" y="4223518"/>
              <a:ext cx="28813" cy="28775"/>
            </a:xfrm>
            <a:custGeom>
              <a:avLst/>
              <a:gdLst>
                <a:gd name="connsiteX0" fmla="*/ 4360 w 28813"/>
                <a:gd name="connsiteY0" fmla="*/ 28776 h 28775"/>
                <a:gd name="connsiteX1" fmla="*/ 24453 w 28813"/>
                <a:gd name="connsiteY1" fmla="*/ 28776 h 28775"/>
                <a:gd name="connsiteX2" fmla="*/ 28813 w 28813"/>
                <a:gd name="connsiteY2" fmla="*/ 24415 h 28775"/>
                <a:gd name="connsiteX3" fmla="*/ 28813 w 28813"/>
                <a:gd name="connsiteY3" fmla="*/ 4354 h 28775"/>
                <a:gd name="connsiteX4" fmla="*/ 24453 w 28813"/>
                <a:gd name="connsiteY4" fmla="*/ 0 h 28775"/>
                <a:gd name="connsiteX5" fmla="*/ 4360 w 28813"/>
                <a:gd name="connsiteY5" fmla="*/ 0 h 28775"/>
                <a:gd name="connsiteX6" fmla="*/ 0 w 28813"/>
                <a:gd name="connsiteY6" fmla="*/ 4354 h 28775"/>
                <a:gd name="connsiteX7" fmla="*/ 0 w 28813"/>
                <a:gd name="connsiteY7" fmla="*/ 24415 h 28775"/>
                <a:gd name="connsiteX8" fmla="*/ 4360 w 28813"/>
                <a:gd name="connsiteY8" fmla="*/ 28776 h 28775"/>
                <a:gd name="connsiteX9" fmla="*/ 8727 w 28813"/>
                <a:gd name="connsiteY9" fmla="*/ 8708 h 28775"/>
                <a:gd name="connsiteX10" fmla="*/ 20086 w 28813"/>
                <a:gd name="connsiteY10" fmla="*/ 8708 h 28775"/>
                <a:gd name="connsiteX11" fmla="*/ 20086 w 28813"/>
                <a:gd name="connsiteY11" fmla="*/ 20061 h 28775"/>
                <a:gd name="connsiteX12" fmla="*/ 8727 w 28813"/>
                <a:gd name="connsiteY12" fmla="*/ 20061 h 28775"/>
                <a:gd name="connsiteX13" fmla="*/ 8727 w 28813"/>
                <a:gd name="connsiteY13" fmla="*/ 8708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0" y="28776"/>
                  </a:moveTo>
                  <a:lnTo>
                    <a:pt x="24453" y="28776"/>
                  </a:lnTo>
                  <a:cubicBezTo>
                    <a:pt x="26863" y="28776"/>
                    <a:pt x="28813" y="26822"/>
                    <a:pt x="28813" y="24415"/>
                  </a:cubicBezTo>
                  <a:lnTo>
                    <a:pt x="28813" y="4354"/>
                  </a:lnTo>
                  <a:cubicBezTo>
                    <a:pt x="28813" y="1947"/>
                    <a:pt x="26863" y="0"/>
                    <a:pt x="24453" y="0"/>
                  </a:cubicBezTo>
                  <a:lnTo>
                    <a:pt x="4360" y="0"/>
                  </a:lnTo>
                  <a:cubicBezTo>
                    <a:pt x="1957" y="0"/>
                    <a:pt x="0" y="1947"/>
                    <a:pt x="0" y="4354"/>
                  </a:cubicBezTo>
                  <a:lnTo>
                    <a:pt x="0" y="24415"/>
                  </a:lnTo>
                  <a:cubicBezTo>
                    <a:pt x="0" y="26822"/>
                    <a:pt x="1957" y="28776"/>
                    <a:pt x="4360" y="28776"/>
                  </a:cubicBezTo>
                  <a:close/>
                  <a:moveTo>
                    <a:pt x="8727" y="8708"/>
                  </a:moveTo>
                  <a:lnTo>
                    <a:pt x="20086" y="8708"/>
                  </a:lnTo>
                  <a:lnTo>
                    <a:pt x="20086" y="20061"/>
                  </a:lnTo>
                  <a:lnTo>
                    <a:pt x="8727" y="20061"/>
                  </a:lnTo>
                  <a:lnTo>
                    <a:pt x="8727" y="8708"/>
                  </a:lnTo>
                  <a:close/>
                </a:path>
              </a:pathLst>
            </a:custGeom>
            <a:solidFill>
              <a:srgbClr val="000000"/>
            </a:solidFill>
            <a:ln w="7188" cap="flat">
              <a:noFill/>
              <a:prstDash val="solid"/>
              <a:miter/>
            </a:ln>
          </p:spPr>
          <p:txBody>
            <a:bodyPr rtlCol="0" anchor="ctr"/>
            <a:lstStyle/>
            <a:p>
              <a:endParaRPr lang="fr-FR" noProof="0" dirty="0"/>
            </a:p>
          </p:txBody>
        </p:sp>
        <p:sp>
          <p:nvSpPr>
            <p:cNvPr id="161" name="Freeform 19">
              <a:extLst>
                <a:ext uri="{FF2B5EF4-FFF2-40B4-BE49-F238E27FC236}">
                  <a16:creationId xmlns:a16="http://schemas.microsoft.com/office/drawing/2014/main" id="{438F8008-7393-E538-E4ED-8CF248EC58B5}"/>
                </a:ext>
              </a:extLst>
            </p:cNvPr>
            <p:cNvSpPr/>
            <p:nvPr/>
          </p:nvSpPr>
          <p:spPr>
            <a:xfrm>
              <a:off x="1734340" y="4223518"/>
              <a:ext cx="28813" cy="28775"/>
            </a:xfrm>
            <a:custGeom>
              <a:avLst/>
              <a:gdLst>
                <a:gd name="connsiteX0" fmla="*/ 4367 w 28813"/>
                <a:gd name="connsiteY0" fmla="*/ 28776 h 28775"/>
                <a:gd name="connsiteX1" fmla="*/ 24453 w 28813"/>
                <a:gd name="connsiteY1" fmla="*/ 28776 h 28775"/>
                <a:gd name="connsiteX2" fmla="*/ 28813 w 28813"/>
                <a:gd name="connsiteY2" fmla="*/ 24415 h 28775"/>
                <a:gd name="connsiteX3" fmla="*/ 28813 w 28813"/>
                <a:gd name="connsiteY3" fmla="*/ 4354 h 28775"/>
                <a:gd name="connsiteX4" fmla="*/ 24453 w 28813"/>
                <a:gd name="connsiteY4" fmla="*/ 0 h 28775"/>
                <a:gd name="connsiteX5" fmla="*/ 4367 w 28813"/>
                <a:gd name="connsiteY5" fmla="*/ 0 h 28775"/>
                <a:gd name="connsiteX6" fmla="*/ 0 w 28813"/>
                <a:gd name="connsiteY6" fmla="*/ 4354 h 28775"/>
                <a:gd name="connsiteX7" fmla="*/ 0 w 28813"/>
                <a:gd name="connsiteY7" fmla="*/ 24415 h 28775"/>
                <a:gd name="connsiteX8" fmla="*/ 4367 w 28813"/>
                <a:gd name="connsiteY8" fmla="*/ 28776 h 28775"/>
                <a:gd name="connsiteX9" fmla="*/ 8727 w 28813"/>
                <a:gd name="connsiteY9" fmla="*/ 8708 h 28775"/>
                <a:gd name="connsiteX10" fmla="*/ 20086 w 28813"/>
                <a:gd name="connsiteY10" fmla="*/ 8708 h 28775"/>
                <a:gd name="connsiteX11" fmla="*/ 20086 w 28813"/>
                <a:gd name="connsiteY11" fmla="*/ 20061 h 28775"/>
                <a:gd name="connsiteX12" fmla="*/ 8727 w 28813"/>
                <a:gd name="connsiteY12" fmla="*/ 20061 h 28775"/>
                <a:gd name="connsiteX13" fmla="*/ 8727 w 28813"/>
                <a:gd name="connsiteY13" fmla="*/ 8708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7" y="28776"/>
                  </a:moveTo>
                  <a:lnTo>
                    <a:pt x="24453" y="28776"/>
                  </a:lnTo>
                  <a:cubicBezTo>
                    <a:pt x="26863" y="28776"/>
                    <a:pt x="28813" y="26822"/>
                    <a:pt x="28813" y="24415"/>
                  </a:cubicBezTo>
                  <a:lnTo>
                    <a:pt x="28813" y="4354"/>
                  </a:lnTo>
                  <a:cubicBezTo>
                    <a:pt x="28813" y="1947"/>
                    <a:pt x="26863" y="0"/>
                    <a:pt x="24453" y="0"/>
                  </a:cubicBezTo>
                  <a:lnTo>
                    <a:pt x="4367" y="0"/>
                  </a:lnTo>
                  <a:cubicBezTo>
                    <a:pt x="1957" y="0"/>
                    <a:pt x="0" y="1947"/>
                    <a:pt x="0" y="4354"/>
                  </a:cubicBezTo>
                  <a:lnTo>
                    <a:pt x="0" y="24415"/>
                  </a:lnTo>
                  <a:cubicBezTo>
                    <a:pt x="0" y="26822"/>
                    <a:pt x="1957" y="28776"/>
                    <a:pt x="4367" y="28776"/>
                  </a:cubicBezTo>
                  <a:close/>
                  <a:moveTo>
                    <a:pt x="8727" y="8708"/>
                  </a:moveTo>
                  <a:lnTo>
                    <a:pt x="20086" y="8708"/>
                  </a:lnTo>
                  <a:lnTo>
                    <a:pt x="20086" y="20061"/>
                  </a:lnTo>
                  <a:lnTo>
                    <a:pt x="8727" y="20061"/>
                  </a:lnTo>
                  <a:lnTo>
                    <a:pt x="8727" y="8708"/>
                  </a:lnTo>
                  <a:close/>
                </a:path>
              </a:pathLst>
            </a:custGeom>
            <a:solidFill>
              <a:srgbClr val="000000"/>
            </a:solidFill>
            <a:ln w="7188" cap="flat">
              <a:noFill/>
              <a:prstDash val="solid"/>
              <a:miter/>
            </a:ln>
          </p:spPr>
          <p:txBody>
            <a:bodyPr rtlCol="0" anchor="ctr"/>
            <a:lstStyle/>
            <a:p>
              <a:endParaRPr lang="fr-FR" noProof="0" dirty="0"/>
            </a:p>
          </p:txBody>
        </p:sp>
        <p:sp>
          <p:nvSpPr>
            <p:cNvPr id="162" name="Freeform 20">
              <a:extLst>
                <a:ext uri="{FF2B5EF4-FFF2-40B4-BE49-F238E27FC236}">
                  <a16:creationId xmlns:a16="http://schemas.microsoft.com/office/drawing/2014/main" id="{84886997-49DE-1D94-0B61-F91FF5FEB387}"/>
                </a:ext>
              </a:extLst>
            </p:cNvPr>
            <p:cNvSpPr/>
            <p:nvPr/>
          </p:nvSpPr>
          <p:spPr>
            <a:xfrm>
              <a:off x="1645649" y="4271226"/>
              <a:ext cx="28813" cy="28775"/>
            </a:xfrm>
            <a:custGeom>
              <a:avLst/>
              <a:gdLst>
                <a:gd name="connsiteX0" fmla="*/ 24453 w 28813"/>
                <a:gd name="connsiteY0" fmla="*/ 0 h 28775"/>
                <a:gd name="connsiteX1" fmla="*/ 4360 w 28813"/>
                <a:gd name="connsiteY1" fmla="*/ 0 h 28775"/>
                <a:gd name="connsiteX2" fmla="*/ 0 w 28813"/>
                <a:gd name="connsiteY2" fmla="*/ 4354 h 28775"/>
                <a:gd name="connsiteX3" fmla="*/ 0 w 28813"/>
                <a:gd name="connsiteY3" fmla="*/ 24422 h 28775"/>
                <a:gd name="connsiteX4" fmla="*/ 4360 w 28813"/>
                <a:gd name="connsiteY4" fmla="*/ 28776 h 28775"/>
                <a:gd name="connsiteX5" fmla="*/ 24453 w 28813"/>
                <a:gd name="connsiteY5" fmla="*/ 28776 h 28775"/>
                <a:gd name="connsiteX6" fmla="*/ 28813 w 28813"/>
                <a:gd name="connsiteY6" fmla="*/ 24422 h 28775"/>
                <a:gd name="connsiteX7" fmla="*/ 28813 w 28813"/>
                <a:gd name="connsiteY7" fmla="*/ 4354 h 28775"/>
                <a:gd name="connsiteX8" fmla="*/ 24453 w 28813"/>
                <a:gd name="connsiteY8" fmla="*/ 0 h 28775"/>
                <a:gd name="connsiteX9" fmla="*/ 20086 w 28813"/>
                <a:gd name="connsiteY9" fmla="*/ 20061 h 28775"/>
                <a:gd name="connsiteX10" fmla="*/ 8727 w 28813"/>
                <a:gd name="connsiteY10" fmla="*/ 20061 h 28775"/>
                <a:gd name="connsiteX11" fmla="*/ 8727 w 28813"/>
                <a:gd name="connsiteY11" fmla="*/ 8715 h 28775"/>
                <a:gd name="connsiteX12" fmla="*/ 20086 w 28813"/>
                <a:gd name="connsiteY12" fmla="*/ 8715 h 28775"/>
                <a:gd name="connsiteX13" fmla="*/ 20086 w 28813"/>
                <a:gd name="connsiteY13" fmla="*/ 20061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24453" y="0"/>
                  </a:moveTo>
                  <a:lnTo>
                    <a:pt x="4360" y="0"/>
                  </a:lnTo>
                  <a:cubicBezTo>
                    <a:pt x="1957" y="0"/>
                    <a:pt x="0" y="1947"/>
                    <a:pt x="0" y="4354"/>
                  </a:cubicBezTo>
                  <a:lnTo>
                    <a:pt x="0" y="24422"/>
                  </a:lnTo>
                  <a:cubicBezTo>
                    <a:pt x="0" y="26829"/>
                    <a:pt x="1957" y="28776"/>
                    <a:pt x="4360" y="28776"/>
                  </a:cubicBezTo>
                  <a:lnTo>
                    <a:pt x="24453" y="28776"/>
                  </a:lnTo>
                  <a:cubicBezTo>
                    <a:pt x="26856" y="28776"/>
                    <a:pt x="28813" y="26829"/>
                    <a:pt x="28813" y="24422"/>
                  </a:cubicBezTo>
                  <a:lnTo>
                    <a:pt x="28813" y="4354"/>
                  </a:lnTo>
                  <a:cubicBezTo>
                    <a:pt x="28813" y="1947"/>
                    <a:pt x="26856" y="0"/>
                    <a:pt x="24453" y="0"/>
                  </a:cubicBezTo>
                  <a:close/>
                  <a:moveTo>
                    <a:pt x="20086" y="20061"/>
                  </a:moveTo>
                  <a:lnTo>
                    <a:pt x="8727" y="20061"/>
                  </a:lnTo>
                  <a:lnTo>
                    <a:pt x="8727" y="8715"/>
                  </a:lnTo>
                  <a:lnTo>
                    <a:pt x="20086" y="8715"/>
                  </a:lnTo>
                  <a:lnTo>
                    <a:pt x="20086" y="20061"/>
                  </a:lnTo>
                  <a:close/>
                </a:path>
              </a:pathLst>
            </a:custGeom>
            <a:solidFill>
              <a:srgbClr val="000000"/>
            </a:solidFill>
            <a:ln w="7188" cap="flat">
              <a:noFill/>
              <a:prstDash val="solid"/>
              <a:miter/>
            </a:ln>
          </p:spPr>
          <p:txBody>
            <a:bodyPr rtlCol="0" anchor="ctr"/>
            <a:lstStyle/>
            <a:p>
              <a:endParaRPr lang="fr-FR" noProof="0" dirty="0"/>
            </a:p>
          </p:txBody>
        </p:sp>
        <p:sp>
          <p:nvSpPr>
            <p:cNvPr id="163" name="Freeform 21">
              <a:extLst>
                <a:ext uri="{FF2B5EF4-FFF2-40B4-BE49-F238E27FC236}">
                  <a16:creationId xmlns:a16="http://schemas.microsoft.com/office/drawing/2014/main" id="{400F153E-5EBF-B00C-92DA-0AF2DAACF901}"/>
                </a:ext>
              </a:extLst>
            </p:cNvPr>
            <p:cNvSpPr/>
            <p:nvPr/>
          </p:nvSpPr>
          <p:spPr>
            <a:xfrm>
              <a:off x="1689995" y="4271226"/>
              <a:ext cx="28813" cy="28775"/>
            </a:xfrm>
            <a:custGeom>
              <a:avLst/>
              <a:gdLst>
                <a:gd name="connsiteX0" fmla="*/ 4360 w 28813"/>
                <a:gd name="connsiteY0" fmla="*/ 28776 h 28775"/>
                <a:gd name="connsiteX1" fmla="*/ 24453 w 28813"/>
                <a:gd name="connsiteY1" fmla="*/ 28776 h 28775"/>
                <a:gd name="connsiteX2" fmla="*/ 28813 w 28813"/>
                <a:gd name="connsiteY2" fmla="*/ 24422 h 28775"/>
                <a:gd name="connsiteX3" fmla="*/ 28813 w 28813"/>
                <a:gd name="connsiteY3" fmla="*/ 4354 h 28775"/>
                <a:gd name="connsiteX4" fmla="*/ 24453 w 28813"/>
                <a:gd name="connsiteY4" fmla="*/ 0 h 28775"/>
                <a:gd name="connsiteX5" fmla="*/ 4360 w 28813"/>
                <a:gd name="connsiteY5" fmla="*/ 0 h 28775"/>
                <a:gd name="connsiteX6" fmla="*/ 0 w 28813"/>
                <a:gd name="connsiteY6" fmla="*/ 4354 h 28775"/>
                <a:gd name="connsiteX7" fmla="*/ 0 w 28813"/>
                <a:gd name="connsiteY7" fmla="*/ 24422 h 28775"/>
                <a:gd name="connsiteX8" fmla="*/ 4360 w 28813"/>
                <a:gd name="connsiteY8" fmla="*/ 28776 h 28775"/>
                <a:gd name="connsiteX9" fmla="*/ 8727 w 28813"/>
                <a:gd name="connsiteY9" fmla="*/ 8715 h 28775"/>
                <a:gd name="connsiteX10" fmla="*/ 20086 w 28813"/>
                <a:gd name="connsiteY10" fmla="*/ 8715 h 28775"/>
                <a:gd name="connsiteX11" fmla="*/ 20086 w 28813"/>
                <a:gd name="connsiteY11" fmla="*/ 20061 h 28775"/>
                <a:gd name="connsiteX12" fmla="*/ 8727 w 28813"/>
                <a:gd name="connsiteY12" fmla="*/ 20061 h 28775"/>
                <a:gd name="connsiteX13" fmla="*/ 8727 w 28813"/>
                <a:gd name="connsiteY13" fmla="*/ 8715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0" y="28776"/>
                  </a:moveTo>
                  <a:lnTo>
                    <a:pt x="24453" y="28776"/>
                  </a:lnTo>
                  <a:cubicBezTo>
                    <a:pt x="26863" y="28776"/>
                    <a:pt x="28813" y="26829"/>
                    <a:pt x="28813" y="24422"/>
                  </a:cubicBezTo>
                  <a:lnTo>
                    <a:pt x="28813" y="4354"/>
                  </a:lnTo>
                  <a:cubicBezTo>
                    <a:pt x="28813" y="1947"/>
                    <a:pt x="26863" y="0"/>
                    <a:pt x="24453" y="0"/>
                  </a:cubicBezTo>
                  <a:lnTo>
                    <a:pt x="4360" y="0"/>
                  </a:lnTo>
                  <a:cubicBezTo>
                    <a:pt x="1957" y="0"/>
                    <a:pt x="0" y="1947"/>
                    <a:pt x="0" y="4354"/>
                  </a:cubicBezTo>
                  <a:lnTo>
                    <a:pt x="0" y="24422"/>
                  </a:lnTo>
                  <a:cubicBezTo>
                    <a:pt x="0" y="26829"/>
                    <a:pt x="1957" y="28776"/>
                    <a:pt x="4360" y="28776"/>
                  </a:cubicBezTo>
                  <a:close/>
                  <a:moveTo>
                    <a:pt x="8727" y="8715"/>
                  </a:moveTo>
                  <a:lnTo>
                    <a:pt x="20086" y="8715"/>
                  </a:lnTo>
                  <a:lnTo>
                    <a:pt x="20086" y="20061"/>
                  </a:lnTo>
                  <a:lnTo>
                    <a:pt x="8727" y="20061"/>
                  </a:lnTo>
                  <a:lnTo>
                    <a:pt x="8727" y="8715"/>
                  </a:lnTo>
                  <a:close/>
                </a:path>
              </a:pathLst>
            </a:custGeom>
            <a:solidFill>
              <a:srgbClr val="000000"/>
            </a:solidFill>
            <a:ln w="7188" cap="flat">
              <a:noFill/>
              <a:prstDash val="solid"/>
              <a:miter/>
            </a:ln>
          </p:spPr>
          <p:txBody>
            <a:bodyPr rtlCol="0" anchor="ctr"/>
            <a:lstStyle/>
            <a:p>
              <a:endParaRPr lang="fr-FR" noProof="0" dirty="0"/>
            </a:p>
          </p:txBody>
        </p:sp>
        <p:sp>
          <p:nvSpPr>
            <p:cNvPr id="164" name="Freeform 22">
              <a:extLst>
                <a:ext uri="{FF2B5EF4-FFF2-40B4-BE49-F238E27FC236}">
                  <a16:creationId xmlns:a16="http://schemas.microsoft.com/office/drawing/2014/main" id="{F0B2C0AF-F724-70AE-5B5B-52688B57305D}"/>
                </a:ext>
              </a:extLst>
            </p:cNvPr>
            <p:cNvSpPr/>
            <p:nvPr/>
          </p:nvSpPr>
          <p:spPr>
            <a:xfrm>
              <a:off x="1734340" y="4271226"/>
              <a:ext cx="28813" cy="28775"/>
            </a:xfrm>
            <a:custGeom>
              <a:avLst/>
              <a:gdLst>
                <a:gd name="connsiteX0" fmla="*/ 4367 w 28813"/>
                <a:gd name="connsiteY0" fmla="*/ 28776 h 28775"/>
                <a:gd name="connsiteX1" fmla="*/ 24453 w 28813"/>
                <a:gd name="connsiteY1" fmla="*/ 28776 h 28775"/>
                <a:gd name="connsiteX2" fmla="*/ 28813 w 28813"/>
                <a:gd name="connsiteY2" fmla="*/ 24422 h 28775"/>
                <a:gd name="connsiteX3" fmla="*/ 28813 w 28813"/>
                <a:gd name="connsiteY3" fmla="*/ 4354 h 28775"/>
                <a:gd name="connsiteX4" fmla="*/ 24453 w 28813"/>
                <a:gd name="connsiteY4" fmla="*/ 0 h 28775"/>
                <a:gd name="connsiteX5" fmla="*/ 4367 w 28813"/>
                <a:gd name="connsiteY5" fmla="*/ 0 h 28775"/>
                <a:gd name="connsiteX6" fmla="*/ 0 w 28813"/>
                <a:gd name="connsiteY6" fmla="*/ 4354 h 28775"/>
                <a:gd name="connsiteX7" fmla="*/ 0 w 28813"/>
                <a:gd name="connsiteY7" fmla="*/ 24422 h 28775"/>
                <a:gd name="connsiteX8" fmla="*/ 4367 w 28813"/>
                <a:gd name="connsiteY8" fmla="*/ 28776 h 28775"/>
                <a:gd name="connsiteX9" fmla="*/ 8727 w 28813"/>
                <a:gd name="connsiteY9" fmla="*/ 8715 h 28775"/>
                <a:gd name="connsiteX10" fmla="*/ 20086 w 28813"/>
                <a:gd name="connsiteY10" fmla="*/ 8715 h 28775"/>
                <a:gd name="connsiteX11" fmla="*/ 20086 w 28813"/>
                <a:gd name="connsiteY11" fmla="*/ 20061 h 28775"/>
                <a:gd name="connsiteX12" fmla="*/ 8727 w 28813"/>
                <a:gd name="connsiteY12" fmla="*/ 20061 h 28775"/>
                <a:gd name="connsiteX13" fmla="*/ 8727 w 28813"/>
                <a:gd name="connsiteY13" fmla="*/ 8715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7" y="28776"/>
                  </a:moveTo>
                  <a:lnTo>
                    <a:pt x="24453" y="28776"/>
                  </a:lnTo>
                  <a:cubicBezTo>
                    <a:pt x="26863" y="28776"/>
                    <a:pt x="28813" y="26829"/>
                    <a:pt x="28813" y="24422"/>
                  </a:cubicBezTo>
                  <a:lnTo>
                    <a:pt x="28813" y="4354"/>
                  </a:lnTo>
                  <a:cubicBezTo>
                    <a:pt x="28813" y="1947"/>
                    <a:pt x="26863" y="0"/>
                    <a:pt x="24453" y="0"/>
                  </a:cubicBezTo>
                  <a:lnTo>
                    <a:pt x="4367" y="0"/>
                  </a:lnTo>
                  <a:cubicBezTo>
                    <a:pt x="1957" y="0"/>
                    <a:pt x="0" y="1947"/>
                    <a:pt x="0" y="4354"/>
                  </a:cubicBezTo>
                  <a:lnTo>
                    <a:pt x="0" y="24422"/>
                  </a:lnTo>
                  <a:cubicBezTo>
                    <a:pt x="0" y="26829"/>
                    <a:pt x="1957" y="28776"/>
                    <a:pt x="4367" y="28776"/>
                  </a:cubicBezTo>
                  <a:close/>
                  <a:moveTo>
                    <a:pt x="8727" y="8715"/>
                  </a:moveTo>
                  <a:lnTo>
                    <a:pt x="20086" y="8715"/>
                  </a:lnTo>
                  <a:lnTo>
                    <a:pt x="20086" y="20061"/>
                  </a:lnTo>
                  <a:lnTo>
                    <a:pt x="8727" y="20061"/>
                  </a:lnTo>
                  <a:lnTo>
                    <a:pt x="8727" y="8715"/>
                  </a:lnTo>
                  <a:close/>
                </a:path>
              </a:pathLst>
            </a:custGeom>
            <a:solidFill>
              <a:srgbClr val="000000"/>
            </a:solidFill>
            <a:ln w="7188" cap="flat">
              <a:noFill/>
              <a:prstDash val="solid"/>
              <a:miter/>
            </a:ln>
          </p:spPr>
          <p:txBody>
            <a:bodyPr rtlCol="0" anchor="ctr"/>
            <a:lstStyle/>
            <a:p>
              <a:endParaRPr lang="fr-FR" noProof="0" dirty="0"/>
            </a:p>
          </p:txBody>
        </p:sp>
        <p:sp>
          <p:nvSpPr>
            <p:cNvPr id="165" name="Freeform 23">
              <a:extLst>
                <a:ext uri="{FF2B5EF4-FFF2-40B4-BE49-F238E27FC236}">
                  <a16:creationId xmlns:a16="http://schemas.microsoft.com/office/drawing/2014/main" id="{6A80B871-8AD4-2881-25E2-2CC907B5E752}"/>
                </a:ext>
              </a:extLst>
            </p:cNvPr>
            <p:cNvSpPr/>
            <p:nvPr/>
          </p:nvSpPr>
          <p:spPr>
            <a:xfrm>
              <a:off x="1645649" y="4318935"/>
              <a:ext cx="28813" cy="28775"/>
            </a:xfrm>
            <a:custGeom>
              <a:avLst/>
              <a:gdLst>
                <a:gd name="connsiteX0" fmla="*/ 24453 w 28813"/>
                <a:gd name="connsiteY0" fmla="*/ 0 h 28775"/>
                <a:gd name="connsiteX1" fmla="*/ 4360 w 28813"/>
                <a:gd name="connsiteY1" fmla="*/ 0 h 28775"/>
                <a:gd name="connsiteX2" fmla="*/ 0 w 28813"/>
                <a:gd name="connsiteY2" fmla="*/ 4354 h 28775"/>
                <a:gd name="connsiteX3" fmla="*/ 0 w 28813"/>
                <a:gd name="connsiteY3" fmla="*/ 24415 h 28775"/>
                <a:gd name="connsiteX4" fmla="*/ 4360 w 28813"/>
                <a:gd name="connsiteY4" fmla="*/ 28776 h 28775"/>
                <a:gd name="connsiteX5" fmla="*/ 24453 w 28813"/>
                <a:gd name="connsiteY5" fmla="*/ 28776 h 28775"/>
                <a:gd name="connsiteX6" fmla="*/ 28813 w 28813"/>
                <a:gd name="connsiteY6" fmla="*/ 24415 h 28775"/>
                <a:gd name="connsiteX7" fmla="*/ 28813 w 28813"/>
                <a:gd name="connsiteY7" fmla="*/ 4354 h 28775"/>
                <a:gd name="connsiteX8" fmla="*/ 24453 w 28813"/>
                <a:gd name="connsiteY8" fmla="*/ 0 h 28775"/>
                <a:gd name="connsiteX9" fmla="*/ 20086 w 28813"/>
                <a:gd name="connsiteY9" fmla="*/ 20061 h 28775"/>
                <a:gd name="connsiteX10" fmla="*/ 8727 w 28813"/>
                <a:gd name="connsiteY10" fmla="*/ 20061 h 28775"/>
                <a:gd name="connsiteX11" fmla="*/ 8727 w 28813"/>
                <a:gd name="connsiteY11" fmla="*/ 8708 h 28775"/>
                <a:gd name="connsiteX12" fmla="*/ 20086 w 28813"/>
                <a:gd name="connsiteY12" fmla="*/ 8708 h 28775"/>
                <a:gd name="connsiteX13" fmla="*/ 20086 w 28813"/>
                <a:gd name="connsiteY13" fmla="*/ 20061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24453" y="0"/>
                  </a:moveTo>
                  <a:lnTo>
                    <a:pt x="4360" y="0"/>
                  </a:lnTo>
                  <a:cubicBezTo>
                    <a:pt x="1957" y="0"/>
                    <a:pt x="0" y="1947"/>
                    <a:pt x="0" y="4354"/>
                  </a:cubicBezTo>
                  <a:lnTo>
                    <a:pt x="0" y="24415"/>
                  </a:lnTo>
                  <a:cubicBezTo>
                    <a:pt x="0" y="26822"/>
                    <a:pt x="1957" y="28776"/>
                    <a:pt x="4360" y="28776"/>
                  </a:cubicBezTo>
                  <a:lnTo>
                    <a:pt x="24453" y="28776"/>
                  </a:lnTo>
                  <a:cubicBezTo>
                    <a:pt x="26856" y="28776"/>
                    <a:pt x="28813" y="26822"/>
                    <a:pt x="28813" y="24415"/>
                  </a:cubicBezTo>
                  <a:lnTo>
                    <a:pt x="28813" y="4354"/>
                  </a:lnTo>
                  <a:cubicBezTo>
                    <a:pt x="28813" y="1947"/>
                    <a:pt x="26856" y="0"/>
                    <a:pt x="24453" y="0"/>
                  </a:cubicBezTo>
                  <a:close/>
                  <a:moveTo>
                    <a:pt x="20086" y="20061"/>
                  </a:moveTo>
                  <a:lnTo>
                    <a:pt x="8727" y="20061"/>
                  </a:lnTo>
                  <a:lnTo>
                    <a:pt x="8727" y="8708"/>
                  </a:lnTo>
                  <a:lnTo>
                    <a:pt x="20086" y="8708"/>
                  </a:lnTo>
                  <a:lnTo>
                    <a:pt x="20086" y="20061"/>
                  </a:lnTo>
                  <a:close/>
                </a:path>
              </a:pathLst>
            </a:custGeom>
            <a:solidFill>
              <a:srgbClr val="000000"/>
            </a:solidFill>
            <a:ln w="7188" cap="flat">
              <a:noFill/>
              <a:prstDash val="solid"/>
              <a:miter/>
            </a:ln>
          </p:spPr>
          <p:txBody>
            <a:bodyPr rtlCol="0" anchor="ctr"/>
            <a:lstStyle/>
            <a:p>
              <a:endParaRPr lang="fr-FR" noProof="0" dirty="0"/>
            </a:p>
          </p:txBody>
        </p:sp>
        <p:sp>
          <p:nvSpPr>
            <p:cNvPr id="166" name="Freeform 24">
              <a:extLst>
                <a:ext uri="{FF2B5EF4-FFF2-40B4-BE49-F238E27FC236}">
                  <a16:creationId xmlns:a16="http://schemas.microsoft.com/office/drawing/2014/main" id="{735190D2-1B1D-DA68-F9BD-DC58F3994298}"/>
                </a:ext>
              </a:extLst>
            </p:cNvPr>
            <p:cNvSpPr/>
            <p:nvPr/>
          </p:nvSpPr>
          <p:spPr>
            <a:xfrm>
              <a:off x="1734340" y="4318935"/>
              <a:ext cx="28813" cy="28775"/>
            </a:xfrm>
            <a:custGeom>
              <a:avLst/>
              <a:gdLst>
                <a:gd name="connsiteX0" fmla="*/ 4367 w 28813"/>
                <a:gd name="connsiteY0" fmla="*/ 28776 h 28775"/>
                <a:gd name="connsiteX1" fmla="*/ 24453 w 28813"/>
                <a:gd name="connsiteY1" fmla="*/ 28776 h 28775"/>
                <a:gd name="connsiteX2" fmla="*/ 28813 w 28813"/>
                <a:gd name="connsiteY2" fmla="*/ 24415 h 28775"/>
                <a:gd name="connsiteX3" fmla="*/ 28813 w 28813"/>
                <a:gd name="connsiteY3" fmla="*/ 4354 h 28775"/>
                <a:gd name="connsiteX4" fmla="*/ 24453 w 28813"/>
                <a:gd name="connsiteY4" fmla="*/ 0 h 28775"/>
                <a:gd name="connsiteX5" fmla="*/ 4367 w 28813"/>
                <a:gd name="connsiteY5" fmla="*/ 0 h 28775"/>
                <a:gd name="connsiteX6" fmla="*/ 0 w 28813"/>
                <a:gd name="connsiteY6" fmla="*/ 4354 h 28775"/>
                <a:gd name="connsiteX7" fmla="*/ 0 w 28813"/>
                <a:gd name="connsiteY7" fmla="*/ 24415 h 28775"/>
                <a:gd name="connsiteX8" fmla="*/ 4367 w 28813"/>
                <a:gd name="connsiteY8" fmla="*/ 28776 h 28775"/>
                <a:gd name="connsiteX9" fmla="*/ 8727 w 28813"/>
                <a:gd name="connsiteY9" fmla="*/ 8708 h 28775"/>
                <a:gd name="connsiteX10" fmla="*/ 20086 w 28813"/>
                <a:gd name="connsiteY10" fmla="*/ 8708 h 28775"/>
                <a:gd name="connsiteX11" fmla="*/ 20086 w 28813"/>
                <a:gd name="connsiteY11" fmla="*/ 20061 h 28775"/>
                <a:gd name="connsiteX12" fmla="*/ 8727 w 28813"/>
                <a:gd name="connsiteY12" fmla="*/ 20061 h 28775"/>
                <a:gd name="connsiteX13" fmla="*/ 8727 w 28813"/>
                <a:gd name="connsiteY13" fmla="*/ 8708 h 2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813" h="28775">
                  <a:moveTo>
                    <a:pt x="4367" y="28776"/>
                  </a:moveTo>
                  <a:lnTo>
                    <a:pt x="24453" y="28776"/>
                  </a:lnTo>
                  <a:cubicBezTo>
                    <a:pt x="26863" y="28776"/>
                    <a:pt x="28813" y="26822"/>
                    <a:pt x="28813" y="24415"/>
                  </a:cubicBezTo>
                  <a:lnTo>
                    <a:pt x="28813" y="4354"/>
                  </a:lnTo>
                  <a:cubicBezTo>
                    <a:pt x="28813" y="1947"/>
                    <a:pt x="26863" y="0"/>
                    <a:pt x="24453" y="0"/>
                  </a:cubicBezTo>
                  <a:lnTo>
                    <a:pt x="4367" y="0"/>
                  </a:lnTo>
                  <a:cubicBezTo>
                    <a:pt x="1957" y="0"/>
                    <a:pt x="0" y="1947"/>
                    <a:pt x="0" y="4354"/>
                  </a:cubicBezTo>
                  <a:lnTo>
                    <a:pt x="0" y="24415"/>
                  </a:lnTo>
                  <a:cubicBezTo>
                    <a:pt x="0" y="26822"/>
                    <a:pt x="1957" y="28776"/>
                    <a:pt x="4367" y="28776"/>
                  </a:cubicBezTo>
                  <a:close/>
                  <a:moveTo>
                    <a:pt x="8727" y="8708"/>
                  </a:moveTo>
                  <a:lnTo>
                    <a:pt x="20086" y="8708"/>
                  </a:lnTo>
                  <a:lnTo>
                    <a:pt x="20086" y="20061"/>
                  </a:lnTo>
                  <a:lnTo>
                    <a:pt x="8727" y="20061"/>
                  </a:lnTo>
                  <a:lnTo>
                    <a:pt x="8727" y="8708"/>
                  </a:lnTo>
                  <a:close/>
                </a:path>
              </a:pathLst>
            </a:custGeom>
            <a:solidFill>
              <a:srgbClr val="000000"/>
            </a:solidFill>
            <a:ln w="7188" cap="flat">
              <a:noFill/>
              <a:prstDash val="solid"/>
              <a:miter/>
            </a:ln>
          </p:spPr>
          <p:txBody>
            <a:bodyPr rtlCol="0" anchor="ctr"/>
            <a:lstStyle/>
            <a:p>
              <a:endParaRPr lang="fr-FR" noProof="0" dirty="0"/>
            </a:p>
          </p:txBody>
        </p:sp>
        <p:sp>
          <p:nvSpPr>
            <p:cNvPr id="167" name="Freeform 25">
              <a:extLst>
                <a:ext uri="{FF2B5EF4-FFF2-40B4-BE49-F238E27FC236}">
                  <a16:creationId xmlns:a16="http://schemas.microsoft.com/office/drawing/2014/main" id="{DCE5A874-737D-BAA4-DDF4-61AB51F26468}"/>
                </a:ext>
              </a:extLst>
            </p:cNvPr>
            <p:cNvSpPr/>
            <p:nvPr/>
          </p:nvSpPr>
          <p:spPr>
            <a:xfrm>
              <a:off x="1608872" y="4084984"/>
              <a:ext cx="283181" cy="294369"/>
            </a:xfrm>
            <a:custGeom>
              <a:avLst/>
              <a:gdLst>
                <a:gd name="connsiteX0" fmla="*/ 278821 w 283181"/>
                <a:gd name="connsiteY0" fmla="*/ 285661 h 294369"/>
                <a:gd name="connsiteX1" fmla="*/ 271102 w 283181"/>
                <a:gd name="connsiteY1" fmla="*/ 285661 h 294369"/>
                <a:gd name="connsiteX2" fmla="*/ 271102 w 283181"/>
                <a:gd name="connsiteY2" fmla="*/ 4361 h 294369"/>
                <a:gd name="connsiteX3" fmla="*/ 266742 w 283181"/>
                <a:gd name="connsiteY3" fmla="*/ 0 h 294369"/>
                <a:gd name="connsiteX4" fmla="*/ 94770 w 283181"/>
                <a:gd name="connsiteY4" fmla="*/ 0 h 294369"/>
                <a:gd name="connsiteX5" fmla="*/ 90403 w 283181"/>
                <a:gd name="connsiteY5" fmla="*/ 4361 h 294369"/>
                <a:gd name="connsiteX6" fmla="*/ 90403 w 283181"/>
                <a:gd name="connsiteY6" fmla="*/ 66497 h 294369"/>
                <a:gd name="connsiteX7" fmla="*/ 16446 w 283181"/>
                <a:gd name="connsiteY7" fmla="*/ 66497 h 294369"/>
                <a:gd name="connsiteX8" fmla="*/ 12086 w 283181"/>
                <a:gd name="connsiteY8" fmla="*/ 70858 h 294369"/>
                <a:gd name="connsiteX9" fmla="*/ 12086 w 283181"/>
                <a:gd name="connsiteY9" fmla="*/ 285661 h 294369"/>
                <a:gd name="connsiteX10" fmla="*/ 4360 w 283181"/>
                <a:gd name="connsiteY10" fmla="*/ 285661 h 294369"/>
                <a:gd name="connsiteX11" fmla="*/ 0 w 283181"/>
                <a:gd name="connsiteY11" fmla="*/ 290015 h 294369"/>
                <a:gd name="connsiteX12" fmla="*/ 4360 w 283181"/>
                <a:gd name="connsiteY12" fmla="*/ 294369 h 294369"/>
                <a:gd name="connsiteX13" fmla="*/ 278821 w 283181"/>
                <a:gd name="connsiteY13" fmla="*/ 294369 h 294369"/>
                <a:gd name="connsiteX14" fmla="*/ 283181 w 283181"/>
                <a:gd name="connsiteY14" fmla="*/ 290015 h 294369"/>
                <a:gd name="connsiteX15" fmla="*/ 278821 w 283181"/>
                <a:gd name="connsiteY15" fmla="*/ 285661 h 294369"/>
                <a:gd name="connsiteX16" fmla="*/ 20806 w 283181"/>
                <a:gd name="connsiteY16" fmla="*/ 75212 h 294369"/>
                <a:gd name="connsiteX17" fmla="*/ 170253 w 283181"/>
                <a:gd name="connsiteY17" fmla="*/ 75212 h 294369"/>
                <a:gd name="connsiteX18" fmla="*/ 170253 w 283181"/>
                <a:gd name="connsiteY18" fmla="*/ 285661 h 294369"/>
                <a:gd name="connsiteX19" fmla="*/ 109936 w 283181"/>
                <a:gd name="connsiteY19" fmla="*/ 285661 h 294369"/>
                <a:gd name="connsiteX20" fmla="*/ 109936 w 283181"/>
                <a:gd name="connsiteY20" fmla="*/ 238305 h 294369"/>
                <a:gd name="connsiteX21" fmla="*/ 105576 w 283181"/>
                <a:gd name="connsiteY21" fmla="*/ 233950 h 294369"/>
                <a:gd name="connsiteX22" fmla="*/ 85482 w 283181"/>
                <a:gd name="connsiteY22" fmla="*/ 233950 h 294369"/>
                <a:gd name="connsiteX23" fmla="*/ 81123 w 283181"/>
                <a:gd name="connsiteY23" fmla="*/ 238305 h 294369"/>
                <a:gd name="connsiteX24" fmla="*/ 81123 w 283181"/>
                <a:gd name="connsiteY24" fmla="*/ 285661 h 294369"/>
                <a:gd name="connsiteX25" fmla="*/ 20806 w 283181"/>
                <a:gd name="connsiteY25" fmla="*/ 285661 h 294369"/>
                <a:gd name="connsiteX26" fmla="*/ 20806 w 283181"/>
                <a:gd name="connsiteY26" fmla="*/ 75212 h 294369"/>
                <a:gd name="connsiteX27" fmla="*/ 89849 w 283181"/>
                <a:gd name="connsiteY27" fmla="*/ 285661 h 294369"/>
                <a:gd name="connsiteX28" fmla="*/ 89849 w 283181"/>
                <a:gd name="connsiteY28" fmla="*/ 242659 h 294369"/>
                <a:gd name="connsiteX29" fmla="*/ 101209 w 283181"/>
                <a:gd name="connsiteY29" fmla="*/ 242659 h 294369"/>
                <a:gd name="connsiteX30" fmla="*/ 101209 w 283181"/>
                <a:gd name="connsiteY30" fmla="*/ 285661 h 294369"/>
                <a:gd name="connsiteX31" fmla="*/ 89849 w 283181"/>
                <a:gd name="connsiteY31" fmla="*/ 285661 h 294369"/>
                <a:gd name="connsiteX32" fmla="*/ 178979 w 283181"/>
                <a:gd name="connsiteY32" fmla="*/ 285661 h 294369"/>
                <a:gd name="connsiteX33" fmla="*/ 178979 w 283181"/>
                <a:gd name="connsiteY33" fmla="*/ 257661 h 294369"/>
                <a:gd name="connsiteX34" fmla="*/ 192382 w 283181"/>
                <a:gd name="connsiteY34" fmla="*/ 257661 h 294369"/>
                <a:gd name="connsiteX35" fmla="*/ 196742 w 283181"/>
                <a:gd name="connsiteY35" fmla="*/ 253307 h 294369"/>
                <a:gd name="connsiteX36" fmla="*/ 196742 w 283181"/>
                <a:gd name="connsiteY36" fmla="*/ 235603 h 294369"/>
                <a:gd name="connsiteX37" fmla="*/ 192382 w 283181"/>
                <a:gd name="connsiteY37" fmla="*/ 231249 h 294369"/>
                <a:gd name="connsiteX38" fmla="*/ 178979 w 283181"/>
                <a:gd name="connsiteY38" fmla="*/ 231249 h 294369"/>
                <a:gd name="connsiteX39" fmla="*/ 178979 w 283181"/>
                <a:gd name="connsiteY39" fmla="*/ 205613 h 294369"/>
                <a:gd name="connsiteX40" fmla="*/ 192382 w 283181"/>
                <a:gd name="connsiteY40" fmla="*/ 205613 h 294369"/>
                <a:gd name="connsiteX41" fmla="*/ 196742 w 283181"/>
                <a:gd name="connsiteY41" fmla="*/ 201259 h 294369"/>
                <a:gd name="connsiteX42" fmla="*/ 196742 w 283181"/>
                <a:gd name="connsiteY42" fmla="*/ 183562 h 294369"/>
                <a:gd name="connsiteX43" fmla="*/ 192382 w 283181"/>
                <a:gd name="connsiteY43" fmla="*/ 179208 h 294369"/>
                <a:gd name="connsiteX44" fmla="*/ 178979 w 283181"/>
                <a:gd name="connsiteY44" fmla="*/ 179208 h 294369"/>
                <a:gd name="connsiteX45" fmla="*/ 178979 w 283181"/>
                <a:gd name="connsiteY45" fmla="*/ 153572 h 294369"/>
                <a:gd name="connsiteX46" fmla="*/ 192382 w 283181"/>
                <a:gd name="connsiteY46" fmla="*/ 153572 h 294369"/>
                <a:gd name="connsiteX47" fmla="*/ 196742 w 283181"/>
                <a:gd name="connsiteY47" fmla="*/ 149218 h 294369"/>
                <a:gd name="connsiteX48" fmla="*/ 196742 w 283181"/>
                <a:gd name="connsiteY48" fmla="*/ 131514 h 294369"/>
                <a:gd name="connsiteX49" fmla="*/ 192382 w 283181"/>
                <a:gd name="connsiteY49" fmla="*/ 127160 h 294369"/>
                <a:gd name="connsiteX50" fmla="*/ 178979 w 283181"/>
                <a:gd name="connsiteY50" fmla="*/ 127160 h 294369"/>
                <a:gd name="connsiteX51" fmla="*/ 178979 w 283181"/>
                <a:gd name="connsiteY51" fmla="*/ 101531 h 294369"/>
                <a:gd name="connsiteX52" fmla="*/ 192382 w 283181"/>
                <a:gd name="connsiteY52" fmla="*/ 101531 h 294369"/>
                <a:gd name="connsiteX53" fmla="*/ 196742 w 283181"/>
                <a:gd name="connsiteY53" fmla="*/ 97170 h 294369"/>
                <a:gd name="connsiteX54" fmla="*/ 196742 w 283181"/>
                <a:gd name="connsiteY54" fmla="*/ 79473 h 294369"/>
                <a:gd name="connsiteX55" fmla="*/ 192382 w 283181"/>
                <a:gd name="connsiteY55" fmla="*/ 75112 h 294369"/>
                <a:gd name="connsiteX56" fmla="*/ 178979 w 283181"/>
                <a:gd name="connsiteY56" fmla="*/ 75112 h 294369"/>
                <a:gd name="connsiteX57" fmla="*/ 178979 w 283181"/>
                <a:gd name="connsiteY57" fmla="*/ 70858 h 294369"/>
                <a:gd name="connsiteX58" fmla="*/ 174612 w 283181"/>
                <a:gd name="connsiteY58" fmla="*/ 66497 h 294369"/>
                <a:gd name="connsiteX59" fmla="*/ 99130 w 283181"/>
                <a:gd name="connsiteY59" fmla="*/ 66497 h 294369"/>
                <a:gd name="connsiteX60" fmla="*/ 99130 w 283181"/>
                <a:gd name="connsiteY60" fmla="*/ 8715 h 294369"/>
                <a:gd name="connsiteX61" fmla="*/ 262375 w 283181"/>
                <a:gd name="connsiteY61" fmla="*/ 8715 h 294369"/>
                <a:gd name="connsiteX62" fmla="*/ 262375 w 283181"/>
                <a:gd name="connsiteY62" fmla="*/ 285661 h 294369"/>
                <a:gd name="connsiteX63" fmla="*/ 178979 w 283181"/>
                <a:gd name="connsiteY63" fmla="*/ 285661 h 294369"/>
                <a:gd name="connsiteX64" fmla="*/ 179022 w 283181"/>
                <a:gd name="connsiteY64" fmla="*/ 248946 h 294369"/>
                <a:gd name="connsiteX65" fmla="*/ 179022 w 283181"/>
                <a:gd name="connsiteY65" fmla="*/ 239964 h 294369"/>
                <a:gd name="connsiteX66" fmla="*/ 188015 w 283181"/>
                <a:gd name="connsiteY66" fmla="*/ 239964 h 294369"/>
                <a:gd name="connsiteX67" fmla="*/ 188015 w 283181"/>
                <a:gd name="connsiteY67" fmla="*/ 248946 h 294369"/>
                <a:gd name="connsiteX68" fmla="*/ 179022 w 283181"/>
                <a:gd name="connsiteY68" fmla="*/ 248946 h 294369"/>
                <a:gd name="connsiteX69" fmla="*/ 179022 w 283181"/>
                <a:gd name="connsiteY69" fmla="*/ 196905 h 294369"/>
                <a:gd name="connsiteX70" fmla="*/ 179022 w 283181"/>
                <a:gd name="connsiteY70" fmla="*/ 187923 h 294369"/>
                <a:gd name="connsiteX71" fmla="*/ 188015 w 283181"/>
                <a:gd name="connsiteY71" fmla="*/ 187923 h 294369"/>
                <a:gd name="connsiteX72" fmla="*/ 188015 w 283181"/>
                <a:gd name="connsiteY72" fmla="*/ 196905 h 294369"/>
                <a:gd name="connsiteX73" fmla="*/ 179022 w 283181"/>
                <a:gd name="connsiteY73" fmla="*/ 196905 h 294369"/>
                <a:gd name="connsiteX74" fmla="*/ 179022 w 283181"/>
                <a:gd name="connsiteY74" fmla="*/ 144857 h 294369"/>
                <a:gd name="connsiteX75" fmla="*/ 179022 w 283181"/>
                <a:gd name="connsiteY75" fmla="*/ 135875 h 294369"/>
                <a:gd name="connsiteX76" fmla="*/ 188015 w 283181"/>
                <a:gd name="connsiteY76" fmla="*/ 135875 h 294369"/>
                <a:gd name="connsiteX77" fmla="*/ 188015 w 283181"/>
                <a:gd name="connsiteY77" fmla="*/ 144857 h 294369"/>
                <a:gd name="connsiteX78" fmla="*/ 179022 w 283181"/>
                <a:gd name="connsiteY78" fmla="*/ 144857 h 294369"/>
                <a:gd name="connsiteX79" fmla="*/ 179022 w 283181"/>
                <a:gd name="connsiteY79" fmla="*/ 92816 h 294369"/>
                <a:gd name="connsiteX80" fmla="*/ 179022 w 283181"/>
                <a:gd name="connsiteY80" fmla="*/ 83827 h 294369"/>
                <a:gd name="connsiteX81" fmla="*/ 188015 w 283181"/>
                <a:gd name="connsiteY81" fmla="*/ 83827 h 294369"/>
                <a:gd name="connsiteX82" fmla="*/ 188015 w 283181"/>
                <a:gd name="connsiteY82" fmla="*/ 92816 h 294369"/>
                <a:gd name="connsiteX83" fmla="*/ 179022 w 283181"/>
                <a:gd name="connsiteY83" fmla="*/ 92816 h 294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283181" h="294369">
                  <a:moveTo>
                    <a:pt x="278821" y="285661"/>
                  </a:moveTo>
                  <a:lnTo>
                    <a:pt x="271102" y="285661"/>
                  </a:lnTo>
                  <a:lnTo>
                    <a:pt x="271102" y="4361"/>
                  </a:lnTo>
                  <a:cubicBezTo>
                    <a:pt x="271102" y="1954"/>
                    <a:pt x="269145" y="0"/>
                    <a:pt x="266742" y="0"/>
                  </a:cubicBezTo>
                  <a:lnTo>
                    <a:pt x="94770" y="0"/>
                  </a:lnTo>
                  <a:cubicBezTo>
                    <a:pt x="92360" y="0"/>
                    <a:pt x="90403" y="1954"/>
                    <a:pt x="90403" y="4361"/>
                  </a:cubicBezTo>
                  <a:lnTo>
                    <a:pt x="90403" y="66497"/>
                  </a:lnTo>
                  <a:lnTo>
                    <a:pt x="16446" y="66497"/>
                  </a:lnTo>
                  <a:cubicBezTo>
                    <a:pt x="14036" y="66497"/>
                    <a:pt x="12086" y="68451"/>
                    <a:pt x="12086" y="70858"/>
                  </a:cubicBezTo>
                  <a:lnTo>
                    <a:pt x="12086" y="285661"/>
                  </a:lnTo>
                  <a:lnTo>
                    <a:pt x="4360" y="285661"/>
                  </a:lnTo>
                  <a:cubicBezTo>
                    <a:pt x="1957" y="285661"/>
                    <a:pt x="0" y="287608"/>
                    <a:pt x="0" y="290015"/>
                  </a:cubicBezTo>
                  <a:cubicBezTo>
                    <a:pt x="0" y="292422"/>
                    <a:pt x="1957" y="294369"/>
                    <a:pt x="4360" y="294369"/>
                  </a:cubicBezTo>
                  <a:lnTo>
                    <a:pt x="278821" y="294369"/>
                  </a:lnTo>
                  <a:cubicBezTo>
                    <a:pt x="281232" y="294369"/>
                    <a:pt x="283181" y="292422"/>
                    <a:pt x="283181" y="290015"/>
                  </a:cubicBezTo>
                  <a:cubicBezTo>
                    <a:pt x="283181" y="287608"/>
                    <a:pt x="281232" y="285661"/>
                    <a:pt x="278821" y="285661"/>
                  </a:cubicBezTo>
                  <a:close/>
                  <a:moveTo>
                    <a:pt x="20806" y="75212"/>
                  </a:moveTo>
                  <a:lnTo>
                    <a:pt x="170253" y="75212"/>
                  </a:lnTo>
                  <a:lnTo>
                    <a:pt x="170253" y="285661"/>
                  </a:lnTo>
                  <a:lnTo>
                    <a:pt x="109936" y="285661"/>
                  </a:lnTo>
                  <a:lnTo>
                    <a:pt x="109936" y="238305"/>
                  </a:lnTo>
                  <a:cubicBezTo>
                    <a:pt x="109936" y="235898"/>
                    <a:pt x="107979" y="233950"/>
                    <a:pt x="105576" y="233950"/>
                  </a:cubicBezTo>
                  <a:lnTo>
                    <a:pt x="85482" y="233950"/>
                  </a:lnTo>
                  <a:cubicBezTo>
                    <a:pt x="83080" y="233950"/>
                    <a:pt x="81123" y="235898"/>
                    <a:pt x="81123" y="238305"/>
                  </a:cubicBezTo>
                  <a:lnTo>
                    <a:pt x="81123" y="285661"/>
                  </a:lnTo>
                  <a:lnTo>
                    <a:pt x="20806" y="285661"/>
                  </a:lnTo>
                  <a:lnTo>
                    <a:pt x="20806" y="75212"/>
                  </a:lnTo>
                  <a:close/>
                  <a:moveTo>
                    <a:pt x="89849" y="285661"/>
                  </a:moveTo>
                  <a:lnTo>
                    <a:pt x="89849" y="242659"/>
                  </a:lnTo>
                  <a:lnTo>
                    <a:pt x="101209" y="242659"/>
                  </a:lnTo>
                  <a:lnTo>
                    <a:pt x="101209" y="285661"/>
                  </a:lnTo>
                  <a:lnTo>
                    <a:pt x="89849" y="285661"/>
                  </a:lnTo>
                  <a:close/>
                  <a:moveTo>
                    <a:pt x="178979" y="285661"/>
                  </a:moveTo>
                  <a:lnTo>
                    <a:pt x="178979" y="257661"/>
                  </a:lnTo>
                  <a:lnTo>
                    <a:pt x="192382" y="257661"/>
                  </a:lnTo>
                  <a:cubicBezTo>
                    <a:pt x="194792" y="257661"/>
                    <a:pt x="196742" y="255714"/>
                    <a:pt x="196742" y="253307"/>
                  </a:cubicBezTo>
                  <a:lnTo>
                    <a:pt x="196742" y="235603"/>
                  </a:lnTo>
                  <a:cubicBezTo>
                    <a:pt x="196742" y="233203"/>
                    <a:pt x="194792" y="231249"/>
                    <a:pt x="192382" y="231249"/>
                  </a:cubicBezTo>
                  <a:lnTo>
                    <a:pt x="178979" y="231249"/>
                  </a:lnTo>
                  <a:lnTo>
                    <a:pt x="178979" y="205613"/>
                  </a:lnTo>
                  <a:lnTo>
                    <a:pt x="192382" y="205613"/>
                  </a:lnTo>
                  <a:cubicBezTo>
                    <a:pt x="194792" y="205613"/>
                    <a:pt x="196742" y="203666"/>
                    <a:pt x="196742" y="201259"/>
                  </a:cubicBezTo>
                  <a:lnTo>
                    <a:pt x="196742" y="183562"/>
                  </a:lnTo>
                  <a:cubicBezTo>
                    <a:pt x="196742" y="181155"/>
                    <a:pt x="194792" y="179208"/>
                    <a:pt x="192382" y="179208"/>
                  </a:cubicBezTo>
                  <a:lnTo>
                    <a:pt x="178979" y="179208"/>
                  </a:lnTo>
                  <a:lnTo>
                    <a:pt x="178979" y="153572"/>
                  </a:lnTo>
                  <a:lnTo>
                    <a:pt x="192382" y="153572"/>
                  </a:lnTo>
                  <a:cubicBezTo>
                    <a:pt x="194792" y="153572"/>
                    <a:pt x="196742" y="151625"/>
                    <a:pt x="196742" y="149218"/>
                  </a:cubicBezTo>
                  <a:lnTo>
                    <a:pt x="196742" y="131514"/>
                  </a:lnTo>
                  <a:cubicBezTo>
                    <a:pt x="196742" y="129107"/>
                    <a:pt x="194792" y="127160"/>
                    <a:pt x="192382" y="127160"/>
                  </a:cubicBezTo>
                  <a:lnTo>
                    <a:pt x="178979" y="127160"/>
                  </a:lnTo>
                  <a:lnTo>
                    <a:pt x="178979" y="101531"/>
                  </a:lnTo>
                  <a:lnTo>
                    <a:pt x="192382" y="101531"/>
                  </a:lnTo>
                  <a:cubicBezTo>
                    <a:pt x="194792" y="101531"/>
                    <a:pt x="196742" y="99577"/>
                    <a:pt x="196742" y="97170"/>
                  </a:cubicBezTo>
                  <a:lnTo>
                    <a:pt x="196742" y="79473"/>
                  </a:lnTo>
                  <a:cubicBezTo>
                    <a:pt x="196742" y="77066"/>
                    <a:pt x="194792" y="75112"/>
                    <a:pt x="192382" y="75112"/>
                  </a:cubicBezTo>
                  <a:lnTo>
                    <a:pt x="178979" y="75112"/>
                  </a:lnTo>
                  <a:lnTo>
                    <a:pt x="178979" y="70858"/>
                  </a:lnTo>
                  <a:cubicBezTo>
                    <a:pt x="178979" y="68451"/>
                    <a:pt x="177022" y="66497"/>
                    <a:pt x="174612" y="66497"/>
                  </a:cubicBezTo>
                  <a:lnTo>
                    <a:pt x="99130" y="66497"/>
                  </a:lnTo>
                  <a:lnTo>
                    <a:pt x="99130" y="8715"/>
                  </a:lnTo>
                  <a:lnTo>
                    <a:pt x="262375" y="8715"/>
                  </a:lnTo>
                  <a:lnTo>
                    <a:pt x="262375" y="285661"/>
                  </a:lnTo>
                  <a:lnTo>
                    <a:pt x="178979" y="285661"/>
                  </a:lnTo>
                  <a:close/>
                  <a:moveTo>
                    <a:pt x="179022" y="248946"/>
                  </a:moveTo>
                  <a:lnTo>
                    <a:pt x="179022" y="239964"/>
                  </a:lnTo>
                  <a:lnTo>
                    <a:pt x="188015" y="239964"/>
                  </a:lnTo>
                  <a:lnTo>
                    <a:pt x="188015" y="248946"/>
                  </a:lnTo>
                  <a:lnTo>
                    <a:pt x="179022" y="248946"/>
                  </a:lnTo>
                  <a:close/>
                  <a:moveTo>
                    <a:pt x="179022" y="196905"/>
                  </a:moveTo>
                  <a:lnTo>
                    <a:pt x="179022" y="187923"/>
                  </a:lnTo>
                  <a:lnTo>
                    <a:pt x="188015" y="187923"/>
                  </a:lnTo>
                  <a:lnTo>
                    <a:pt x="188015" y="196905"/>
                  </a:lnTo>
                  <a:lnTo>
                    <a:pt x="179022" y="196905"/>
                  </a:lnTo>
                  <a:close/>
                  <a:moveTo>
                    <a:pt x="179022" y="144857"/>
                  </a:moveTo>
                  <a:lnTo>
                    <a:pt x="179022" y="135875"/>
                  </a:lnTo>
                  <a:lnTo>
                    <a:pt x="188015" y="135875"/>
                  </a:lnTo>
                  <a:lnTo>
                    <a:pt x="188015" y="144857"/>
                  </a:lnTo>
                  <a:lnTo>
                    <a:pt x="179022" y="144857"/>
                  </a:lnTo>
                  <a:close/>
                  <a:moveTo>
                    <a:pt x="179022" y="92816"/>
                  </a:moveTo>
                  <a:lnTo>
                    <a:pt x="179022" y="83827"/>
                  </a:lnTo>
                  <a:lnTo>
                    <a:pt x="188015" y="83827"/>
                  </a:lnTo>
                  <a:lnTo>
                    <a:pt x="188015" y="92816"/>
                  </a:lnTo>
                  <a:lnTo>
                    <a:pt x="179022" y="92816"/>
                  </a:lnTo>
                  <a:close/>
                </a:path>
              </a:pathLst>
            </a:custGeom>
            <a:solidFill>
              <a:srgbClr val="000000"/>
            </a:solidFill>
            <a:ln w="7188" cap="flat">
              <a:noFill/>
              <a:prstDash val="solid"/>
              <a:miter/>
            </a:ln>
          </p:spPr>
          <p:txBody>
            <a:bodyPr rtlCol="0" anchor="ctr"/>
            <a:lstStyle/>
            <a:p>
              <a:endParaRPr lang="fr-FR" noProof="0" dirty="0"/>
            </a:p>
          </p:txBody>
        </p:sp>
      </p:grpSp>
      <p:grpSp>
        <p:nvGrpSpPr>
          <p:cNvPr id="78" name="Groupe 77">
            <a:extLst>
              <a:ext uri="{FF2B5EF4-FFF2-40B4-BE49-F238E27FC236}">
                <a16:creationId xmlns:a16="http://schemas.microsoft.com/office/drawing/2014/main" id="{66E6F762-0374-9EDE-13C5-914FED654459}"/>
              </a:ext>
            </a:extLst>
          </p:cNvPr>
          <p:cNvGrpSpPr/>
          <p:nvPr/>
        </p:nvGrpSpPr>
        <p:grpSpPr>
          <a:xfrm>
            <a:off x="627102" y="4910090"/>
            <a:ext cx="4996744" cy="1766668"/>
            <a:chOff x="104635" y="4934209"/>
            <a:chExt cx="4996744" cy="1766668"/>
          </a:xfrm>
        </p:grpSpPr>
        <p:sp>
          <p:nvSpPr>
            <p:cNvPr id="3" name="Rectangle 2">
              <a:extLst>
                <a:ext uri="{FF2B5EF4-FFF2-40B4-BE49-F238E27FC236}">
                  <a16:creationId xmlns:a16="http://schemas.microsoft.com/office/drawing/2014/main" id="{B2B2EEFE-DE6F-0540-9A53-419004121331}"/>
                </a:ext>
              </a:extLst>
            </p:cNvPr>
            <p:cNvSpPr/>
            <p:nvPr/>
          </p:nvSpPr>
          <p:spPr bwMode="gray">
            <a:xfrm>
              <a:off x="446498" y="4934209"/>
              <a:ext cx="3729821" cy="461664"/>
            </a:xfrm>
            <a:prstGeom prst="rect">
              <a:avLst/>
            </a:prstGeom>
            <a:noFill/>
            <a:ln w="9525" algn="ctr">
              <a:noFill/>
              <a:miter lim="800000"/>
              <a:headEnd/>
              <a:tailEnd/>
            </a:ln>
            <a:effectLst/>
          </p:spPr>
          <p:txBody>
            <a:bodyPr wrap="square" lIns="63500" tIns="91440" rIns="64800" bIns="91440" rtlCol="0" anchor="b">
              <a:spAutoFit/>
            </a:bodyPr>
            <a:lstStyle/>
            <a:p>
              <a:pPr lvl="0" algn="ctr"/>
              <a:r>
                <a:rPr lang="fr-FR" b="1" kern="0" noProof="0" dirty="0">
                  <a:latin typeface="+mj-lt"/>
                </a:rPr>
                <a:t>Expertises </a:t>
              </a:r>
              <a:r>
                <a:rPr lang="fr-FR" b="1" kern="0" noProof="0" dirty="0">
                  <a:solidFill>
                    <a:srgbClr val="A82465"/>
                  </a:solidFill>
                  <a:latin typeface="+mj-lt"/>
                </a:rPr>
                <a:t>techniques</a:t>
              </a:r>
            </a:p>
          </p:txBody>
        </p:sp>
        <p:cxnSp>
          <p:nvCxnSpPr>
            <p:cNvPr id="7" name="Straight Connector 14">
              <a:extLst>
                <a:ext uri="{FF2B5EF4-FFF2-40B4-BE49-F238E27FC236}">
                  <a16:creationId xmlns:a16="http://schemas.microsoft.com/office/drawing/2014/main" id="{0DC12497-8F39-D60C-F813-CC8852C314FD}"/>
                </a:ext>
              </a:extLst>
            </p:cNvPr>
            <p:cNvCxnSpPr>
              <a:cxnSpLocks/>
            </p:cNvCxnSpPr>
            <p:nvPr/>
          </p:nvCxnSpPr>
          <p:spPr bwMode="gray">
            <a:xfrm>
              <a:off x="104635" y="5427722"/>
              <a:ext cx="4990870" cy="0"/>
            </a:xfrm>
            <a:prstGeom prst="line">
              <a:avLst/>
            </a:prstGeom>
            <a:noFill/>
            <a:ln w="38100" cap="rnd">
              <a:solidFill>
                <a:srgbClr val="A82465"/>
              </a:solidFill>
              <a:round/>
              <a:headEnd/>
              <a:tailEnd/>
            </a:ln>
            <a:effectLst/>
          </p:spPr>
        </p:cxnSp>
        <p:sp>
          <p:nvSpPr>
            <p:cNvPr id="14" name="Rectangle 13">
              <a:extLst>
                <a:ext uri="{FF2B5EF4-FFF2-40B4-BE49-F238E27FC236}">
                  <a16:creationId xmlns:a16="http://schemas.microsoft.com/office/drawing/2014/main" id="{58C0F472-EA56-3FA8-69CB-1859B8AC10BB}"/>
                </a:ext>
              </a:extLst>
            </p:cNvPr>
            <p:cNvSpPr>
              <a:spLocks noChangeArrowheads="1"/>
            </p:cNvSpPr>
            <p:nvPr/>
          </p:nvSpPr>
          <p:spPr bwMode="gray">
            <a:xfrm>
              <a:off x="3119367" y="593026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Kubernetes</a:t>
              </a:r>
              <a:endParaRPr kumimoji="0" lang="fr-FR" sz="1200" b="0" i="0" u="none" strike="noStrike" kern="0" cap="none" spc="0" normalizeH="0" baseline="0" noProof="0" dirty="0">
                <a:ln>
                  <a:noFill/>
                </a:ln>
                <a:effectLst/>
                <a:uLnTx/>
                <a:uFillTx/>
              </a:endParaRPr>
            </a:p>
          </p:txBody>
        </p:sp>
        <p:sp>
          <p:nvSpPr>
            <p:cNvPr id="17" name="Rectangle 7">
              <a:extLst>
                <a:ext uri="{FF2B5EF4-FFF2-40B4-BE49-F238E27FC236}">
                  <a16:creationId xmlns:a16="http://schemas.microsoft.com/office/drawing/2014/main" id="{B088070E-5415-0F14-0F2D-4768C9DBC374}"/>
                </a:ext>
              </a:extLst>
            </p:cNvPr>
            <p:cNvSpPr>
              <a:spLocks noChangeArrowheads="1"/>
            </p:cNvSpPr>
            <p:nvPr/>
          </p:nvSpPr>
          <p:spPr bwMode="gray">
            <a:xfrm>
              <a:off x="104635" y="593026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Hibernate</a:t>
              </a:r>
            </a:p>
          </p:txBody>
        </p:sp>
        <p:sp>
          <p:nvSpPr>
            <p:cNvPr id="20" name="Rectangle 9">
              <a:extLst>
                <a:ext uri="{FF2B5EF4-FFF2-40B4-BE49-F238E27FC236}">
                  <a16:creationId xmlns:a16="http://schemas.microsoft.com/office/drawing/2014/main" id="{CCC8D660-E4FA-3606-92FF-B8555C5306AA}"/>
                </a:ext>
              </a:extLst>
            </p:cNvPr>
            <p:cNvSpPr>
              <a:spLocks noChangeArrowheads="1"/>
            </p:cNvSpPr>
            <p:nvPr/>
          </p:nvSpPr>
          <p:spPr bwMode="gray">
            <a:xfrm>
              <a:off x="1100811" y="5936199"/>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fr-FR" sz="1200" b="1" i="0" u="none" strike="noStrike" kern="0" cap="none" spc="0" normalizeH="0" baseline="0" noProof="0" dirty="0">
                  <a:ln>
                    <a:noFill/>
                  </a:ln>
                  <a:solidFill>
                    <a:srgbClr val="A82465"/>
                  </a:solidFill>
                  <a:effectLst/>
                  <a:uLnTx/>
                  <a:uFillTx/>
                </a:rPr>
                <a:t>Cloud</a:t>
              </a:r>
            </a:p>
          </p:txBody>
        </p:sp>
        <p:sp>
          <p:nvSpPr>
            <p:cNvPr id="23" name="Rectangle 7">
              <a:extLst>
                <a:ext uri="{FF2B5EF4-FFF2-40B4-BE49-F238E27FC236}">
                  <a16:creationId xmlns:a16="http://schemas.microsoft.com/office/drawing/2014/main" id="{0878D85E-25F7-1A58-BBB2-EA5503632F4B}"/>
                </a:ext>
              </a:extLst>
            </p:cNvPr>
            <p:cNvSpPr>
              <a:spLocks noChangeArrowheads="1"/>
            </p:cNvSpPr>
            <p:nvPr/>
          </p:nvSpPr>
          <p:spPr bwMode="gray">
            <a:xfrm>
              <a:off x="2096987" y="5938603"/>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1" i="0" u="none" strike="noStrike" kern="0" cap="none" spc="0" normalizeH="0" baseline="0" noProof="0" dirty="0">
                  <a:ln>
                    <a:noFill/>
                  </a:ln>
                  <a:solidFill>
                    <a:srgbClr val="A82465"/>
                  </a:solidFill>
                  <a:effectLst/>
                  <a:uLnTx/>
                  <a:uFillTx/>
                </a:rPr>
                <a:t>DevOps</a:t>
              </a:r>
            </a:p>
          </p:txBody>
        </p:sp>
        <p:sp>
          <p:nvSpPr>
            <p:cNvPr id="26" name="Rectangle 7">
              <a:extLst>
                <a:ext uri="{FF2B5EF4-FFF2-40B4-BE49-F238E27FC236}">
                  <a16:creationId xmlns:a16="http://schemas.microsoft.com/office/drawing/2014/main" id="{1F5707C2-7021-F396-DF2A-7017F7FC9D15}"/>
                </a:ext>
              </a:extLst>
            </p:cNvPr>
            <p:cNvSpPr>
              <a:spLocks noChangeArrowheads="1"/>
            </p:cNvSpPr>
            <p:nvPr/>
          </p:nvSpPr>
          <p:spPr bwMode="gray">
            <a:xfrm>
              <a:off x="4129230" y="5938603"/>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Jenkins</a:t>
              </a:r>
            </a:p>
          </p:txBody>
        </p:sp>
        <p:sp>
          <p:nvSpPr>
            <p:cNvPr id="12" name="Rectangle 7">
              <a:extLst>
                <a:ext uri="{FF2B5EF4-FFF2-40B4-BE49-F238E27FC236}">
                  <a16:creationId xmlns:a16="http://schemas.microsoft.com/office/drawing/2014/main" id="{34F89BCB-CB09-B59C-A24B-8673AD94DF73}"/>
                </a:ext>
              </a:extLst>
            </p:cNvPr>
            <p:cNvSpPr>
              <a:spLocks noChangeArrowheads="1"/>
            </p:cNvSpPr>
            <p:nvPr/>
          </p:nvSpPr>
          <p:spPr bwMode="gray">
            <a:xfrm>
              <a:off x="104635" y="633201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Docker</a:t>
              </a:r>
            </a:p>
          </p:txBody>
        </p:sp>
        <p:sp>
          <p:nvSpPr>
            <p:cNvPr id="18" name="Rectangle 7">
              <a:extLst>
                <a:ext uri="{FF2B5EF4-FFF2-40B4-BE49-F238E27FC236}">
                  <a16:creationId xmlns:a16="http://schemas.microsoft.com/office/drawing/2014/main" id="{2FC9D550-9791-0307-38BD-3A2EBC813D4C}"/>
                </a:ext>
              </a:extLst>
            </p:cNvPr>
            <p:cNvSpPr>
              <a:spLocks noChangeArrowheads="1"/>
            </p:cNvSpPr>
            <p:nvPr/>
          </p:nvSpPr>
          <p:spPr bwMode="gray">
            <a:xfrm>
              <a:off x="1095879" y="6334652"/>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Azure</a:t>
              </a:r>
            </a:p>
          </p:txBody>
        </p:sp>
        <p:sp>
          <p:nvSpPr>
            <p:cNvPr id="21" name="Rectangle 13">
              <a:extLst>
                <a:ext uri="{FF2B5EF4-FFF2-40B4-BE49-F238E27FC236}">
                  <a16:creationId xmlns:a16="http://schemas.microsoft.com/office/drawing/2014/main" id="{B40C3CF1-D508-0DC6-F471-40728F0BCB7B}"/>
                </a:ext>
              </a:extLst>
            </p:cNvPr>
            <p:cNvSpPr>
              <a:spLocks noChangeArrowheads="1"/>
            </p:cNvSpPr>
            <p:nvPr/>
          </p:nvSpPr>
          <p:spPr bwMode="gray">
            <a:xfrm>
              <a:off x="2097137" y="634087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AWS</a:t>
              </a:r>
            </a:p>
          </p:txBody>
        </p:sp>
        <p:sp>
          <p:nvSpPr>
            <p:cNvPr id="11" name="Rectangle 6">
              <a:extLst>
                <a:ext uri="{FF2B5EF4-FFF2-40B4-BE49-F238E27FC236}">
                  <a16:creationId xmlns:a16="http://schemas.microsoft.com/office/drawing/2014/main" id="{5A944F8C-2CC1-D58B-D17A-E371F0FF6C6F}"/>
                </a:ext>
              </a:extLst>
            </p:cNvPr>
            <p:cNvSpPr>
              <a:spLocks noChangeArrowheads="1"/>
            </p:cNvSpPr>
            <p:nvPr/>
          </p:nvSpPr>
          <p:spPr bwMode="gray">
            <a:xfrm>
              <a:off x="4123505" y="5531722"/>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Angular</a:t>
              </a:r>
              <a:endParaRPr kumimoji="0" lang="fr-FR" sz="1200" b="0" i="0" u="none" strike="noStrike" kern="0" cap="none" spc="0" normalizeH="0" baseline="0" noProof="0" dirty="0">
                <a:ln>
                  <a:noFill/>
                </a:ln>
                <a:effectLst/>
                <a:uLnTx/>
                <a:uFillTx/>
              </a:endParaRPr>
            </a:p>
          </p:txBody>
        </p:sp>
        <p:sp>
          <p:nvSpPr>
            <p:cNvPr id="58" name="Rectangle 7">
              <a:extLst>
                <a:ext uri="{FF2B5EF4-FFF2-40B4-BE49-F238E27FC236}">
                  <a16:creationId xmlns:a16="http://schemas.microsoft.com/office/drawing/2014/main" id="{F784CC72-A7D5-CB9B-4C54-ECCD429DEA39}"/>
                </a:ext>
              </a:extLst>
            </p:cNvPr>
            <p:cNvSpPr>
              <a:spLocks noChangeArrowheads="1"/>
            </p:cNvSpPr>
            <p:nvPr/>
          </p:nvSpPr>
          <p:spPr bwMode="gray">
            <a:xfrm>
              <a:off x="3108633" y="5530931"/>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.Net</a:t>
              </a:r>
            </a:p>
          </p:txBody>
        </p:sp>
        <p:sp>
          <p:nvSpPr>
            <p:cNvPr id="67" name="Rectangle 8">
              <a:extLst>
                <a:ext uri="{FF2B5EF4-FFF2-40B4-BE49-F238E27FC236}">
                  <a16:creationId xmlns:a16="http://schemas.microsoft.com/office/drawing/2014/main" id="{2F214D79-A700-3D41-5404-67D3A820570E}"/>
                </a:ext>
              </a:extLst>
            </p:cNvPr>
            <p:cNvSpPr>
              <a:spLocks noChangeArrowheads="1"/>
            </p:cNvSpPr>
            <p:nvPr/>
          </p:nvSpPr>
          <p:spPr bwMode="gray">
            <a:xfrm>
              <a:off x="2093761" y="553219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C#</a:t>
              </a:r>
            </a:p>
          </p:txBody>
        </p:sp>
        <p:sp>
          <p:nvSpPr>
            <p:cNvPr id="68" name="Rectangle 9">
              <a:extLst>
                <a:ext uri="{FF2B5EF4-FFF2-40B4-BE49-F238E27FC236}">
                  <a16:creationId xmlns:a16="http://schemas.microsoft.com/office/drawing/2014/main" id="{23390873-7E85-29C0-AEA3-C645CC8BF94A}"/>
                </a:ext>
              </a:extLst>
            </p:cNvPr>
            <p:cNvSpPr>
              <a:spLocks noChangeArrowheads="1"/>
            </p:cNvSpPr>
            <p:nvPr/>
          </p:nvSpPr>
          <p:spPr bwMode="gray">
            <a:xfrm>
              <a:off x="104635" y="552708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fr-FR" sz="1200" b="1" i="0" u="none" strike="noStrike" kern="0" cap="none" spc="0" normalizeH="0" baseline="0" noProof="0" dirty="0">
                  <a:ln>
                    <a:noFill/>
                  </a:ln>
                  <a:solidFill>
                    <a:srgbClr val="A82465"/>
                  </a:solidFill>
                  <a:effectLst/>
                  <a:uLnTx/>
                  <a:uFillTx/>
                </a:rPr>
                <a:t>Java</a:t>
              </a:r>
            </a:p>
          </p:txBody>
        </p:sp>
        <p:sp>
          <p:nvSpPr>
            <p:cNvPr id="69" name="Rectangle 8">
              <a:extLst>
                <a:ext uri="{FF2B5EF4-FFF2-40B4-BE49-F238E27FC236}">
                  <a16:creationId xmlns:a16="http://schemas.microsoft.com/office/drawing/2014/main" id="{E01D43ED-E104-D11F-8ADA-D0E0F117F37C}"/>
                </a:ext>
              </a:extLst>
            </p:cNvPr>
            <p:cNvSpPr>
              <a:spLocks noChangeArrowheads="1"/>
            </p:cNvSpPr>
            <p:nvPr/>
          </p:nvSpPr>
          <p:spPr bwMode="gray">
            <a:xfrm>
              <a:off x="1095879" y="553093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SpringBoot</a:t>
              </a:r>
              <a:endParaRPr kumimoji="0" lang="fr-FR" sz="1200" b="0" i="0" u="none" strike="noStrike" kern="0" cap="none" spc="0" normalizeH="0" baseline="0" noProof="0" dirty="0">
                <a:ln>
                  <a:noFill/>
                </a:ln>
                <a:effectLst/>
                <a:uLnTx/>
                <a:uFillTx/>
              </a:endParaRPr>
            </a:p>
          </p:txBody>
        </p:sp>
        <p:sp>
          <p:nvSpPr>
            <p:cNvPr id="24" name="Rectangle 13">
              <a:extLst>
                <a:ext uri="{FF2B5EF4-FFF2-40B4-BE49-F238E27FC236}">
                  <a16:creationId xmlns:a16="http://schemas.microsoft.com/office/drawing/2014/main" id="{709EF115-8409-9AB7-90EC-6731D63A4E35}"/>
                </a:ext>
              </a:extLst>
            </p:cNvPr>
            <p:cNvSpPr>
              <a:spLocks noChangeArrowheads="1"/>
            </p:cNvSpPr>
            <p:nvPr/>
          </p:nvSpPr>
          <p:spPr bwMode="gray">
            <a:xfrm>
              <a:off x="4129379" y="633201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Vue</a:t>
              </a:r>
            </a:p>
          </p:txBody>
        </p:sp>
        <p:sp>
          <p:nvSpPr>
            <p:cNvPr id="27" name="Rectangle 7">
              <a:extLst>
                <a:ext uri="{FF2B5EF4-FFF2-40B4-BE49-F238E27FC236}">
                  <a16:creationId xmlns:a16="http://schemas.microsoft.com/office/drawing/2014/main" id="{4011EE3D-C996-B3F4-39B7-905051E23D7E}"/>
                </a:ext>
              </a:extLst>
            </p:cNvPr>
            <p:cNvSpPr>
              <a:spLocks noChangeArrowheads="1"/>
            </p:cNvSpPr>
            <p:nvPr/>
          </p:nvSpPr>
          <p:spPr bwMode="gray">
            <a:xfrm>
              <a:off x="3113258" y="633201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lang="fr-FR" sz="1200" b="1" kern="0" noProof="0" dirty="0">
                  <a:solidFill>
                    <a:srgbClr val="A82465"/>
                  </a:solidFill>
                </a:rPr>
                <a:t>IA</a:t>
              </a:r>
              <a:endParaRPr kumimoji="0" lang="fr-FR" sz="1200" b="1" i="0" u="none" strike="noStrike" kern="0" cap="none" spc="0" normalizeH="0" baseline="0" noProof="0" dirty="0">
                <a:ln>
                  <a:noFill/>
                </a:ln>
                <a:solidFill>
                  <a:srgbClr val="A82465"/>
                </a:solidFill>
                <a:effectLst/>
                <a:uLnTx/>
                <a:uFillTx/>
              </a:endParaRPr>
            </a:p>
          </p:txBody>
        </p:sp>
      </p:grpSp>
      <p:grpSp>
        <p:nvGrpSpPr>
          <p:cNvPr id="79" name="Groupe 78">
            <a:extLst>
              <a:ext uri="{FF2B5EF4-FFF2-40B4-BE49-F238E27FC236}">
                <a16:creationId xmlns:a16="http://schemas.microsoft.com/office/drawing/2014/main" id="{C3A11619-36F8-AF85-A648-870CA3A328BD}"/>
              </a:ext>
            </a:extLst>
          </p:cNvPr>
          <p:cNvGrpSpPr/>
          <p:nvPr/>
        </p:nvGrpSpPr>
        <p:grpSpPr>
          <a:xfrm>
            <a:off x="6492997" y="4912023"/>
            <a:ext cx="4996744" cy="1766668"/>
            <a:chOff x="104635" y="4934209"/>
            <a:chExt cx="4996744" cy="1766668"/>
          </a:xfrm>
        </p:grpSpPr>
        <p:sp>
          <p:nvSpPr>
            <p:cNvPr id="80" name="Rectangle 79">
              <a:extLst>
                <a:ext uri="{FF2B5EF4-FFF2-40B4-BE49-F238E27FC236}">
                  <a16:creationId xmlns:a16="http://schemas.microsoft.com/office/drawing/2014/main" id="{1B52CE9C-2B6C-8C36-1CA8-9EF77B3BF2E1}"/>
                </a:ext>
              </a:extLst>
            </p:cNvPr>
            <p:cNvSpPr/>
            <p:nvPr/>
          </p:nvSpPr>
          <p:spPr bwMode="gray">
            <a:xfrm>
              <a:off x="446498" y="4934209"/>
              <a:ext cx="3729821" cy="461664"/>
            </a:xfrm>
            <a:prstGeom prst="rect">
              <a:avLst/>
            </a:prstGeom>
            <a:noFill/>
            <a:ln w="9525" algn="ctr">
              <a:noFill/>
              <a:miter lim="800000"/>
              <a:headEnd/>
              <a:tailEnd/>
            </a:ln>
            <a:effectLst/>
          </p:spPr>
          <p:txBody>
            <a:bodyPr wrap="square" lIns="63500" tIns="91440" rIns="64800" bIns="91440" rtlCol="0" anchor="b">
              <a:spAutoFit/>
            </a:bodyPr>
            <a:lstStyle/>
            <a:p>
              <a:pPr lvl="0" algn="ctr"/>
              <a:r>
                <a:rPr lang="fr-FR" b="1" kern="0" noProof="0" dirty="0">
                  <a:latin typeface="+mj-lt"/>
                </a:rPr>
                <a:t>Expertises </a:t>
              </a:r>
              <a:r>
                <a:rPr lang="fr-FR" b="1" kern="0" noProof="0" dirty="0">
                  <a:solidFill>
                    <a:srgbClr val="5236AB"/>
                  </a:solidFill>
                  <a:latin typeface="+mj-lt"/>
                </a:rPr>
                <a:t>métiers</a:t>
              </a:r>
            </a:p>
          </p:txBody>
        </p:sp>
        <p:cxnSp>
          <p:nvCxnSpPr>
            <p:cNvPr id="81" name="Straight Connector 14">
              <a:extLst>
                <a:ext uri="{FF2B5EF4-FFF2-40B4-BE49-F238E27FC236}">
                  <a16:creationId xmlns:a16="http://schemas.microsoft.com/office/drawing/2014/main" id="{BEAB6786-2B9E-DABE-461E-279E41566F65}"/>
                </a:ext>
              </a:extLst>
            </p:cNvPr>
            <p:cNvCxnSpPr>
              <a:cxnSpLocks/>
            </p:cNvCxnSpPr>
            <p:nvPr/>
          </p:nvCxnSpPr>
          <p:spPr bwMode="gray">
            <a:xfrm>
              <a:off x="104635" y="5427722"/>
              <a:ext cx="4990870" cy="0"/>
            </a:xfrm>
            <a:prstGeom prst="line">
              <a:avLst/>
            </a:prstGeom>
            <a:noFill/>
            <a:ln w="38100" cap="rnd">
              <a:solidFill>
                <a:srgbClr val="5236AB"/>
              </a:solidFill>
              <a:round/>
              <a:headEnd/>
              <a:tailEnd/>
            </a:ln>
            <a:effectLst/>
          </p:spPr>
        </p:cxnSp>
        <p:sp>
          <p:nvSpPr>
            <p:cNvPr id="82" name="Rectangle 81">
              <a:extLst>
                <a:ext uri="{FF2B5EF4-FFF2-40B4-BE49-F238E27FC236}">
                  <a16:creationId xmlns:a16="http://schemas.microsoft.com/office/drawing/2014/main" id="{0166EDEE-C279-F875-CDE3-F0C70197018F}"/>
                </a:ext>
              </a:extLst>
            </p:cNvPr>
            <p:cNvSpPr>
              <a:spLocks noChangeArrowheads="1"/>
            </p:cNvSpPr>
            <p:nvPr/>
          </p:nvSpPr>
          <p:spPr bwMode="gray">
            <a:xfrm>
              <a:off x="3119367" y="593026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PMO</a:t>
              </a:r>
            </a:p>
          </p:txBody>
        </p:sp>
        <p:sp>
          <p:nvSpPr>
            <p:cNvPr id="83" name="Rectangle 7">
              <a:extLst>
                <a:ext uri="{FF2B5EF4-FFF2-40B4-BE49-F238E27FC236}">
                  <a16:creationId xmlns:a16="http://schemas.microsoft.com/office/drawing/2014/main" id="{A806D53C-FAA5-F0E1-2699-8C4443A354E3}"/>
                </a:ext>
              </a:extLst>
            </p:cNvPr>
            <p:cNvSpPr>
              <a:spLocks noChangeArrowheads="1"/>
            </p:cNvSpPr>
            <p:nvPr/>
          </p:nvSpPr>
          <p:spPr bwMode="gray">
            <a:xfrm>
              <a:off x="104635" y="593026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Analyse</a:t>
              </a:r>
            </a:p>
          </p:txBody>
        </p:sp>
        <p:sp>
          <p:nvSpPr>
            <p:cNvPr id="84" name="Rectangle 9">
              <a:extLst>
                <a:ext uri="{FF2B5EF4-FFF2-40B4-BE49-F238E27FC236}">
                  <a16:creationId xmlns:a16="http://schemas.microsoft.com/office/drawing/2014/main" id="{F3651962-F127-1F5C-4E9F-BA96A8E751F8}"/>
                </a:ext>
              </a:extLst>
            </p:cNvPr>
            <p:cNvSpPr>
              <a:spLocks noChangeArrowheads="1"/>
            </p:cNvSpPr>
            <p:nvPr/>
          </p:nvSpPr>
          <p:spPr bwMode="gray">
            <a:xfrm>
              <a:off x="1100811" y="5936199"/>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fr-FR" sz="1200" b="0" i="0" u="none" strike="noStrike" kern="0" cap="none" spc="0" normalizeH="0" baseline="0" noProof="0" dirty="0" err="1">
                  <a:ln>
                    <a:noFill/>
                  </a:ln>
                  <a:effectLst/>
                  <a:uLnTx/>
                  <a:uFillTx/>
                </a:rPr>
                <a:t>Chargé.e</a:t>
              </a:r>
              <a:r>
                <a:rPr kumimoji="0" lang="fr-FR" sz="1200" b="0" i="0" u="none" strike="noStrike" kern="0" cap="none" spc="0" normalizeH="0" baseline="0" noProof="0" dirty="0">
                  <a:ln>
                    <a:noFill/>
                  </a:ln>
                  <a:effectLst/>
                  <a:uLnTx/>
                  <a:uFillTx/>
                </a:rPr>
                <a:t> de projet</a:t>
              </a:r>
            </a:p>
          </p:txBody>
        </p:sp>
        <p:sp>
          <p:nvSpPr>
            <p:cNvPr id="85" name="Rectangle 7">
              <a:extLst>
                <a:ext uri="{FF2B5EF4-FFF2-40B4-BE49-F238E27FC236}">
                  <a16:creationId xmlns:a16="http://schemas.microsoft.com/office/drawing/2014/main" id="{9AD591E4-B643-E6E8-F5ED-4B96D336FDAC}"/>
                </a:ext>
              </a:extLst>
            </p:cNvPr>
            <p:cNvSpPr>
              <a:spLocks noChangeArrowheads="1"/>
            </p:cNvSpPr>
            <p:nvPr/>
          </p:nvSpPr>
          <p:spPr bwMode="gray">
            <a:xfrm>
              <a:off x="2096987" y="5938603"/>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Chef.fe</a:t>
              </a:r>
              <a:r>
                <a:rPr kumimoji="0" lang="fr-FR" sz="1200" b="0" i="0" u="none" strike="noStrike" kern="0" cap="none" spc="0" normalizeH="0" baseline="0" noProof="0" dirty="0">
                  <a:ln>
                    <a:noFill/>
                  </a:ln>
                  <a:effectLst/>
                  <a:uLnTx/>
                  <a:uFillTx/>
                </a:rPr>
                <a:t> de projet</a:t>
              </a:r>
            </a:p>
          </p:txBody>
        </p:sp>
        <p:sp>
          <p:nvSpPr>
            <p:cNvPr id="86" name="Rectangle 7">
              <a:extLst>
                <a:ext uri="{FF2B5EF4-FFF2-40B4-BE49-F238E27FC236}">
                  <a16:creationId xmlns:a16="http://schemas.microsoft.com/office/drawing/2014/main" id="{43161330-C6F9-7763-2F06-E37E780A96A6}"/>
                </a:ext>
              </a:extLst>
            </p:cNvPr>
            <p:cNvSpPr>
              <a:spLocks noChangeArrowheads="1"/>
            </p:cNvSpPr>
            <p:nvPr/>
          </p:nvSpPr>
          <p:spPr bwMode="gray">
            <a:xfrm>
              <a:off x="4129230" y="5938603"/>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Direction de projet</a:t>
              </a:r>
            </a:p>
          </p:txBody>
        </p:sp>
        <p:sp>
          <p:nvSpPr>
            <p:cNvPr id="87" name="Rectangle 7">
              <a:extLst>
                <a:ext uri="{FF2B5EF4-FFF2-40B4-BE49-F238E27FC236}">
                  <a16:creationId xmlns:a16="http://schemas.microsoft.com/office/drawing/2014/main" id="{15A4193B-3EAB-82E0-CC0A-5B8D79DEDCA4}"/>
                </a:ext>
              </a:extLst>
            </p:cNvPr>
            <p:cNvSpPr>
              <a:spLocks noChangeArrowheads="1"/>
            </p:cNvSpPr>
            <p:nvPr/>
          </p:nvSpPr>
          <p:spPr bwMode="gray">
            <a:xfrm>
              <a:off x="104635" y="633201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100" b="0" i="0" u="none" strike="noStrike" kern="0" cap="none" spc="0" normalizeH="0" baseline="0" noProof="0" dirty="0">
                  <a:ln>
                    <a:noFill/>
                  </a:ln>
                  <a:effectLst/>
                  <a:uLnTx/>
                  <a:uFillTx/>
                </a:rPr>
                <a:t>Business </a:t>
              </a:r>
              <a:r>
                <a:rPr kumimoji="0" lang="fr-FR" sz="1100" b="0" i="0" u="none" strike="noStrike" kern="0" cap="none" spc="0" normalizeH="0" baseline="0" noProof="0" dirty="0" err="1">
                  <a:ln>
                    <a:noFill/>
                  </a:ln>
                  <a:effectLst/>
                  <a:uLnTx/>
                  <a:uFillTx/>
                </a:rPr>
                <a:t>Analyst</a:t>
              </a:r>
              <a:endParaRPr kumimoji="0" lang="fr-FR" sz="1100" b="0" i="0" u="none" strike="noStrike" kern="0" cap="none" spc="0" normalizeH="0" baseline="0" noProof="0" dirty="0">
                <a:ln>
                  <a:noFill/>
                </a:ln>
                <a:effectLst/>
                <a:uLnTx/>
                <a:uFillTx/>
              </a:endParaRPr>
            </a:p>
          </p:txBody>
        </p:sp>
        <p:sp>
          <p:nvSpPr>
            <p:cNvPr id="88" name="Rectangle 7">
              <a:extLst>
                <a:ext uri="{FF2B5EF4-FFF2-40B4-BE49-F238E27FC236}">
                  <a16:creationId xmlns:a16="http://schemas.microsoft.com/office/drawing/2014/main" id="{4421AE9B-7AB1-87FB-B172-44DC527AB1D0}"/>
                </a:ext>
              </a:extLst>
            </p:cNvPr>
            <p:cNvSpPr>
              <a:spLocks noChangeArrowheads="1"/>
            </p:cNvSpPr>
            <p:nvPr/>
          </p:nvSpPr>
          <p:spPr bwMode="gray">
            <a:xfrm>
              <a:off x="1095879" y="6334652"/>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algn="ctr" eaLnBrk="0" hangingPunct="0">
                <a:spcBef>
                  <a:spcPct val="0"/>
                </a:spcBef>
                <a:buClr>
                  <a:srgbClr val="FFFFFF"/>
                </a:buClr>
                <a:defRPr/>
              </a:pPr>
              <a:r>
                <a:rPr kumimoji="0" lang="fr-FR" sz="1100" b="0" i="0" u="none" strike="noStrike" kern="0" cap="none" spc="0" normalizeH="0" baseline="0" noProof="0" dirty="0">
                  <a:ln>
                    <a:noFill/>
                  </a:ln>
                  <a:effectLst/>
                  <a:uLnTx/>
                  <a:uFillTx/>
                </a:rPr>
                <a:t>Consultance IA</a:t>
              </a:r>
            </a:p>
          </p:txBody>
        </p:sp>
        <p:sp>
          <p:nvSpPr>
            <p:cNvPr id="89" name="Rectangle 13">
              <a:extLst>
                <a:ext uri="{FF2B5EF4-FFF2-40B4-BE49-F238E27FC236}">
                  <a16:creationId xmlns:a16="http://schemas.microsoft.com/office/drawing/2014/main" id="{632F36C2-D19E-B6C4-CAAF-C07AF2B3611C}"/>
                </a:ext>
              </a:extLst>
            </p:cNvPr>
            <p:cNvSpPr>
              <a:spLocks noChangeArrowheads="1"/>
            </p:cNvSpPr>
            <p:nvPr/>
          </p:nvSpPr>
          <p:spPr bwMode="gray">
            <a:xfrm>
              <a:off x="2097137" y="634087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AMOA</a:t>
              </a:r>
            </a:p>
          </p:txBody>
        </p:sp>
        <p:sp>
          <p:nvSpPr>
            <p:cNvPr id="90" name="Rectangle 6">
              <a:extLst>
                <a:ext uri="{FF2B5EF4-FFF2-40B4-BE49-F238E27FC236}">
                  <a16:creationId xmlns:a16="http://schemas.microsoft.com/office/drawing/2014/main" id="{FE22B122-B343-8694-0CB8-40ECADD5143D}"/>
                </a:ext>
              </a:extLst>
            </p:cNvPr>
            <p:cNvSpPr>
              <a:spLocks noChangeArrowheads="1"/>
            </p:cNvSpPr>
            <p:nvPr/>
          </p:nvSpPr>
          <p:spPr bwMode="gray">
            <a:xfrm>
              <a:off x="4123505" y="5531722"/>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100" b="0" i="0" u="none" strike="noStrike" kern="0" cap="none" spc="0" normalizeH="0" baseline="0" noProof="0" dirty="0">
                  <a:ln>
                    <a:noFill/>
                  </a:ln>
                  <a:effectLst/>
                  <a:uLnTx/>
                  <a:uFillTx/>
                </a:rPr>
                <a:t>Architecte d’entreprise</a:t>
              </a:r>
            </a:p>
          </p:txBody>
        </p:sp>
        <p:sp>
          <p:nvSpPr>
            <p:cNvPr id="91" name="Rectangle 7">
              <a:extLst>
                <a:ext uri="{FF2B5EF4-FFF2-40B4-BE49-F238E27FC236}">
                  <a16:creationId xmlns:a16="http://schemas.microsoft.com/office/drawing/2014/main" id="{7AFA25FD-A6F9-4C1B-8838-79DACEF81670}"/>
                </a:ext>
              </a:extLst>
            </p:cNvPr>
            <p:cNvSpPr>
              <a:spLocks noChangeArrowheads="1"/>
            </p:cNvSpPr>
            <p:nvPr/>
          </p:nvSpPr>
          <p:spPr bwMode="gray">
            <a:xfrm>
              <a:off x="3108633" y="5530931"/>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algn="ctr" eaLnBrk="0" hangingPunct="0">
                <a:spcBef>
                  <a:spcPct val="0"/>
                </a:spcBef>
                <a:buClr>
                  <a:srgbClr val="FFFFFF"/>
                </a:buClr>
                <a:defRPr/>
              </a:pPr>
              <a:r>
                <a:rPr kumimoji="0" lang="fr-FR" sz="1200" b="0" i="0" u="none" strike="noStrike" kern="0" cap="none" spc="0" normalizeH="0" baseline="0" noProof="0" dirty="0">
                  <a:ln>
                    <a:noFill/>
                  </a:ln>
                  <a:effectLst/>
                  <a:uLnTx/>
                  <a:uFillTx/>
                </a:rPr>
                <a:t>Architecte solution</a:t>
              </a:r>
            </a:p>
          </p:txBody>
        </p:sp>
        <p:sp>
          <p:nvSpPr>
            <p:cNvPr id="92" name="Rectangle 8">
              <a:extLst>
                <a:ext uri="{FF2B5EF4-FFF2-40B4-BE49-F238E27FC236}">
                  <a16:creationId xmlns:a16="http://schemas.microsoft.com/office/drawing/2014/main" id="{7B0E82FD-4D60-6E47-A819-8D6BBAB6E920}"/>
                </a:ext>
              </a:extLst>
            </p:cNvPr>
            <p:cNvSpPr>
              <a:spLocks noChangeArrowheads="1"/>
            </p:cNvSpPr>
            <p:nvPr/>
          </p:nvSpPr>
          <p:spPr bwMode="gray">
            <a:xfrm>
              <a:off x="2093761" y="553219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Tech Lead</a:t>
              </a:r>
            </a:p>
          </p:txBody>
        </p:sp>
        <p:sp>
          <p:nvSpPr>
            <p:cNvPr id="93" name="Rectangle 9">
              <a:extLst>
                <a:ext uri="{FF2B5EF4-FFF2-40B4-BE49-F238E27FC236}">
                  <a16:creationId xmlns:a16="http://schemas.microsoft.com/office/drawing/2014/main" id="{4C9EBD68-0F81-7F10-00E9-C330090C6B66}"/>
                </a:ext>
              </a:extLst>
            </p:cNvPr>
            <p:cNvSpPr>
              <a:spLocks noChangeArrowheads="1"/>
            </p:cNvSpPr>
            <p:nvPr/>
          </p:nvSpPr>
          <p:spPr bwMode="gray">
            <a:xfrm>
              <a:off x="104635" y="552708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fr-FR" sz="1100" b="0" i="0" u="none" strike="noStrike" kern="0" cap="none" spc="0" normalizeH="0" baseline="0" noProof="0" dirty="0">
                  <a:ln>
                    <a:noFill/>
                  </a:ln>
                  <a:effectLst/>
                  <a:uLnTx/>
                  <a:uFillTx/>
                </a:rPr>
                <a:t>Développement</a:t>
              </a:r>
            </a:p>
          </p:txBody>
        </p:sp>
        <p:sp>
          <p:nvSpPr>
            <p:cNvPr id="94" name="Rectangle 8">
              <a:extLst>
                <a:ext uri="{FF2B5EF4-FFF2-40B4-BE49-F238E27FC236}">
                  <a16:creationId xmlns:a16="http://schemas.microsoft.com/office/drawing/2014/main" id="{B6C83EC3-0437-DE7D-C405-9036C91C5DB2}"/>
                </a:ext>
              </a:extLst>
            </p:cNvPr>
            <p:cNvSpPr>
              <a:spLocks noChangeArrowheads="1"/>
            </p:cNvSpPr>
            <p:nvPr/>
          </p:nvSpPr>
          <p:spPr bwMode="gray">
            <a:xfrm>
              <a:off x="1095879" y="5530931"/>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err="1">
                  <a:ln>
                    <a:noFill/>
                  </a:ln>
                  <a:effectLst/>
                  <a:uLnTx/>
                  <a:uFillTx/>
                </a:rPr>
                <a:t>Expert.e</a:t>
              </a:r>
              <a:r>
                <a:rPr kumimoji="0" lang="fr-FR" sz="1200" b="0" i="0" u="none" strike="noStrike" kern="0" cap="none" spc="0" normalizeH="0" baseline="0" noProof="0" dirty="0">
                  <a:ln>
                    <a:noFill/>
                  </a:ln>
                  <a:effectLst/>
                  <a:uLnTx/>
                  <a:uFillTx/>
                </a:rPr>
                <a:t> technique</a:t>
              </a:r>
            </a:p>
          </p:txBody>
        </p:sp>
        <p:sp>
          <p:nvSpPr>
            <p:cNvPr id="95" name="Rectangle 13">
              <a:extLst>
                <a:ext uri="{FF2B5EF4-FFF2-40B4-BE49-F238E27FC236}">
                  <a16:creationId xmlns:a16="http://schemas.microsoft.com/office/drawing/2014/main" id="{2F08C58B-715E-2895-AD9A-BB17692D373A}"/>
                </a:ext>
              </a:extLst>
            </p:cNvPr>
            <p:cNvSpPr>
              <a:spLocks noChangeArrowheads="1"/>
            </p:cNvSpPr>
            <p:nvPr/>
          </p:nvSpPr>
          <p:spPr bwMode="gray">
            <a:xfrm>
              <a:off x="4129379" y="6332017"/>
              <a:ext cx="972000" cy="360000"/>
            </a:xfrm>
            <a:prstGeom prst="rect">
              <a:avLst/>
            </a:prstGeom>
            <a:solidFill>
              <a:schemeClr val="bg1"/>
            </a:solidFill>
            <a:ln w="28575" algn="ctr">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050" b="0" i="0" u="none" strike="noStrike" kern="0" cap="none" spc="0" normalizeH="0" baseline="0" noProof="0" dirty="0">
                  <a:ln>
                    <a:noFill/>
                  </a:ln>
                  <a:effectLst/>
                  <a:uLnTx/>
                  <a:uFillTx/>
                </a:rPr>
                <a:t>Management</a:t>
              </a:r>
            </a:p>
          </p:txBody>
        </p:sp>
        <p:sp>
          <p:nvSpPr>
            <p:cNvPr id="96" name="Rectangle 7">
              <a:extLst>
                <a:ext uri="{FF2B5EF4-FFF2-40B4-BE49-F238E27FC236}">
                  <a16:creationId xmlns:a16="http://schemas.microsoft.com/office/drawing/2014/main" id="{53D7E486-C5D3-A057-DA0F-58713CBFE990}"/>
                </a:ext>
              </a:extLst>
            </p:cNvPr>
            <p:cNvSpPr>
              <a:spLocks noChangeArrowheads="1"/>
            </p:cNvSpPr>
            <p:nvPr/>
          </p:nvSpPr>
          <p:spPr bwMode="gray">
            <a:xfrm>
              <a:off x="3113258" y="6332017"/>
              <a:ext cx="972000" cy="360000"/>
            </a:xfrm>
            <a:prstGeom prst="rect">
              <a:avLst/>
            </a:prstGeom>
            <a:solidFill>
              <a:schemeClr val="bg1"/>
            </a:solidFill>
            <a:ln w="28575">
              <a:noFill/>
              <a:miter lim="800000"/>
              <a:headEnd/>
              <a:tailEnd/>
            </a:ln>
            <a:effectLst>
              <a:outerShdw blurRad="50800" dist="38100" dir="2700000" algn="tl" rotWithShape="0">
                <a:prstClr val="black">
                  <a:alpha val="40000"/>
                </a:prstClr>
              </a:outerShdw>
            </a:effectLst>
          </p:spPr>
          <p:txBody>
            <a:bodyPr anchor="ctr"/>
            <a:lstStyle/>
            <a:p>
              <a:pPr marL="0" marR="0" lvl="0" indent="0" algn="ctr" defTabSz="914400" eaLnBrk="0" fontAlgn="auto" latinLnBrk="0" hangingPunct="0">
                <a:lnSpc>
                  <a:spcPct val="100000"/>
                </a:lnSpc>
                <a:spcBef>
                  <a:spcPct val="0"/>
                </a:spcBef>
                <a:spcAft>
                  <a:spcPts val="0"/>
                </a:spcAft>
                <a:buClr>
                  <a:srgbClr val="FFFFFF"/>
                </a:buClr>
                <a:buSzTx/>
                <a:buFontTx/>
                <a:buNone/>
                <a:tabLst/>
                <a:defRPr/>
              </a:pPr>
              <a:r>
                <a:rPr kumimoji="0" lang="fr-FR" sz="1200" b="0" i="0" u="none" strike="noStrike" kern="0" cap="none" spc="0" normalizeH="0" baseline="0" noProof="0" dirty="0">
                  <a:ln>
                    <a:noFill/>
                  </a:ln>
                  <a:effectLst/>
                  <a:uLnTx/>
                  <a:uFillTx/>
                </a:rPr>
                <a:t>Conseil</a:t>
              </a:r>
            </a:p>
          </p:txBody>
        </p:sp>
      </p:grpSp>
    </p:spTree>
    <p:extLst>
      <p:ext uri="{BB962C8B-B14F-4D97-AF65-F5344CB8AC3E}">
        <p14:creationId xmlns:p14="http://schemas.microsoft.com/office/powerpoint/2010/main" val="81051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500"/>
                                        <p:tgtEl>
                                          <p:spTgt spid="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fade">
                                      <p:cBhvr>
                                        <p:cTn id="12"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rme libre 4"/>
          <p:cNvSpPr/>
          <p:nvPr/>
        </p:nvSpPr>
        <p:spPr bwMode="gray">
          <a:xfrm rot="21309169">
            <a:off x="-127940" y="782698"/>
            <a:ext cx="12517550" cy="4147428"/>
          </a:xfrm>
          <a:custGeom>
            <a:avLst/>
            <a:gdLst>
              <a:gd name="connsiteX0" fmla="*/ 49455 w 6439622"/>
              <a:gd name="connsiteY0" fmla="*/ 1943362 h 1943362"/>
              <a:gd name="connsiteX1" fmla="*/ 155781 w 6439622"/>
              <a:gd name="connsiteY1" fmla="*/ 1613753 h 1943362"/>
              <a:gd name="connsiteX2" fmla="*/ 1346627 w 6439622"/>
              <a:gd name="connsiteY2" fmla="*/ 1454265 h 1943362"/>
              <a:gd name="connsiteX3" fmla="*/ 1686869 w 6439622"/>
              <a:gd name="connsiteY3" fmla="*/ 529232 h 1943362"/>
              <a:gd name="connsiteX4" fmla="*/ 3334915 w 6439622"/>
              <a:gd name="connsiteY4" fmla="*/ 656823 h 1943362"/>
              <a:gd name="connsiteX5" fmla="*/ 3313650 w 6439622"/>
              <a:gd name="connsiteY5" fmla="*/ 1347939 h 1943362"/>
              <a:gd name="connsiteX6" fmla="*/ 4015399 w 6439622"/>
              <a:gd name="connsiteY6" fmla="*/ 1486162 h 1943362"/>
              <a:gd name="connsiteX7" fmla="*/ 4578925 w 6439622"/>
              <a:gd name="connsiteY7" fmla="*/ 18869 h 1943362"/>
              <a:gd name="connsiteX8" fmla="*/ 5642181 w 6439622"/>
              <a:gd name="connsiteY8" fmla="*/ 635558 h 1943362"/>
              <a:gd name="connsiteX9" fmla="*/ 6439622 w 6439622"/>
              <a:gd name="connsiteY9" fmla="*/ 359111 h 1943362"/>
              <a:gd name="connsiteX0" fmla="*/ 49455 w 7484263"/>
              <a:gd name="connsiteY0" fmla="*/ 1942183 h 1942183"/>
              <a:gd name="connsiteX1" fmla="*/ 155781 w 7484263"/>
              <a:gd name="connsiteY1" fmla="*/ 1612574 h 1942183"/>
              <a:gd name="connsiteX2" fmla="*/ 1346627 w 7484263"/>
              <a:gd name="connsiteY2" fmla="*/ 1453086 h 1942183"/>
              <a:gd name="connsiteX3" fmla="*/ 1686869 w 7484263"/>
              <a:gd name="connsiteY3" fmla="*/ 528053 h 1942183"/>
              <a:gd name="connsiteX4" fmla="*/ 3334915 w 7484263"/>
              <a:gd name="connsiteY4" fmla="*/ 655644 h 1942183"/>
              <a:gd name="connsiteX5" fmla="*/ 3313650 w 7484263"/>
              <a:gd name="connsiteY5" fmla="*/ 1346760 h 1942183"/>
              <a:gd name="connsiteX6" fmla="*/ 4015399 w 7484263"/>
              <a:gd name="connsiteY6" fmla="*/ 1484983 h 1942183"/>
              <a:gd name="connsiteX7" fmla="*/ 4578925 w 7484263"/>
              <a:gd name="connsiteY7" fmla="*/ 17690 h 1942183"/>
              <a:gd name="connsiteX8" fmla="*/ 5642181 w 7484263"/>
              <a:gd name="connsiteY8" fmla="*/ 634379 h 1942183"/>
              <a:gd name="connsiteX9" fmla="*/ 7484263 w 7484263"/>
              <a:gd name="connsiteY9" fmla="*/ 27409 h 1942183"/>
              <a:gd name="connsiteX0" fmla="*/ 49455 w 7484263"/>
              <a:gd name="connsiteY0" fmla="*/ 1914774 h 1914774"/>
              <a:gd name="connsiteX1" fmla="*/ 155781 w 7484263"/>
              <a:gd name="connsiteY1" fmla="*/ 1585165 h 1914774"/>
              <a:gd name="connsiteX2" fmla="*/ 1346627 w 7484263"/>
              <a:gd name="connsiteY2" fmla="*/ 1425677 h 1914774"/>
              <a:gd name="connsiteX3" fmla="*/ 1686869 w 7484263"/>
              <a:gd name="connsiteY3" fmla="*/ 500644 h 1914774"/>
              <a:gd name="connsiteX4" fmla="*/ 3334915 w 7484263"/>
              <a:gd name="connsiteY4" fmla="*/ 628235 h 1914774"/>
              <a:gd name="connsiteX5" fmla="*/ 3313650 w 7484263"/>
              <a:gd name="connsiteY5" fmla="*/ 1319351 h 1914774"/>
              <a:gd name="connsiteX6" fmla="*/ 4015399 w 7484263"/>
              <a:gd name="connsiteY6" fmla="*/ 1457574 h 1914774"/>
              <a:gd name="connsiteX7" fmla="*/ 4596482 w 7484263"/>
              <a:gd name="connsiteY7" fmla="*/ 115879 h 1914774"/>
              <a:gd name="connsiteX8" fmla="*/ 5642181 w 7484263"/>
              <a:gd name="connsiteY8" fmla="*/ 606970 h 1914774"/>
              <a:gd name="connsiteX9" fmla="*/ 7484263 w 7484263"/>
              <a:gd name="connsiteY9" fmla="*/ 0 h 1914774"/>
              <a:gd name="connsiteX0" fmla="*/ 49455 w 7484263"/>
              <a:gd name="connsiteY0" fmla="*/ 1914774 h 1914774"/>
              <a:gd name="connsiteX1" fmla="*/ 155781 w 7484263"/>
              <a:gd name="connsiteY1" fmla="*/ 1585165 h 1914774"/>
              <a:gd name="connsiteX2" fmla="*/ 1346627 w 7484263"/>
              <a:gd name="connsiteY2" fmla="*/ 1425677 h 1914774"/>
              <a:gd name="connsiteX3" fmla="*/ 1686869 w 7484263"/>
              <a:gd name="connsiteY3" fmla="*/ 500644 h 1914774"/>
              <a:gd name="connsiteX4" fmla="*/ 3334915 w 7484263"/>
              <a:gd name="connsiteY4" fmla="*/ 628235 h 1914774"/>
              <a:gd name="connsiteX5" fmla="*/ 3313650 w 7484263"/>
              <a:gd name="connsiteY5" fmla="*/ 1319351 h 1914774"/>
              <a:gd name="connsiteX6" fmla="*/ 4015399 w 7484263"/>
              <a:gd name="connsiteY6" fmla="*/ 1457574 h 1914774"/>
              <a:gd name="connsiteX7" fmla="*/ 4596482 w 7484263"/>
              <a:gd name="connsiteY7" fmla="*/ 115879 h 1914774"/>
              <a:gd name="connsiteX8" fmla="*/ 5756302 w 7484263"/>
              <a:gd name="connsiteY8" fmla="*/ 415267 h 1914774"/>
              <a:gd name="connsiteX9" fmla="*/ 7484263 w 7484263"/>
              <a:gd name="connsiteY9" fmla="*/ 0 h 1914774"/>
              <a:gd name="connsiteX0" fmla="*/ 49455 w 7484263"/>
              <a:gd name="connsiteY0" fmla="*/ 1914774 h 1914774"/>
              <a:gd name="connsiteX1" fmla="*/ 155781 w 7484263"/>
              <a:gd name="connsiteY1" fmla="*/ 1585165 h 1914774"/>
              <a:gd name="connsiteX2" fmla="*/ 1346627 w 7484263"/>
              <a:gd name="connsiteY2" fmla="*/ 1425677 h 1914774"/>
              <a:gd name="connsiteX3" fmla="*/ 1686869 w 7484263"/>
              <a:gd name="connsiteY3" fmla="*/ 500644 h 1914774"/>
              <a:gd name="connsiteX4" fmla="*/ 3018889 w 7484263"/>
              <a:gd name="connsiteY4" fmla="*/ 727392 h 1914774"/>
              <a:gd name="connsiteX5" fmla="*/ 3313650 w 7484263"/>
              <a:gd name="connsiteY5" fmla="*/ 1319351 h 1914774"/>
              <a:gd name="connsiteX6" fmla="*/ 4015399 w 7484263"/>
              <a:gd name="connsiteY6" fmla="*/ 1457574 h 1914774"/>
              <a:gd name="connsiteX7" fmla="*/ 4596482 w 7484263"/>
              <a:gd name="connsiteY7" fmla="*/ 115879 h 1914774"/>
              <a:gd name="connsiteX8" fmla="*/ 5756302 w 7484263"/>
              <a:gd name="connsiteY8" fmla="*/ 415267 h 1914774"/>
              <a:gd name="connsiteX9" fmla="*/ 7484263 w 7484263"/>
              <a:gd name="connsiteY9" fmla="*/ 0 h 1914774"/>
              <a:gd name="connsiteX0" fmla="*/ 7960 w 7793908"/>
              <a:gd name="connsiteY0" fmla="*/ 1947826 h 1947826"/>
              <a:gd name="connsiteX1" fmla="*/ 465426 w 7793908"/>
              <a:gd name="connsiteY1" fmla="*/ 1585165 h 1947826"/>
              <a:gd name="connsiteX2" fmla="*/ 1656272 w 7793908"/>
              <a:gd name="connsiteY2" fmla="*/ 1425677 h 1947826"/>
              <a:gd name="connsiteX3" fmla="*/ 1996514 w 7793908"/>
              <a:gd name="connsiteY3" fmla="*/ 500644 h 1947826"/>
              <a:gd name="connsiteX4" fmla="*/ 3328534 w 7793908"/>
              <a:gd name="connsiteY4" fmla="*/ 727392 h 1947826"/>
              <a:gd name="connsiteX5" fmla="*/ 3623295 w 7793908"/>
              <a:gd name="connsiteY5" fmla="*/ 1319351 h 1947826"/>
              <a:gd name="connsiteX6" fmla="*/ 4325044 w 7793908"/>
              <a:gd name="connsiteY6" fmla="*/ 1457574 h 1947826"/>
              <a:gd name="connsiteX7" fmla="*/ 4906127 w 7793908"/>
              <a:gd name="connsiteY7" fmla="*/ 115879 h 1947826"/>
              <a:gd name="connsiteX8" fmla="*/ 6065947 w 7793908"/>
              <a:gd name="connsiteY8" fmla="*/ 415267 h 1947826"/>
              <a:gd name="connsiteX9" fmla="*/ 7793908 w 7793908"/>
              <a:gd name="connsiteY9" fmla="*/ 0 h 1947826"/>
              <a:gd name="connsiteX0" fmla="*/ 1672 w 9078059"/>
              <a:gd name="connsiteY0" fmla="*/ 2225466 h 2225466"/>
              <a:gd name="connsiteX1" fmla="*/ 1749577 w 9078059"/>
              <a:gd name="connsiteY1" fmla="*/ 1585165 h 2225466"/>
              <a:gd name="connsiteX2" fmla="*/ 2940423 w 9078059"/>
              <a:gd name="connsiteY2" fmla="*/ 1425677 h 2225466"/>
              <a:gd name="connsiteX3" fmla="*/ 3280665 w 9078059"/>
              <a:gd name="connsiteY3" fmla="*/ 500644 h 2225466"/>
              <a:gd name="connsiteX4" fmla="*/ 4612685 w 9078059"/>
              <a:gd name="connsiteY4" fmla="*/ 727392 h 2225466"/>
              <a:gd name="connsiteX5" fmla="*/ 4907446 w 9078059"/>
              <a:gd name="connsiteY5" fmla="*/ 1319351 h 2225466"/>
              <a:gd name="connsiteX6" fmla="*/ 5609195 w 9078059"/>
              <a:gd name="connsiteY6" fmla="*/ 1457574 h 2225466"/>
              <a:gd name="connsiteX7" fmla="*/ 6190278 w 9078059"/>
              <a:gd name="connsiteY7" fmla="*/ 115879 h 2225466"/>
              <a:gd name="connsiteX8" fmla="*/ 7350098 w 9078059"/>
              <a:gd name="connsiteY8" fmla="*/ 415267 h 2225466"/>
              <a:gd name="connsiteX9" fmla="*/ 9078059 w 9078059"/>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280616 w 9078010"/>
              <a:gd name="connsiteY3" fmla="*/ 500644 h 2225466"/>
              <a:gd name="connsiteX4" fmla="*/ 4612636 w 9078010"/>
              <a:gd name="connsiteY4" fmla="*/ 727392 h 2225466"/>
              <a:gd name="connsiteX5" fmla="*/ 4907397 w 9078010"/>
              <a:gd name="connsiteY5" fmla="*/ 1319351 h 2225466"/>
              <a:gd name="connsiteX6" fmla="*/ 5609146 w 9078010"/>
              <a:gd name="connsiteY6" fmla="*/ 1457574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280616 w 9078010"/>
              <a:gd name="connsiteY3" fmla="*/ 500644 h 2225466"/>
              <a:gd name="connsiteX4" fmla="*/ 4287832 w 9078010"/>
              <a:gd name="connsiteY4" fmla="*/ 919095 h 2225466"/>
              <a:gd name="connsiteX5" fmla="*/ 4907397 w 9078010"/>
              <a:gd name="connsiteY5" fmla="*/ 1319351 h 2225466"/>
              <a:gd name="connsiteX6" fmla="*/ 5609146 w 9078010"/>
              <a:gd name="connsiteY6" fmla="*/ 1457574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061153 w 9078010"/>
              <a:gd name="connsiteY3" fmla="*/ 599801 h 2225466"/>
              <a:gd name="connsiteX4" fmla="*/ 4287832 w 9078010"/>
              <a:gd name="connsiteY4" fmla="*/ 919095 h 2225466"/>
              <a:gd name="connsiteX5" fmla="*/ 4907397 w 9078010"/>
              <a:gd name="connsiteY5" fmla="*/ 1319351 h 2225466"/>
              <a:gd name="connsiteX6" fmla="*/ 5609146 w 9078010"/>
              <a:gd name="connsiteY6" fmla="*/ 1457574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061153 w 9078010"/>
              <a:gd name="connsiteY3" fmla="*/ 599801 h 2225466"/>
              <a:gd name="connsiteX4" fmla="*/ 4287832 w 9078010"/>
              <a:gd name="connsiteY4" fmla="*/ 919095 h 2225466"/>
              <a:gd name="connsiteX5" fmla="*/ 4565036 w 9078010"/>
              <a:gd name="connsiteY5" fmla="*/ 1425118 h 2225466"/>
              <a:gd name="connsiteX6" fmla="*/ 5609146 w 9078010"/>
              <a:gd name="connsiteY6" fmla="*/ 1457574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061153 w 9078010"/>
              <a:gd name="connsiteY3" fmla="*/ 599801 h 2225466"/>
              <a:gd name="connsiteX4" fmla="*/ 4287832 w 9078010"/>
              <a:gd name="connsiteY4" fmla="*/ 919095 h 2225466"/>
              <a:gd name="connsiteX5" fmla="*/ 4565036 w 9078010"/>
              <a:gd name="connsiteY5" fmla="*/ 1425118 h 2225466"/>
              <a:gd name="connsiteX6" fmla="*/ 5389684 w 9078010"/>
              <a:gd name="connsiteY6" fmla="*/ 1041115 h 2225466"/>
              <a:gd name="connsiteX7" fmla="*/ 6190229 w 9078010"/>
              <a:gd name="connsiteY7" fmla="*/ 115879 h 2225466"/>
              <a:gd name="connsiteX8" fmla="*/ 7350049 w 9078010"/>
              <a:gd name="connsiteY8" fmla="*/ 415267 h 2225466"/>
              <a:gd name="connsiteX9" fmla="*/ 9078010 w 9078010"/>
              <a:gd name="connsiteY9" fmla="*/ 0 h 2225466"/>
              <a:gd name="connsiteX0" fmla="*/ 1623 w 9078010"/>
              <a:gd name="connsiteY0" fmla="*/ 2225466 h 2225466"/>
              <a:gd name="connsiteX1" fmla="*/ 1749528 w 9078010"/>
              <a:gd name="connsiteY1" fmla="*/ 1585165 h 2225466"/>
              <a:gd name="connsiteX2" fmla="*/ 2685798 w 9078010"/>
              <a:gd name="connsiteY2" fmla="*/ 1604159 h 2225466"/>
              <a:gd name="connsiteX3" fmla="*/ 3061153 w 9078010"/>
              <a:gd name="connsiteY3" fmla="*/ 599801 h 2225466"/>
              <a:gd name="connsiteX4" fmla="*/ 4287832 w 9078010"/>
              <a:gd name="connsiteY4" fmla="*/ 919095 h 2225466"/>
              <a:gd name="connsiteX5" fmla="*/ 4565036 w 9078010"/>
              <a:gd name="connsiteY5" fmla="*/ 1425118 h 2225466"/>
              <a:gd name="connsiteX6" fmla="*/ 5389684 w 9078010"/>
              <a:gd name="connsiteY6" fmla="*/ 1041115 h 2225466"/>
              <a:gd name="connsiteX7" fmla="*/ 6989072 w 9078010"/>
              <a:gd name="connsiteY7" fmla="*/ 1365257 h 2225466"/>
              <a:gd name="connsiteX8" fmla="*/ 7350049 w 9078010"/>
              <a:gd name="connsiteY8" fmla="*/ 415267 h 2225466"/>
              <a:gd name="connsiteX9" fmla="*/ 9078010 w 9078010"/>
              <a:gd name="connsiteY9" fmla="*/ 0 h 2225466"/>
              <a:gd name="connsiteX0" fmla="*/ 1623 w 10421119"/>
              <a:gd name="connsiteY0" fmla="*/ 2417169 h 2417169"/>
              <a:gd name="connsiteX1" fmla="*/ 1749528 w 10421119"/>
              <a:gd name="connsiteY1" fmla="*/ 1776868 h 2417169"/>
              <a:gd name="connsiteX2" fmla="*/ 2685798 w 10421119"/>
              <a:gd name="connsiteY2" fmla="*/ 1795862 h 2417169"/>
              <a:gd name="connsiteX3" fmla="*/ 3061153 w 10421119"/>
              <a:gd name="connsiteY3" fmla="*/ 791504 h 2417169"/>
              <a:gd name="connsiteX4" fmla="*/ 4287832 w 10421119"/>
              <a:gd name="connsiteY4" fmla="*/ 1110798 h 2417169"/>
              <a:gd name="connsiteX5" fmla="*/ 4565036 w 10421119"/>
              <a:gd name="connsiteY5" fmla="*/ 1616821 h 2417169"/>
              <a:gd name="connsiteX6" fmla="*/ 5389684 w 10421119"/>
              <a:gd name="connsiteY6" fmla="*/ 1232818 h 2417169"/>
              <a:gd name="connsiteX7" fmla="*/ 6989072 w 10421119"/>
              <a:gd name="connsiteY7" fmla="*/ 1556960 h 2417169"/>
              <a:gd name="connsiteX8" fmla="*/ 7350049 w 10421119"/>
              <a:gd name="connsiteY8" fmla="*/ 606970 h 2417169"/>
              <a:gd name="connsiteX9" fmla="*/ 10421119 w 10421119"/>
              <a:gd name="connsiteY9" fmla="*/ 0 h 2417169"/>
              <a:gd name="connsiteX0" fmla="*/ 1623 w 10421119"/>
              <a:gd name="connsiteY0" fmla="*/ 2417169 h 2417169"/>
              <a:gd name="connsiteX1" fmla="*/ 1749528 w 10421119"/>
              <a:gd name="connsiteY1" fmla="*/ 1776868 h 2417169"/>
              <a:gd name="connsiteX2" fmla="*/ 2685798 w 10421119"/>
              <a:gd name="connsiteY2" fmla="*/ 1795862 h 2417169"/>
              <a:gd name="connsiteX3" fmla="*/ 3061153 w 10421119"/>
              <a:gd name="connsiteY3" fmla="*/ 791504 h 2417169"/>
              <a:gd name="connsiteX4" fmla="*/ 4287832 w 10421119"/>
              <a:gd name="connsiteY4" fmla="*/ 1110798 h 2417169"/>
              <a:gd name="connsiteX5" fmla="*/ 4565036 w 10421119"/>
              <a:gd name="connsiteY5" fmla="*/ 1616821 h 2417169"/>
              <a:gd name="connsiteX6" fmla="*/ 5389684 w 10421119"/>
              <a:gd name="connsiteY6" fmla="*/ 1232818 h 2417169"/>
              <a:gd name="connsiteX7" fmla="*/ 6989072 w 10421119"/>
              <a:gd name="connsiteY7" fmla="*/ 1556960 h 2417169"/>
              <a:gd name="connsiteX8" fmla="*/ 7745081 w 10421119"/>
              <a:gd name="connsiteY8" fmla="*/ 554086 h 2417169"/>
              <a:gd name="connsiteX9" fmla="*/ 10421119 w 10421119"/>
              <a:gd name="connsiteY9" fmla="*/ 0 h 2417169"/>
              <a:gd name="connsiteX0" fmla="*/ 1623 w 10421119"/>
              <a:gd name="connsiteY0" fmla="*/ 2417169 h 2417169"/>
              <a:gd name="connsiteX1" fmla="*/ 1749528 w 10421119"/>
              <a:gd name="connsiteY1" fmla="*/ 1776868 h 2417169"/>
              <a:gd name="connsiteX2" fmla="*/ 2685798 w 10421119"/>
              <a:gd name="connsiteY2" fmla="*/ 1795862 h 2417169"/>
              <a:gd name="connsiteX3" fmla="*/ 3061153 w 10421119"/>
              <a:gd name="connsiteY3" fmla="*/ 791504 h 2417169"/>
              <a:gd name="connsiteX4" fmla="*/ 4287832 w 10421119"/>
              <a:gd name="connsiteY4" fmla="*/ 1110798 h 2417169"/>
              <a:gd name="connsiteX5" fmla="*/ 4565036 w 10421119"/>
              <a:gd name="connsiteY5" fmla="*/ 1616821 h 2417169"/>
              <a:gd name="connsiteX6" fmla="*/ 5389684 w 10421119"/>
              <a:gd name="connsiteY6" fmla="*/ 1232818 h 2417169"/>
              <a:gd name="connsiteX7" fmla="*/ 7305098 w 10421119"/>
              <a:gd name="connsiteY7" fmla="*/ 1570181 h 2417169"/>
              <a:gd name="connsiteX8" fmla="*/ 7745081 w 10421119"/>
              <a:gd name="connsiteY8" fmla="*/ 554086 h 2417169"/>
              <a:gd name="connsiteX9" fmla="*/ 10421119 w 10421119"/>
              <a:gd name="connsiteY9" fmla="*/ 0 h 2417169"/>
              <a:gd name="connsiteX0" fmla="*/ 1623 w 11214294"/>
              <a:gd name="connsiteY0" fmla="*/ 2597074 h 2597074"/>
              <a:gd name="connsiteX1" fmla="*/ 1749528 w 11214294"/>
              <a:gd name="connsiteY1" fmla="*/ 1956773 h 2597074"/>
              <a:gd name="connsiteX2" fmla="*/ 2685798 w 11214294"/>
              <a:gd name="connsiteY2" fmla="*/ 1975767 h 2597074"/>
              <a:gd name="connsiteX3" fmla="*/ 3061153 w 11214294"/>
              <a:gd name="connsiteY3" fmla="*/ 971409 h 2597074"/>
              <a:gd name="connsiteX4" fmla="*/ 4287832 w 11214294"/>
              <a:gd name="connsiteY4" fmla="*/ 1290703 h 2597074"/>
              <a:gd name="connsiteX5" fmla="*/ 4565036 w 11214294"/>
              <a:gd name="connsiteY5" fmla="*/ 1796726 h 2597074"/>
              <a:gd name="connsiteX6" fmla="*/ 5389684 w 11214294"/>
              <a:gd name="connsiteY6" fmla="*/ 1412723 h 2597074"/>
              <a:gd name="connsiteX7" fmla="*/ 7305098 w 11214294"/>
              <a:gd name="connsiteY7" fmla="*/ 1750086 h 2597074"/>
              <a:gd name="connsiteX8" fmla="*/ 7745081 w 11214294"/>
              <a:gd name="connsiteY8" fmla="*/ 733991 h 2597074"/>
              <a:gd name="connsiteX9" fmla="*/ 11214294 w 11214294"/>
              <a:gd name="connsiteY9" fmla="*/ 0 h 2597074"/>
              <a:gd name="connsiteX0" fmla="*/ 1623 w 11214294"/>
              <a:gd name="connsiteY0" fmla="*/ 2597074 h 2597074"/>
              <a:gd name="connsiteX1" fmla="*/ 1749528 w 11214294"/>
              <a:gd name="connsiteY1" fmla="*/ 1956773 h 2597074"/>
              <a:gd name="connsiteX2" fmla="*/ 2685798 w 11214294"/>
              <a:gd name="connsiteY2" fmla="*/ 1975767 h 2597074"/>
              <a:gd name="connsiteX3" fmla="*/ 3061153 w 11214294"/>
              <a:gd name="connsiteY3" fmla="*/ 971409 h 2597074"/>
              <a:gd name="connsiteX4" fmla="*/ 4287832 w 11214294"/>
              <a:gd name="connsiteY4" fmla="*/ 1290703 h 2597074"/>
              <a:gd name="connsiteX5" fmla="*/ 4543804 w 11214294"/>
              <a:gd name="connsiteY5" fmla="*/ 2036270 h 2597074"/>
              <a:gd name="connsiteX6" fmla="*/ 5389684 w 11214294"/>
              <a:gd name="connsiteY6" fmla="*/ 1412723 h 2597074"/>
              <a:gd name="connsiteX7" fmla="*/ 7305098 w 11214294"/>
              <a:gd name="connsiteY7" fmla="*/ 1750086 h 2597074"/>
              <a:gd name="connsiteX8" fmla="*/ 7745081 w 11214294"/>
              <a:gd name="connsiteY8" fmla="*/ 733991 h 2597074"/>
              <a:gd name="connsiteX9" fmla="*/ 11214294 w 11214294"/>
              <a:gd name="connsiteY9" fmla="*/ 0 h 2597074"/>
              <a:gd name="connsiteX0" fmla="*/ 1623 w 11214294"/>
              <a:gd name="connsiteY0" fmla="*/ 2597074 h 2597074"/>
              <a:gd name="connsiteX1" fmla="*/ 1749528 w 11214294"/>
              <a:gd name="connsiteY1" fmla="*/ 1956773 h 2597074"/>
              <a:gd name="connsiteX2" fmla="*/ 2685798 w 11214294"/>
              <a:gd name="connsiteY2" fmla="*/ 1975767 h 2597074"/>
              <a:gd name="connsiteX3" fmla="*/ 3061153 w 11214294"/>
              <a:gd name="connsiteY3" fmla="*/ 971409 h 2597074"/>
              <a:gd name="connsiteX4" fmla="*/ 4101256 w 11214294"/>
              <a:gd name="connsiteY4" fmla="*/ 1279644 h 2597074"/>
              <a:gd name="connsiteX5" fmla="*/ 4543804 w 11214294"/>
              <a:gd name="connsiteY5" fmla="*/ 2036270 h 2597074"/>
              <a:gd name="connsiteX6" fmla="*/ 5389684 w 11214294"/>
              <a:gd name="connsiteY6" fmla="*/ 1412723 h 2597074"/>
              <a:gd name="connsiteX7" fmla="*/ 7305098 w 11214294"/>
              <a:gd name="connsiteY7" fmla="*/ 1750086 h 2597074"/>
              <a:gd name="connsiteX8" fmla="*/ 7745081 w 11214294"/>
              <a:gd name="connsiteY8" fmla="*/ 733991 h 2597074"/>
              <a:gd name="connsiteX9" fmla="*/ 11214294 w 11214294"/>
              <a:gd name="connsiteY9" fmla="*/ 0 h 259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14294" h="2597074">
                <a:moveTo>
                  <a:pt x="1623" y="2597074"/>
                </a:moveTo>
                <a:cubicBezTo>
                  <a:pt x="-53312" y="2473027"/>
                  <a:pt x="1302166" y="2060324"/>
                  <a:pt x="1749528" y="1956773"/>
                </a:cubicBezTo>
                <a:cubicBezTo>
                  <a:pt x="2196890" y="1853222"/>
                  <a:pt x="2467194" y="2139994"/>
                  <a:pt x="2685798" y="1975767"/>
                </a:cubicBezTo>
                <a:cubicBezTo>
                  <a:pt x="2904402" y="1811540"/>
                  <a:pt x="2825243" y="1087429"/>
                  <a:pt x="3061153" y="971409"/>
                </a:cubicBezTo>
                <a:cubicBezTo>
                  <a:pt x="3297063" y="855389"/>
                  <a:pt x="3854148" y="1102167"/>
                  <a:pt x="4101256" y="1279644"/>
                </a:cubicBezTo>
                <a:cubicBezTo>
                  <a:pt x="4348364" y="1457121"/>
                  <a:pt x="4329066" y="2014090"/>
                  <a:pt x="4543804" y="2036270"/>
                </a:cubicBezTo>
                <a:cubicBezTo>
                  <a:pt x="4758542" y="2058450"/>
                  <a:pt x="4929468" y="1460420"/>
                  <a:pt x="5389684" y="1412723"/>
                </a:cubicBezTo>
                <a:cubicBezTo>
                  <a:pt x="5849900" y="1365026"/>
                  <a:pt x="6912532" y="1863208"/>
                  <a:pt x="7305098" y="1750086"/>
                </a:cubicBezTo>
                <a:cubicBezTo>
                  <a:pt x="7697664" y="1636964"/>
                  <a:pt x="7225744" y="995688"/>
                  <a:pt x="7745081" y="733991"/>
                </a:cubicBezTo>
                <a:cubicBezTo>
                  <a:pt x="8264418" y="472294"/>
                  <a:pt x="11026452" y="191386"/>
                  <a:pt x="11214294" y="0"/>
                </a:cubicBezTo>
              </a:path>
            </a:pathLst>
          </a:custGeom>
          <a:ln w="127000">
            <a:solidFill>
              <a:schemeClr val="tx1">
                <a:lumMod val="50000"/>
                <a:lumOff val="50000"/>
              </a:schemeClr>
            </a:solidFill>
            <a:prstDash val="sysDash"/>
            <a:headEnd/>
            <a:tailEnd/>
          </a:ln>
        </p:spPr>
        <p:style>
          <a:lnRef idx="1">
            <a:schemeClr val="dk1"/>
          </a:lnRef>
          <a:fillRef idx="0">
            <a:schemeClr val="dk1"/>
          </a:fillRef>
          <a:effectRef idx="0">
            <a:schemeClr val="dk1"/>
          </a:effectRef>
          <a:fontRef idx="minor">
            <a:schemeClr val="tx1"/>
          </a:fontRef>
        </p:style>
        <p:txBody>
          <a:bodyPr rtlCol="0" anchor="ctr"/>
          <a:lstStyle/>
          <a:p>
            <a:pPr algn="ctr"/>
            <a:endParaRPr lang="fr-FR" sz="1463" noProof="0" dirty="0"/>
          </a:p>
        </p:txBody>
      </p:sp>
      <p:sp>
        <p:nvSpPr>
          <p:cNvPr id="2" name="Rectangle 1"/>
          <p:cNvSpPr/>
          <p:nvPr/>
        </p:nvSpPr>
        <p:spPr>
          <a:xfrm>
            <a:off x="2205681" y="3538373"/>
            <a:ext cx="1641390" cy="317459"/>
          </a:xfrm>
          <a:prstGeom prst="rect">
            <a:avLst/>
          </a:prstGeom>
        </p:spPr>
        <p:txBody>
          <a:bodyPr wrap="square">
            <a:spAutoFit/>
          </a:bodyPr>
          <a:lstStyle/>
          <a:p>
            <a:pPr algn="ctr"/>
            <a:r>
              <a:rPr lang="fr-FR" sz="1463" noProof="0" dirty="0"/>
              <a:t> </a:t>
            </a:r>
          </a:p>
        </p:txBody>
      </p:sp>
      <p:sp>
        <p:nvSpPr>
          <p:cNvPr id="65" name="Chevron 64">
            <a:extLst>
              <a:ext uri="{FF2B5EF4-FFF2-40B4-BE49-F238E27FC236}">
                <a16:creationId xmlns:a16="http://schemas.microsoft.com/office/drawing/2014/main" id="{DEEE3E72-324B-D645-A081-159ECB38C8C2}"/>
              </a:ext>
            </a:extLst>
          </p:cNvPr>
          <p:cNvSpPr/>
          <p:nvPr/>
        </p:nvSpPr>
        <p:spPr>
          <a:xfrm>
            <a:off x="2630298" y="5641577"/>
            <a:ext cx="272119" cy="367504"/>
          </a:xfrm>
          <a:prstGeom prst="chevron">
            <a:avLst/>
          </a:prstGeom>
          <a:solidFill>
            <a:srgbClr val="CBC3E6"/>
          </a:solidFill>
          <a:ln>
            <a:solidFill>
              <a:srgbClr val="CB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63" noProof="0" dirty="0">
              <a:solidFill>
                <a:schemeClr val="tx1"/>
              </a:solidFill>
              <a:latin typeface="Arial" panose="020B0604020202020204" pitchFamily="34" charset="0"/>
              <a:ea typeface="Arial" panose="020B0604020202020204" pitchFamily="34" charset="-128"/>
            </a:endParaRPr>
          </a:p>
        </p:txBody>
      </p:sp>
      <p:sp>
        <p:nvSpPr>
          <p:cNvPr id="66" name="ZoneTexte 65"/>
          <p:cNvSpPr txBox="1"/>
          <p:nvPr/>
        </p:nvSpPr>
        <p:spPr>
          <a:xfrm>
            <a:off x="1633165" y="5652695"/>
            <a:ext cx="1196602" cy="329563"/>
          </a:xfrm>
          <a:prstGeom prst="rect">
            <a:avLst/>
          </a:prstGeom>
        </p:spPr>
        <p:txBody>
          <a:bodyPr vert="horz" wrap="square" lIns="0" tIns="0" rIns="0" bIns="0" rtlCol="0" anchor="t" anchorCtr="0">
            <a:noAutofit/>
          </a:bodyPr>
          <a:lstStyle/>
          <a:p>
            <a:r>
              <a:rPr lang="fr-FR" sz="2275" b="1" noProof="0" dirty="0">
                <a:solidFill>
                  <a:schemeClr val="accent3">
                    <a:lumMod val="75000"/>
                  </a:schemeClr>
                </a:solidFill>
              </a:rPr>
              <a:t>2017</a:t>
            </a:r>
          </a:p>
        </p:txBody>
      </p:sp>
      <p:sp>
        <p:nvSpPr>
          <p:cNvPr id="68" name="ZoneTexte 67"/>
          <p:cNvSpPr txBox="1"/>
          <p:nvPr/>
        </p:nvSpPr>
        <p:spPr>
          <a:xfrm>
            <a:off x="3320877" y="5644794"/>
            <a:ext cx="1196602" cy="329563"/>
          </a:xfrm>
          <a:prstGeom prst="rect">
            <a:avLst/>
          </a:prstGeom>
        </p:spPr>
        <p:txBody>
          <a:bodyPr vert="horz" wrap="square" lIns="0" tIns="0" rIns="0" bIns="0" rtlCol="0" anchor="t" anchorCtr="0">
            <a:noAutofit/>
          </a:bodyPr>
          <a:lstStyle/>
          <a:p>
            <a:r>
              <a:rPr lang="fr-FR" sz="2275" b="1" noProof="0" dirty="0">
                <a:solidFill>
                  <a:schemeClr val="accent3">
                    <a:lumMod val="75000"/>
                  </a:schemeClr>
                </a:solidFill>
              </a:rPr>
              <a:t>2019</a:t>
            </a:r>
          </a:p>
        </p:txBody>
      </p:sp>
      <p:sp>
        <p:nvSpPr>
          <p:cNvPr id="69" name="ZoneTexte 68"/>
          <p:cNvSpPr txBox="1"/>
          <p:nvPr/>
        </p:nvSpPr>
        <p:spPr>
          <a:xfrm>
            <a:off x="4999863" y="5622215"/>
            <a:ext cx="1196602" cy="329563"/>
          </a:xfrm>
          <a:prstGeom prst="rect">
            <a:avLst/>
          </a:prstGeom>
        </p:spPr>
        <p:txBody>
          <a:bodyPr vert="horz" wrap="square" lIns="0" tIns="0" rIns="0" bIns="0" rtlCol="0" anchor="t" anchorCtr="0">
            <a:noAutofit/>
          </a:bodyPr>
          <a:lstStyle/>
          <a:p>
            <a:pPr algn="l"/>
            <a:r>
              <a:rPr lang="fr-FR" sz="2275" b="1" noProof="0" dirty="0">
                <a:solidFill>
                  <a:schemeClr val="accent3">
                    <a:lumMod val="75000"/>
                  </a:schemeClr>
                </a:solidFill>
              </a:rPr>
              <a:t>2022</a:t>
            </a:r>
          </a:p>
        </p:txBody>
      </p:sp>
      <p:sp>
        <p:nvSpPr>
          <p:cNvPr id="72" name="Chevron 71">
            <a:extLst>
              <a:ext uri="{FF2B5EF4-FFF2-40B4-BE49-F238E27FC236}">
                <a16:creationId xmlns:a16="http://schemas.microsoft.com/office/drawing/2014/main" id="{DEEE3E72-324B-D645-A081-159ECB38C8C2}"/>
              </a:ext>
            </a:extLst>
          </p:cNvPr>
          <p:cNvSpPr/>
          <p:nvPr/>
        </p:nvSpPr>
        <p:spPr>
          <a:xfrm>
            <a:off x="4323461" y="5623419"/>
            <a:ext cx="272119" cy="367504"/>
          </a:xfrm>
          <a:prstGeom prst="chevron">
            <a:avLst/>
          </a:prstGeom>
          <a:solidFill>
            <a:srgbClr val="CBC3E6"/>
          </a:solidFill>
          <a:ln>
            <a:solidFill>
              <a:srgbClr val="CBC3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463" noProof="0" dirty="0">
              <a:solidFill>
                <a:schemeClr val="tx1"/>
              </a:solidFill>
              <a:latin typeface="Arial" panose="020B0604020202020204" pitchFamily="34" charset="0"/>
              <a:ea typeface="Arial" panose="020B0604020202020204" pitchFamily="34" charset="-128"/>
            </a:endParaRPr>
          </a:p>
        </p:txBody>
      </p:sp>
      <p:sp>
        <p:nvSpPr>
          <p:cNvPr id="37" name="ZoneTexte 36"/>
          <p:cNvSpPr txBox="1"/>
          <p:nvPr/>
        </p:nvSpPr>
        <p:spPr>
          <a:xfrm>
            <a:off x="582599" y="469860"/>
            <a:ext cx="7211026" cy="870861"/>
          </a:xfrm>
          <a:prstGeom prst="rect">
            <a:avLst/>
          </a:prstGeom>
        </p:spPr>
        <p:txBody>
          <a:bodyPr vert="horz" wrap="square" lIns="0" tIns="0" rIns="0" bIns="0" rtlCol="0" anchor="t" anchorCtr="0">
            <a:normAutofit/>
          </a:bodyPr>
          <a:lstStyle/>
          <a:p>
            <a:pPr algn="l"/>
            <a:r>
              <a:rPr lang="fr-FR" sz="3600" spc="300" noProof="0" dirty="0">
                <a:gradFill flip="none" rotWithShape="1">
                  <a:gsLst>
                    <a:gs pos="0">
                      <a:schemeClr val="accent1"/>
                    </a:gs>
                    <a:gs pos="74000">
                      <a:schemeClr val="accent4"/>
                    </a:gs>
                    <a:gs pos="100000">
                      <a:schemeClr val="accent3"/>
                    </a:gs>
                  </a:gsLst>
                  <a:lin ang="0" scaled="1"/>
                  <a:tileRect/>
                </a:gradFill>
              </a:rPr>
              <a:t>Mon parcours CGI</a:t>
            </a:r>
          </a:p>
        </p:txBody>
      </p:sp>
      <p:sp>
        <p:nvSpPr>
          <p:cNvPr id="3" name="Rectangle 2"/>
          <p:cNvSpPr/>
          <p:nvPr/>
        </p:nvSpPr>
        <p:spPr bwMode="gray">
          <a:xfrm>
            <a:off x="256189" y="3991867"/>
            <a:ext cx="2276964" cy="1407006"/>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noProof="0" dirty="0">
                <a:cs typeface="Arial" pitchFamily="34" charset="0"/>
              </a:rPr>
              <a:t>Mes formations</a:t>
            </a:r>
          </a:p>
          <a:p>
            <a:pPr algn="ctr">
              <a:spcBef>
                <a:spcPct val="0"/>
              </a:spcBef>
              <a:buClrTx/>
              <a:buSzPct val="90000"/>
            </a:pPr>
            <a:endParaRPr lang="fr-FR" sz="1600" b="1" noProof="0" dirty="0">
              <a:cs typeface="Arial" pitchFamily="34" charset="0"/>
            </a:endParaRPr>
          </a:p>
          <a:p>
            <a:pPr algn="ctr">
              <a:spcBef>
                <a:spcPct val="0"/>
              </a:spcBef>
              <a:buClrTx/>
              <a:buSzPct val="90000"/>
            </a:pPr>
            <a:r>
              <a:rPr lang="en-US" sz="1600" b="1" dirty="0"/>
              <a:t>Concours GEIPI</a:t>
            </a:r>
          </a:p>
          <a:p>
            <a:pPr algn="ctr">
              <a:spcBef>
                <a:spcPct val="0"/>
              </a:spcBef>
              <a:buClrTx/>
              <a:buSzPct val="90000"/>
            </a:pPr>
            <a:r>
              <a:rPr lang="fr-FR" sz="1600" b="1" noProof="0" dirty="0">
                <a:cs typeface="Arial" pitchFamily="34" charset="0"/>
              </a:rPr>
              <a:t>PEIP Polytech Nancy</a:t>
            </a:r>
          </a:p>
        </p:txBody>
      </p:sp>
      <p:sp>
        <p:nvSpPr>
          <p:cNvPr id="51" name="Rectangle 50"/>
          <p:cNvSpPr/>
          <p:nvPr/>
        </p:nvSpPr>
        <p:spPr bwMode="gray">
          <a:xfrm>
            <a:off x="4078026" y="3800972"/>
            <a:ext cx="2276964" cy="1407005"/>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dirty="0">
                <a:cs typeface="Arial" pitchFamily="34" charset="0"/>
              </a:rPr>
              <a:t>Mes formations</a:t>
            </a:r>
          </a:p>
          <a:p>
            <a:pPr algn="ctr">
              <a:spcBef>
                <a:spcPct val="0"/>
              </a:spcBef>
              <a:buClrTx/>
              <a:buSzPct val="90000"/>
            </a:pPr>
            <a:endParaRPr lang="fr-FR" sz="1200" b="1" dirty="0">
              <a:cs typeface="Arial" pitchFamily="34" charset="0"/>
            </a:endParaRPr>
          </a:p>
          <a:p>
            <a:pPr algn="ctr">
              <a:spcBef>
                <a:spcPct val="0"/>
              </a:spcBef>
              <a:buClrTx/>
              <a:buSzPct val="90000"/>
            </a:pPr>
            <a:r>
              <a:rPr lang="fr-FR" sz="1200" b="1" dirty="0">
                <a:cs typeface="Arial" pitchFamily="34" charset="0"/>
              </a:rPr>
              <a:t>Double diplôme Master MFLS</a:t>
            </a:r>
          </a:p>
          <a:p>
            <a:pPr algn="ctr">
              <a:spcBef>
                <a:spcPct val="0"/>
              </a:spcBef>
              <a:buClrTx/>
              <a:buSzPct val="90000"/>
            </a:pPr>
            <a:r>
              <a:rPr lang="fr-FR" sz="1200" b="1" dirty="0">
                <a:cs typeface="Arial" pitchFamily="34" charset="0"/>
              </a:rPr>
              <a:t>FST NANCY</a:t>
            </a:r>
            <a:endParaRPr lang="fr-FR" sz="1050" b="1" dirty="0">
              <a:cs typeface="Arial" pitchFamily="34" charset="0"/>
            </a:endParaRPr>
          </a:p>
        </p:txBody>
      </p:sp>
      <p:sp>
        <p:nvSpPr>
          <p:cNvPr id="52" name="Rectangle 51"/>
          <p:cNvSpPr/>
          <p:nvPr/>
        </p:nvSpPr>
        <p:spPr bwMode="gray">
          <a:xfrm>
            <a:off x="9309977" y="469859"/>
            <a:ext cx="2276964" cy="1579105"/>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noProof="0" dirty="0">
                <a:cs typeface="Arial" pitchFamily="34" charset="0"/>
              </a:rPr>
              <a:t>Expérience</a:t>
            </a:r>
          </a:p>
          <a:p>
            <a:pPr algn="ctr">
              <a:spcBef>
                <a:spcPct val="0"/>
              </a:spcBef>
              <a:buClrTx/>
              <a:buSzPct val="90000"/>
            </a:pPr>
            <a:endParaRPr lang="fr-FR" sz="1200" b="1" noProof="0" dirty="0">
              <a:cs typeface="Arial" pitchFamily="34" charset="0"/>
            </a:endParaRPr>
          </a:p>
          <a:p>
            <a:pPr algn="ctr">
              <a:spcBef>
                <a:spcPct val="0"/>
              </a:spcBef>
              <a:buClrTx/>
              <a:buSzPct val="90000"/>
            </a:pPr>
            <a:r>
              <a:rPr lang="fr-FR" sz="1200" spc="300" noProof="0" dirty="0">
                <a:gradFill flip="none" rotWithShape="1">
                  <a:gsLst>
                    <a:gs pos="0">
                      <a:schemeClr val="accent1"/>
                    </a:gs>
                    <a:gs pos="74000">
                      <a:schemeClr val="accent4"/>
                    </a:gs>
                    <a:gs pos="100000">
                      <a:schemeClr val="accent3"/>
                    </a:gs>
                  </a:gsLst>
                  <a:lin ang="0" scaled="1"/>
                  <a:tileRect/>
                </a:gradFill>
              </a:rPr>
              <a:t>CGI Luxembourg</a:t>
            </a:r>
            <a:endParaRPr lang="fr-FR" sz="1200" b="1" noProof="0" dirty="0">
              <a:cs typeface="Arial" pitchFamily="34" charset="0"/>
            </a:endParaRPr>
          </a:p>
          <a:p>
            <a:pPr algn="ctr">
              <a:spcBef>
                <a:spcPct val="0"/>
              </a:spcBef>
              <a:buClrTx/>
              <a:buSzPct val="90000"/>
            </a:pPr>
            <a:endParaRPr lang="fr-FR" sz="1200" b="1" noProof="0" dirty="0">
              <a:cs typeface="Arial" pitchFamily="34" charset="0"/>
            </a:endParaRPr>
          </a:p>
          <a:p>
            <a:pPr algn="ctr">
              <a:spcBef>
                <a:spcPct val="0"/>
              </a:spcBef>
              <a:buClrTx/>
              <a:buSzPct val="90000"/>
            </a:pPr>
            <a:r>
              <a:rPr lang="fr-FR" sz="1200" b="1" dirty="0">
                <a:cs typeface="Arial" pitchFamily="34" charset="0"/>
              </a:rPr>
              <a:t>Ingénieur en tech. de l’info.</a:t>
            </a:r>
          </a:p>
          <a:p>
            <a:pPr algn="ctr">
              <a:spcBef>
                <a:spcPct val="0"/>
              </a:spcBef>
              <a:buClrTx/>
              <a:buSzPct val="90000"/>
            </a:pPr>
            <a:r>
              <a:rPr lang="fr-FR" sz="1200" b="1" dirty="0">
                <a:cs typeface="Arial" pitchFamily="34" charset="0"/>
              </a:rPr>
              <a:t>puis</a:t>
            </a:r>
          </a:p>
          <a:p>
            <a:pPr algn="ctr">
              <a:spcBef>
                <a:spcPct val="0"/>
              </a:spcBef>
              <a:buClrTx/>
              <a:buSzPct val="90000"/>
            </a:pPr>
            <a:r>
              <a:rPr lang="fr-FR" sz="1200" b="1" dirty="0">
                <a:cs typeface="Arial" pitchFamily="34" charset="0"/>
              </a:rPr>
              <a:t>Expert Technique Java</a:t>
            </a:r>
          </a:p>
        </p:txBody>
      </p:sp>
      <p:pic>
        <p:nvPicPr>
          <p:cNvPr id="1026" name="Picture 2" descr="Filière Ressources humaines, administration &amp; gestion - CIFA PME Aquitain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9850" y="3962818"/>
            <a:ext cx="487181" cy="48718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B3557F61-84A4-E518-4E44-50FE138BB78A}"/>
              </a:ext>
            </a:extLst>
          </p:cNvPr>
          <p:cNvSpPr/>
          <p:nvPr/>
        </p:nvSpPr>
        <p:spPr bwMode="gray">
          <a:xfrm>
            <a:off x="7313835" y="2944346"/>
            <a:ext cx="2276964" cy="1224628"/>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noProof="0" dirty="0">
                <a:cs typeface="Arial" pitchFamily="34" charset="0"/>
              </a:rPr>
              <a:t>Stage</a:t>
            </a:r>
          </a:p>
          <a:p>
            <a:pPr algn="ctr">
              <a:spcBef>
                <a:spcPct val="0"/>
              </a:spcBef>
              <a:buClrTx/>
              <a:buSzPct val="90000"/>
            </a:pPr>
            <a:endParaRPr lang="fr-FR" sz="1200" b="1" noProof="0" dirty="0">
              <a:cs typeface="Arial" pitchFamily="34" charset="0"/>
            </a:endParaRPr>
          </a:p>
          <a:p>
            <a:pPr algn="ctr">
              <a:spcBef>
                <a:spcPct val="0"/>
              </a:spcBef>
              <a:buClrTx/>
              <a:buSzPct val="90000"/>
            </a:pPr>
            <a:r>
              <a:rPr lang="fr-FR" sz="1200" spc="300" noProof="0" dirty="0">
                <a:gradFill flip="none" rotWithShape="1">
                  <a:gsLst>
                    <a:gs pos="0">
                      <a:schemeClr val="accent1"/>
                    </a:gs>
                    <a:gs pos="74000">
                      <a:schemeClr val="accent4"/>
                    </a:gs>
                    <a:gs pos="100000">
                      <a:schemeClr val="accent3"/>
                    </a:gs>
                  </a:gsLst>
                  <a:lin ang="0" scaled="1"/>
                  <a:tileRect/>
                </a:gradFill>
              </a:rPr>
              <a:t>CGI Luxembourg</a:t>
            </a:r>
            <a:endParaRPr lang="fr-FR" sz="1200" b="1" noProof="0" dirty="0">
              <a:cs typeface="Arial" pitchFamily="34" charset="0"/>
            </a:endParaRPr>
          </a:p>
          <a:p>
            <a:pPr algn="ctr">
              <a:spcBef>
                <a:spcPct val="0"/>
              </a:spcBef>
              <a:buClrTx/>
              <a:buSzPct val="90000"/>
            </a:pPr>
            <a:endParaRPr lang="fr-FR" sz="1200" b="1" noProof="0" dirty="0">
              <a:cs typeface="Arial" pitchFamily="34" charset="0"/>
            </a:endParaRPr>
          </a:p>
          <a:p>
            <a:pPr algn="ctr">
              <a:spcBef>
                <a:spcPct val="0"/>
              </a:spcBef>
              <a:buClrTx/>
              <a:buSzPct val="90000"/>
            </a:pPr>
            <a:r>
              <a:rPr lang="fr-FR" sz="1200" b="1" noProof="0" dirty="0">
                <a:cs typeface="Arial" pitchFamily="34" charset="0"/>
              </a:rPr>
              <a:t>Stage analyste développeur</a:t>
            </a:r>
          </a:p>
        </p:txBody>
      </p:sp>
      <p:pic>
        <p:nvPicPr>
          <p:cNvPr id="6" name="Picture 6" descr="Liste de contrôle - Icônes interface gratuites">
            <a:extLst>
              <a:ext uri="{FF2B5EF4-FFF2-40B4-BE49-F238E27FC236}">
                <a16:creationId xmlns:a16="http://schemas.microsoft.com/office/drawing/2014/main" id="{66DB9A56-FC15-9DEA-28C8-5CAEFCF12B8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2838" y="2944346"/>
            <a:ext cx="384526" cy="384526"/>
          </a:xfrm>
          <a:prstGeom prst="rect">
            <a:avLst/>
          </a:prstGeom>
          <a:noFill/>
          <a:extLst>
            <a:ext uri="{909E8E84-426E-40DD-AFC4-6F175D3DCCD1}">
              <a14:hiddenFill xmlns:a14="http://schemas.microsoft.com/office/drawing/2010/main">
                <a:solidFill>
                  <a:srgbClr val="FFFFFF"/>
                </a:solidFill>
              </a14:hiddenFill>
            </a:ext>
          </a:extLst>
        </p:spPr>
      </p:pic>
      <p:sp>
        <p:nvSpPr>
          <p:cNvPr id="7" name="Espace réservé du numéro de diapositive 6">
            <a:extLst>
              <a:ext uri="{FF2B5EF4-FFF2-40B4-BE49-F238E27FC236}">
                <a16:creationId xmlns:a16="http://schemas.microsoft.com/office/drawing/2014/main" id="{90A9BAF9-E755-E84A-D061-BDD03218BC82}"/>
              </a:ext>
            </a:extLst>
          </p:cNvPr>
          <p:cNvSpPr>
            <a:spLocks noGrp="1"/>
          </p:cNvSpPr>
          <p:nvPr>
            <p:ph type="sldNum" sz="quarter" idx="12"/>
          </p:nvPr>
        </p:nvSpPr>
        <p:spPr/>
        <p:txBody>
          <a:bodyPr/>
          <a:lstStyle/>
          <a:p>
            <a:fld id="{6983841B-0DB4-4C99-B5E5-79625F01DBF7}" type="slidenum">
              <a:rPr lang="en-GB" smtClean="0"/>
              <a:t>5</a:t>
            </a:fld>
            <a:endParaRPr lang="en-GB"/>
          </a:p>
        </p:txBody>
      </p:sp>
      <p:pic>
        <p:nvPicPr>
          <p:cNvPr id="10" name="Picture 2" descr="Filière Ressources humaines, administration &amp; gestion - CIFA PME Aquitaine">
            <a:extLst>
              <a:ext uri="{FF2B5EF4-FFF2-40B4-BE49-F238E27FC236}">
                <a16:creationId xmlns:a16="http://schemas.microsoft.com/office/drawing/2014/main" id="{FD66B569-37C2-A5A8-2FA8-AAB7D298B8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7075" y="3758459"/>
            <a:ext cx="487181" cy="48718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84B6D7C2-523F-1FDB-05E9-FA89A84BBE1C}"/>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65964" b="46438"/>
          <a:stretch>
            <a:fillRect/>
          </a:stretch>
        </p:blipFill>
        <p:spPr bwMode="auto">
          <a:xfrm>
            <a:off x="6443642" y="4703286"/>
            <a:ext cx="1740385" cy="87086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5">
            <a:extLst>
              <a:ext uri="{FF2B5EF4-FFF2-40B4-BE49-F238E27FC236}">
                <a16:creationId xmlns:a16="http://schemas.microsoft.com/office/drawing/2014/main" id="{82874A8D-383C-4093-CF6F-369114FB350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25928" y="2404805"/>
            <a:ext cx="2154638" cy="540904"/>
          </a:xfrm>
          <a:prstGeom prst="rect">
            <a:avLst/>
          </a:prstGeom>
        </p:spPr>
      </p:pic>
      <p:pic>
        <p:nvPicPr>
          <p:cNvPr id="13" name="Picture 1">
            <a:extLst>
              <a:ext uri="{FF2B5EF4-FFF2-40B4-BE49-F238E27FC236}">
                <a16:creationId xmlns:a16="http://schemas.microsoft.com/office/drawing/2014/main" id="{2BF435A0-A870-15A4-F091-0E51EF10820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515" t="25212" r="26197" b="26424"/>
          <a:stretch/>
        </p:blipFill>
        <p:spPr>
          <a:xfrm>
            <a:off x="6939122" y="836149"/>
            <a:ext cx="1244905" cy="1238697"/>
          </a:xfrm>
          <a:prstGeom prst="rect">
            <a:avLst/>
          </a:prstGeom>
        </p:spPr>
      </p:pic>
      <p:pic>
        <p:nvPicPr>
          <p:cNvPr id="14" name="Picture 2" descr="Qu'est-ce que l'Entry/Exit System (EES) de l'UE ? - Eurostar Help Centre">
            <a:extLst>
              <a:ext uri="{FF2B5EF4-FFF2-40B4-BE49-F238E27FC236}">
                <a16:creationId xmlns:a16="http://schemas.microsoft.com/office/drawing/2014/main" id="{F50C5FFF-A493-540A-BB8B-087648F536D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252597" y="60129"/>
            <a:ext cx="808817" cy="1323017"/>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BB5FC8C5-97B6-BFDB-E8F5-C50A2F297602}"/>
              </a:ext>
            </a:extLst>
          </p:cNvPr>
          <p:cNvSpPr/>
          <p:nvPr/>
        </p:nvSpPr>
        <p:spPr bwMode="gray">
          <a:xfrm>
            <a:off x="2466072" y="1701303"/>
            <a:ext cx="2276964" cy="1407005"/>
          </a:xfrm>
          <a:prstGeom prst="rect">
            <a:avLst/>
          </a:prstGeom>
          <a:solidFill>
            <a:srgbClr val="FFFFFF"/>
          </a:solidFill>
          <a:ln w="9525" algn="ctr">
            <a:noFill/>
            <a:miter lim="800000"/>
            <a:headEnd/>
            <a:tailEnd/>
          </a:ln>
          <a:effectLst>
            <a:outerShdw blurRad="63500" sx="102000" sy="102000" algn="ctr" rotWithShape="0">
              <a:prstClr val="black">
                <a:alpha val="40000"/>
              </a:prstClr>
            </a:outerShdw>
          </a:effectLst>
        </p:spPr>
        <p:txBody>
          <a:bodyPr lIns="63500" tIns="0" rIns="64800" bIns="0" rtlCol="0" anchor="ctr"/>
          <a:lstStyle/>
          <a:p>
            <a:pPr algn="ctr">
              <a:spcBef>
                <a:spcPct val="0"/>
              </a:spcBef>
              <a:buClrTx/>
              <a:buSzPct val="90000"/>
            </a:pPr>
            <a:r>
              <a:rPr lang="fr-FR" sz="1200" b="1" dirty="0">
                <a:cs typeface="Arial" pitchFamily="34" charset="0"/>
              </a:rPr>
              <a:t>Mes formations</a:t>
            </a:r>
          </a:p>
          <a:p>
            <a:pPr algn="ctr">
              <a:spcBef>
                <a:spcPct val="0"/>
              </a:spcBef>
              <a:buClrTx/>
              <a:buSzPct val="90000"/>
            </a:pPr>
            <a:endParaRPr lang="fr-FR" sz="1200" b="1" dirty="0">
              <a:cs typeface="Arial" pitchFamily="34" charset="0"/>
            </a:endParaRPr>
          </a:p>
          <a:p>
            <a:pPr algn="ctr">
              <a:spcBef>
                <a:spcPct val="0"/>
              </a:spcBef>
              <a:buClrTx/>
              <a:buSzPct val="90000"/>
            </a:pPr>
            <a:r>
              <a:rPr lang="fr-FR" sz="1200" b="1" dirty="0">
                <a:cs typeface="Arial" pitchFamily="34" charset="0"/>
              </a:rPr>
              <a:t>Spécialité </a:t>
            </a:r>
            <a:r>
              <a:rPr lang="fr-FR" sz="1200" b="1" dirty="0">
                <a:solidFill>
                  <a:schemeClr val="accent1"/>
                </a:solidFill>
                <a:cs typeface="Arial" pitchFamily="34" charset="0"/>
              </a:rPr>
              <a:t>IA2R</a:t>
            </a:r>
            <a:r>
              <a:rPr lang="fr-FR" sz="1200" b="1" dirty="0">
                <a:cs typeface="Arial" pitchFamily="34" charset="0"/>
              </a:rPr>
              <a:t>, parcours </a:t>
            </a:r>
            <a:r>
              <a:rPr lang="fr-FR" sz="1200" b="1" dirty="0">
                <a:solidFill>
                  <a:schemeClr val="accent1"/>
                </a:solidFill>
                <a:cs typeface="Arial" pitchFamily="34" charset="0"/>
              </a:rPr>
              <a:t>SIR</a:t>
            </a:r>
          </a:p>
          <a:p>
            <a:pPr algn="ctr">
              <a:spcBef>
                <a:spcPct val="0"/>
              </a:spcBef>
              <a:buClrTx/>
              <a:buSzPct val="90000"/>
            </a:pPr>
            <a:r>
              <a:rPr lang="fr-FR" sz="1200" b="1" dirty="0">
                <a:cs typeface="Arial" pitchFamily="34" charset="0"/>
              </a:rPr>
              <a:t>Polytech Nancy</a:t>
            </a:r>
            <a:endParaRPr lang="fr-FR" sz="1050" b="1" dirty="0">
              <a:cs typeface="Arial" pitchFamily="34" charset="0"/>
            </a:endParaRPr>
          </a:p>
        </p:txBody>
      </p:sp>
      <p:pic>
        <p:nvPicPr>
          <p:cNvPr id="17" name="Picture 2" descr="Filière Ressources humaines, administration &amp; gestion - CIFA PME Aquitaine">
            <a:extLst>
              <a:ext uri="{FF2B5EF4-FFF2-40B4-BE49-F238E27FC236}">
                <a16:creationId xmlns:a16="http://schemas.microsoft.com/office/drawing/2014/main" id="{6E89F4BB-1FFE-9890-AFD7-98AB0E7CD94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05121" y="1658790"/>
            <a:ext cx="487181" cy="48718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Can It Work Png Free &amp; Free Can It Work.png Transparent Images #23392 -  PNGio">
            <a:extLst>
              <a:ext uri="{FF2B5EF4-FFF2-40B4-BE49-F238E27FC236}">
                <a16:creationId xmlns:a16="http://schemas.microsoft.com/office/drawing/2014/main" id="{ADC5C81A-470E-2C31-CB32-03CEBC8C05E7}"/>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1203272" y="527852"/>
            <a:ext cx="308183" cy="268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507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p:bldP spid="68" grpId="0"/>
      <p:bldP spid="69" grpId="0"/>
      <p:bldP spid="72" grpId="0" animBg="1"/>
      <p:bldP spid="3" grpId="0" animBg="1"/>
      <p:bldP spid="51" grpId="0" animBg="1"/>
      <p:bldP spid="52" grpId="0" animBg="1"/>
      <p:bldP spid="4"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45C8B-59FF-C77B-A76D-02E5A86B0D28}"/>
            </a:ext>
          </a:extLst>
        </p:cNvPr>
        <p:cNvGrpSpPr/>
        <p:nvPr/>
      </p:nvGrpSpPr>
      <p:grpSpPr>
        <a:xfrm>
          <a:off x="0" y="0"/>
          <a:ext cx="0" cy="0"/>
          <a:chOff x="0" y="0"/>
          <a:chExt cx="0" cy="0"/>
        </a:xfrm>
      </p:grpSpPr>
      <p:pic>
        <p:nvPicPr>
          <p:cNvPr id="4" name="Picture 3" descr="image profil">
            <a:extLst>
              <a:ext uri="{FF2B5EF4-FFF2-40B4-BE49-F238E27FC236}">
                <a16:creationId xmlns:a16="http://schemas.microsoft.com/office/drawing/2014/main" id="{5CDC41D4-88F5-500E-7E9B-2E5613439B66}"/>
              </a:ext>
            </a:extLst>
          </p:cNvPr>
          <p:cNvPicPr>
            <a:picLocks noChangeAspect="1"/>
          </p:cNvPicPr>
          <p:nvPr/>
        </p:nvPicPr>
        <p:blipFill>
          <a:blip r:embed="rId3"/>
          <a:srcRect l="5920" r="8919" b="-1"/>
          <a:stretch>
            <a:fillRect/>
          </a:stretch>
        </p:blipFill>
        <p:spPr>
          <a:xfrm>
            <a:off x="8534400" y="296251"/>
            <a:ext cx="3219084" cy="3780003"/>
          </a:xfrm>
          <a:prstGeom prst="rect">
            <a:avLst/>
          </a:prstGeom>
          <a:noFill/>
        </p:spPr>
      </p:pic>
      <p:sp>
        <p:nvSpPr>
          <p:cNvPr id="2" name="Titre 2">
            <a:extLst>
              <a:ext uri="{FF2B5EF4-FFF2-40B4-BE49-F238E27FC236}">
                <a16:creationId xmlns:a16="http://schemas.microsoft.com/office/drawing/2014/main" id="{B504739F-8253-C533-1B6F-1F5DB08AB8D3}"/>
              </a:ext>
            </a:extLst>
          </p:cNvPr>
          <p:cNvSpPr txBox="1">
            <a:spLocks/>
          </p:cNvSpPr>
          <p:nvPr/>
        </p:nvSpPr>
        <p:spPr bwMode="white">
          <a:xfrm>
            <a:off x="754018" y="4076254"/>
            <a:ext cx="4587964" cy="1439661"/>
          </a:xfrm>
          <a:prstGeom prst="rect">
            <a:avLst/>
          </a:prstGeom>
        </p:spPr>
        <p:txBody>
          <a:bodyPr vert="horz" lIns="0" tIns="0" rIns="0" bIns="0" rtlCol="0" anchor="t" anchorCtr="0">
            <a:normAutofit/>
          </a:bodyPr>
          <a:lstStyle>
            <a:lvl1pPr algn="l" defTabSz="914400" rtl="0" eaLnBrk="1" latinLnBrk="0" hangingPunct="1">
              <a:spcBef>
                <a:spcPct val="0"/>
              </a:spcBef>
              <a:buNone/>
              <a:defRPr sz="4800" kern="1200" baseline="0">
                <a:solidFill>
                  <a:schemeClr val="bg2"/>
                </a:solidFill>
                <a:latin typeface="Arial" pitchFamily="34" charset="0"/>
                <a:ea typeface="+mj-ea"/>
                <a:cs typeface="+mj-cs"/>
              </a:defRPr>
            </a:lvl1pPr>
          </a:lstStyle>
          <a:p>
            <a:pPr algn="ctr"/>
            <a:r>
              <a:rPr lang="fr-FR" sz="3600" b="1" noProof="0" dirty="0">
                <a:latin typeface="+mn-lt"/>
                <a:ea typeface="+mn-ea"/>
                <a:cs typeface="+mn-cs"/>
              </a:rPr>
              <a:t>Florian Miller</a:t>
            </a:r>
          </a:p>
          <a:p>
            <a:pPr algn="ctr"/>
            <a:endParaRPr lang="fr-FR" sz="3600" b="1" noProof="0" dirty="0">
              <a:latin typeface="+mn-lt"/>
              <a:ea typeface="+mn-ea"/>
              <a:cs typeface="+mn-cs"/>
            </a:endParaRPr>
          </a:p>
          <a:p>
            <a:pPr algn="ctr"/>
            <a:r>
              <a:rPr lang="fr-FR" sz="2000" b="1" dirty="0">
                <a:latin typeface="+mn-lt"/>
                <a:ea typeface="+mn-ea"/>
                <a:cs typeface="+mn-cs"/>
              </a:rPr>
              <a:t>florian.miller@cgi.com</a:t>
            </a:r>
            <a:endParaRPr lang="fr-FR" sz="2800" noProof="0" dirty="0"/>
          </a:p>
        </p:txBody>
      </p:sp>
      <p:sp>
        <p:nvSpPr>
          <p:cNvPr id="8" name="Titre 2">
            <a:extLst>
              <a:ext uri="{FF2B5EF4-FFF2-40B4-BE49-F238E27FC236}">
                <a16:creationId xmlns:a16="http://schemas.microsoft.com/office/drawing/2014/main" id="{6EC5B667-2120-839B-FA67-FFC86070203C}"/>
              </a:ext>
            </a:extLst>
          </p:cNvPr>
          <p:cNvSpPr txBox="1">
            <a:spLocks/>
          </p:cNvSpPr>
          <p:nvPr/>
        </p:nvSpPr>
        <p:spPr bwMode="white">
          <a:xfrm>
            <a:off x="0" y="1426029"/>
            <a:ext cx="6096000" cy="2002970"/>
          </a:xfrm>
          <a:prstGeom prst="rect">
            <a:avLst/>
          </a:prstGeom>
        </p:spPr>
        <p:txBody>
          <a:bodyPr vert="horz" lIns="0" tIns="0" rIns="0" bIns="0" rtlCol="0" anchor="t" anchorCtr="0">
            <a:normAutofit/>
          </a:bodyPr>
          <a:lstStyle>
            <a:lvl1pPr algn="l" defTabSz="914400" rtl="0" eaLnBrk="1" latinLnBrk="0" hangingPunct="1">
              <a:spcBef>
                <a:spcPct val="0"/>
              </a:spcBef>
              <a:buNone/>
              <a:defRPr sz="4800" kern="1200">
                <a:solidFill>
                  <a:schemeClr val="bg2"/>
                </a:solidFill>
                <a:latin typeface="Arial" pitchFamily="34" charset="0"/>
                <a:ea typeface="+mj-ea"/>
                <a:cs typeface="+mj-cs"/>
              </a:defRPr>
            </a:lvl1pPr>
          </a:lstStyle>
          <a:p>
            <a:pPr algn="ctr"/>
            <a:r>
              <a:rPr lang="fr-FR" noProof="0" dirty="0"/>
              <a:t>Mon parcours</a:t>
            </a:r>
          </a:p>
        </p:txBody>
      </p:sp>
      <p:sp>
        <p:nvSpPr>
          <p:cNvPr id="3" name="Espace réservé du numéro de diapositive 2">
            <a:extLst>
              <a:ext uri="{FF2B5EF4-FFF2-40B4-BE49-F238E27FC236}">
                <a16:creationId xmlns:a16="http://schemas.microsoft.com/office/drawing/2014/main" id="{3CB09160-5AD3-43FE-F35C-552091E40CB3}"/>
              </a:ext>
            </a:extLst>
          </p:cNvPr>
          <p:cNvSpPr>
            <a:spLocks noGrp="1"/>
          </p:cNvSpPr>
          <p:nvPr>
            <p:ph type="sldNum" sz="quarter" idx="10"/>
          </p:nvPr>
        </p:nvSpPr>
        <p:spPr/>
        <p:txBody>
          <a:bodyPr/>
          <a:lstStyle/>
          <a:p>
            <a:fld id="{525A3C56-E491-49B2-93F3-63532DF516BC}" type="slidenum">
              <a:rPr lang="en-CA" smtClean="0"/>
              <a:t>6</a:t>
            </a:fld>
            <a:endParaRPr lang="en-CA"/>
          </a:p>
        </p:txBody>
      </p:sp>
      <p:pic>
        <p:nvPicPr>
          <p:cNvPr id="6" name="Image 5">
            <a:extLst>
              <a:ext uri="{FF2B5EF4-FFF2-40B4-BE49-F238E27FC236}">
                <a16:creationId xmlns:a16="http://schemas.microsoft.com/office/drawing/2014/main" id="{B013734A-CC2D-2E94-329F-A18DF438AB20}"/>
              </a:ext>
            </a:extLst>
          </p:cNvPr>
          <p:cNvPicPr>
            <a:picLocks noChangeAspect="1"/>
          </p:cNvPicPr>
          <p:nvPr/>
        </p:nvPicPr>
        <p:blipFill>
          <a:blip r:embed="rId4">
            <a:extLst>
              <a:ext uri="{28A0092B-C50C-407E-A947-70E740481C1C}">
                <a14:useLocalDpi xmlns:a14="http://schemas.microsoft.com/office/drawing/2010/main" val="0"/>
              </a:ext>
            </a:extLst>
          </a:blip>
          <a:srcRect l="24776" t="40513" r="23694" b="11157"/>
          <a:stretch>
            <a:fillRect/>
          </a:stretch>
        </p:blipFill>
        <p:spPr>
          <a:xfrm>
            <a:off x="6290388" y="4177452"/>
            <a:ext cx="2244012" cy="2218348"/>
          </a:xfrm>
          <a:prstGeom prst="rect">
            <a:avLst/>
          </a:prstGeom>
        </p:spPr>
      </p:pic>
      <p:pic>
        <p:nvPicPr>
          <p:cNvPr id="1026" name="Picture 2" descr="Linkedin - Icônes des médias sociaux gratuites">
            <a:extLst>
              <a:ext uri="{FF2B5EF4-FFF2-40B4-BE49-F238E27FC236}">
                <a16:creationId xmlns:a16="http://schemas.microsoft.com/office/drawing/2014/main" id="{FC0883DC-B639-5653-3EA9-BA38C3C3725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534400" y="5868654"/>
            <a:ext cx="791308" cy="791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069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11C34-C438-9970-B6D5-2128A85A5172}"/>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E88D3FF0-7FA1-AF8D-A122-0A1A5BAF7561}"/>
              </a:ext>
            </a:extLst>
          </p:cNvPr>
          <p:cNvSpPr>
            <a:spLocks noGrp="1"/>
          </p:cNvSpPr>
          <p:nvPr>
            <p:ph type="title"/>
          </p:nvPr>
        </p:nvSpPr>
        <p:spPr>
          <a:xfrm>
            <a:off x="748799" y="635964"/>
            <a:ext cx="8587706" cy="2226506"/>
          </a:xfrm>
        </p:spPr>
        <p:txBody>
          <a:bodyPr/>
          <a:lstStyle/>
          <a:p>
            <a:r>
              <a:rPr lang="fr-FR" noProof="0" dirty="0"/>
              <a:t>Objectifs de cours</a:t>
            </a:r>
          </a:p>
        </p:txBody>
      </p:sp>
      <p:sp>
        <p:nvSpPr>
          <p:cNvPr id="2" name="Espace réservé du numéro de diapositive 1">
            <a:extLst>
              <a:ext uri="{FF2B5EF4-FFF2-40B4-BE49-F238E27FC236}">
                <a16:creationId xmlns:a16="http://schemas.microsoft.com/office/drawing/2014/main" id="{35D1B503-8FC7-D911-24B3-F1B44201A844}"/>
              </a:ext>
            </a:extLst>
          </p:cNvPr>
          <p:cNvSpPr>
            <a:spLocks noGrp="1"/>
          </p:cNvSpPr>
          <p:nvPr>
            <p:ph type="sldNum" sz="quarter" idx="4"/>
          </p:nvPr>
        </p:nvSpPr>
        <p:spPr/>
        <p:txBody>
          <a:bodyPr/>
          <a:lstStyle/>
          <a:p>
            <a:fld id="{525A3C56-E491-49B2-93F3-63532DF516BC}" type="slidenum">
              <a:rPr lang="en-CA" smtClean="0"/>
              <a:t>7</a:t>
            </a:fld>
            <a:endParaRPr lang="en-CA"/>
          </a:p>
        </p:txBody>
      </p:sp>
    </p:spTree>
    <p:extLst>
      <p:ext uri="{BB962C8B-B14F-4D97-AF65-F5344CB8AC3E}">
        <p14:creationId xmlns:p14="http://schemas.microsoft.com/office/powerpoint/2010/main" val="3829515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29384-918E-864F-8B89-AAA6E1E34C4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BE5F84F-744B-B7F0-0708-2D3CDFB5240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Objectifs de cours</a:t>
            </a:r>
            <a:endParaRPr lang="fr-FR" sz="3600" noProof="0" dirty="0"/>
          </a:p>
        </p:txBody>
      </p:sp>
      <p:sp>
        <p:nvSpPr>
          <p:cNvPr id="11" name="TextBox 10">
            <a:extLst>
              <a:ext uri="{FF2B5EF4-FFF2-40B4-BE49-F238E27FC236}">
                <a16:creationId xmlns:a16="http://schemas.microsoft.com/office/drawing/2014/main" id="{645A5E37-D35A-0185-B31F-A195F1ADDAA9}"/>
              </a:ext>
            </a:extLst>
          </p:cNvPr>
          <p:cNvSpPr txBox="1"/>
          <p:nvPr/>
        </p:nvSpPr>
        <p:spPr>
          <a:xfrm>
            <a:off x="580438" y="1377156"/>
            <a:ext cx="11047035" cy="368818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lnSpc>
                <a:spcPct val="150000"/>
              </a:lnSpc>
              <a:buFont typeface="Arial" panose="020B0604020202020204" pitchFamily="34" charset="0"/>
              <a:buChar char="•"/>
            </a:pPr>
            <a:r>
              <a:rPr lang="fr-FR" dirty="0"/>
              <a:t>Acquérir les bases du développement web : vocabulaire, HTTP, modèle client‑serveur, </a:t>
            </a:r>
            <a:r>
              <a:rPr lang="fr-FR" dirty="0" err="1"/>
              <a:t>front‑end</a:t>
            </a:r>
            <a:r>
              <a:rPr lang="fr-FR" dirty="0"/>
              <a:t> / </a:t>
            </a:r>
            <a:r>
              <a:rPr lang="fr-FR" dirty="0" err="1"/>
              <a:t>back‑end</a:t>
            </a:r>
            <a:r>
              <a:rPr lang="fr-FR" dirty="0"/>
              <a:t>.</a:t>
            </a:r>
          </a:p>
          <a:p>
            <a:pPr marL="285750" indent="-285750">
              <a:lnSpc>
                <a:spcPct val="150000"/>
              </a:lnSpc>
              <a:buFont typeface="Arial" panose="020B0604020202020204" pitchFamily="34" charset="0"/>
              <a:buChar char="•"/>
            </a:pPr>
            <a:r>
              <a:rPr lang="fr-FR" dirty="0"/>
              <a:t>Comprendre comment les technologies web communiquent entre-elles avant d’utiliser des abstractions.</a:t>
            </a:r>
          </a:p>
          <a:p>
            <a:pPr marL="285750" indent="-285750">
              <a:lnSpc>
                <a:spcPct val="150000"/>
              </a:lnSpc>
              <a:buFont typeface="Arial" panose="020B0604020202020204" pitchFamily="34" charset="0"/>
              <a:buChar char="•"/>
            </a:pPr>
            <a:r>
              <a:rPr lang="fr-FR" dirty="0"/>
              <a:t>Travailler sans </a:t>
            </a:r>
            <a:r>
              <a:rPr lang="fr-FR" dirty="0" err="1"/>
              <a:t>framework</a:t>
            </a:r>
            <a:r>
              <a:rPr lang="fr-FR" dirty="0"/>
              <a:t> pour comprendre ce qui se passe “sous le capot”.</a:t>
            </a:r>
          </a:p>
          <a:p>
            <a:pPr marL="285750" indent="-285750">
              <a:lnSpc>
                <a:spcPct val="150000"/>
              </a:lnSpc>
              <a:buFont typeface="Arial" panose="020B0604020202020204" pitchFamily="34" charset="0"/>
              <a:buChar char="•"/>
            </a:pPr>
            <a:r>
              <a:rPr lang="fr-FR" dirty="0"/>
              <a:t>Découvrir les principaux outils de développement (Git, Postman, IDE, etc.).</a:t>
            </a:r>
          </a:p>
          <a:p>
            <a:pPr marL="285750" indent="-285750">
              <a:lnSpc>
                <a:spcPct val="150000"/>
              </a:lnSpc>
              <a:buFont typeface="Arial" panose="020B0604020202020204" pitchFamily="34" charset="0"/>
              <a:buChar char="•"/>
            </a:pPr>
            <a:r>
              <a:rPr lang="fr-FR" dirty="0"/>
              <a:t>Introduire les API REST : ressources, </a:t>
            </a:r>
            <a:r>
              <a:rPr lang="fr-FR" dirty="0" err="1"/>
              <a:t>endpoints</a:t>
            </a:r>
            <a:r>
              <a:rPr lang="fr-FR" dirty="0"/>
              <a:t>, verbes HTTP, JSON, </a:t>
            </a:r>
            <a:r>
              <a:rPr lang="fr-FR" dirty="0" err="1"/>
              <a:t>OpenAPI</a:t>
            </a:r>
            <a:r>
              <a:rPr lang="fr-FR" dirty="0"/>
              <a:t>.</a:t>
            </a:r>
          </a:p>
          <a:p>
            <a:pPr marL="285750" indent="-285750">
              <a:lnSpc>
                <a:spcPct val="150000"/>
              </a:lnSpc>
              <a:buFont typeface="Arial" panose="020B0604020202020204" pitchFamily="34" charset="0"/>
              <a:buChar char="•"/>
            </a:pPr>
            <a:r>
              <a:rPr lang="fr-FR" dirty="0"/>
              <a:t>Apprendre les bases pour être capable d’utiliser n’importe quel </a:t>
            </a:r>
            <a:r>
              <a:rPr lang="fr-FR" dirty="0" err="1"/>
              <a:t>framework</a:t>
            </a:r>
            <a:r>
              <a:rPr lang="fr-FR" dirty="0"/>
              <a:t> en comprenant son fonctionnement.</a:t>
            </a:r>
          </a:p>
          <a:p>
            <a:pPr marL="285750" indent="-285750">
              <a:lnSpc>
                <a:spcPct val="150000"/>
              </a:lnSpc>
              <a:buFont typeface="Arial" panose="020B0604020202020204" pitchFamily="34" charset="0"/>
              <a:buChar char="•"/>
            </a:pPr>
            <a:r>
              <a:rPr lang="fr-FR" dirty="0"/>
              <a:t>Développer un esprit critique face aux outils modernes et aux IA : comprendre, vérifier, analyser.</a:t>
            </a:r>
          </a:p>
        </p:txBody>
      </p:sp>
      <p:sp>
        <p:nvSpPr>
          <p:cNvPr id="2" name="Espace réservé du numéro de diapositive 1">
            <a:extLst>
              <a:ext uri="{FF2B5EF4-FFF2-40B4-BE49-F238E27FC236}">
                <a16:creationId xmlns:a16="http://schemas.microsoft.com/office/drawing/2014/main" id="{37B40BEC-A257-119D-19C2-18E606C098D4}"/>
              </a:ext>
            </a:extLst>
          </p:cNvPr>
          <p:cNvSpPr>
            <a:spLocks noGrp="1"/>
          </p:cNvSpPr>
          <p:nvPr>
            <p:ph type="sldNum" sz="quarter" idx="10"/>
          </p:nvPr>
        </p:nvSpPr>
        <p:spPr/>
        <p:txBody>
          <a:bodyPr/>
          <a:lstStyle/>
          <a:p>
            <a:fld id="{525A3C56-E491-49B2-93F3-63532DF516BC}" type="slidenum">
              <a:rPr lang="en-CA" smtClean="0"/>
              <a:t>8</a:t>
            </a:fld>
            <a:endParaRPr lang="en-CA"/>
          </a:p>
        </p:txBody>
      </p:sp>
    </p:spTree>
    <p:extLst>
      <p:ext uri="{BB962C8B-B14F-4D97-AF65-F5344CB8AC3E}">
        <p14:creationId xmlns:p14="http://schemas.microsoft.com/office/powerpoint/2010/main" val="4180065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7B16B-E144-CE4F-219B-E65938D6F716}"/>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D9261C08-B147-DA25-A1AF-FA526CEB11A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Plan de cours et évaluation</a:t>
            </a:r>
            <a:endParaRPr lang="fr-FR" sz="3600" noProof="0" dirty="0"/>
          </a:p>
        </p:txBody>
      </p:sp>
      <p:sp>
        <p:nvSpPr>
          <p:cNvPr id="11" name="TextBox 10">
            <a:extLst>
              <a:ext uri="{FF2B5EF4-FFF2-40B4-BE49-F238E27FC236}">
                <a16:creationId xmlns:a16="http://schemas.microsoft.com/office/drawing/2014/main" id="{DBCF964D-3C03-CA82-60FC-BC0A36C33172}"/>
              </a:ext>
            </a:extLst>
          </p:cNvPr>
          <p:cNvSpPr txBox="1"/>
          <p:nvPr/>
        </p:nvSpPr>
        <p:spPr>
          <a:xfrm>
            <a:off x="843742" y="1708265"/>
            <a:ext cx="10782201" cy="368818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fr-FR" b="1" dirty="0"/>
              <a:t>CM 1</a:t>
            </a:r>
            <a:r>
              <a:rPr lang="fr-FR" dirty="0"/>
              <a:t> : Web, HTTP &amp; outils côté serveur</a:t>
            </a:r>
          </a:p>
          <a:p>
            <a:pPr>
              <a:lnSpc>
                <a:spcPct val="150000"/>
              </a:lnSpc>
            </a:pPr>
            <a:r>
              <a:rPr lang="fr-FR" b="1" dirty="0"/>
              <a:t>CM 2 </a:t>
            </a:r>
            <a:r>
              <a:rPr lang="fr-FR" dirty="0"/>
              <a:t>: Clean code, architecture, base de données </a:t>
            </a:r>
          </a:p>
          <a:p>
            <a:pPr>
              <a:lnSpc>
                <a:spcPct val="150000"/>
              </a:lnSpc>
            </a:pPr>
            <a:r>
              <a:rPr lang="fr-FR" b="1" dirty="0"/>
              <a:t>CM 3 </a:t>
            </a:r>
            <a:r>
              <a:rPr lang="fr-FR" dirty="0"/>
              <a:t>: Frontend, fonctionnement interface web, HTML, CSS, JavaScript, communication avec une API</a:t>
            </a:r>
          </a:p>
          <a:p>
            <a:pPr>
              <a:lnSpc>
                <a:spcPct val="150000"/>
              </a:lnSpc>
            </a:pPr>
            <a:r>
              <a:rPr lang="fr-FR" b="1" dirty="0"/>
              <a:t>CM 4 </a:t>
            </a:r>
            <a:r>
              <a:rPr lang="fr-FR" dirty="0"/>
              <a:t>: Architecture frontend simple, gestion des erreurs, bonnes pratiques</a:t>
            </a:r>
          </a:p>
          <a:p>
            <a:pPr>
              <a:lnSpc>
                <a:spcPct val="150000"/>
              </a:lnSpc>
            </a:pPr>
            <a:r>
              <a:rPr lang="fr-FR" b="1" dirty="0"/>
              <a:t>TD 1 (4h) </a:t>
            </a:r>
            <a:r>
              <a:rPr lang="fr-FR" dirty="0"/>
              <a:t>: Premiers </a:t>
            </a:r>
            <a:r>
              <a:rPr lang="fr-FR" dirty="0" err="1"/>
              <a:t>endpoints</a:t>
            </a:r>
            <a:r>
              <a:rPr lang="fr-FR" dirty="0"/>
              <a:t> REST, </a:t>
            </a:r>
            <a:r>
              <a:rPr lang="fr-FR" dirty="0" err="1"/>
              <a:t>Swagger</a:t>
            </a:r>
            <a:r>
              <a:rPr lang="fr-FR" dirty="0"/>
              <a:t>, prise en main des outils de développement backend</a:t>
            </a:r>
          </a:p>
          <a:p>
            <a:pPr>
              <a:lnSpc>
                <a:spcPct val="150000"/>
              </a:lnSpc>
            </a:pPr>
            <a:r>
              <a:rPr lang="fr-FR" b="1" dirty="0"/>
              <a:t>TD 2 (4h) </a:t>
            </a:r>
            <a:r>
              <a:rPr lang="fr-FR" dirty="0"/>
              <a:t>: Création frontend statique puis le rendre dynamique, consommation API</a:t>
            </a:r>
          </a:p>
          <a:p>
            <a:pPr>
              <a:lnSpc>
                <a:spcPct val="150000"/>
              </a:lnSpc>
            </a:pPr>
            <a:r>
              <a:rPr lang="fr-FR" b="1" dirty="0"/>
              <a:t>TD 3 (4h) </a:t>
            </a:r>
            <a:r>
              <a:rPr lang="fr-FR" dirty="0"/>
              <a:t>: Approfondissement, clean code et architecture basique côté backend</a:t>
            </a:r>
          </a:p>
          <a:p>
            <a:pPr>
              <a:lnSpc>
                <a:spcPct val="150000"/>
              </a:lnSpc>
            </a:pPr>
            <a:r>
              <a:rPr lang="fr-FR" b="1" dirty="0"/>
              <a:t>TD 4 (4h) </a:t>
            </a:r>
            <a:r>
              <a:rPr lang="fr-FR" dirty="0"/>
              <a:t>: Finalisation assemblage application web avec communication complète front/back</a:t>
            </a:r>
          </a:p>
          <a:p>
            <a:pPr>
              <a:lnSpc>
                <a:spcPct val="150000"/>
              </a:lnSpc>
            </a:pPr>
            <a:r>
              <a:rPr lang="fr-FR" b="1" dirty="0"/>
              <a:t>Évaluations </a:t>
            </a:r>
            <a:r>
              <a:rPr lang="fr-FR" dirty="0"/>
              <a:t>: Examen en salle + note de TD </a:t>
            </a:r>
          </a:p>
        </p:txBody>
      </p:sp>
      <p:sp>
        <p:nvSpPr>
          <p:cNvPr id="2" name="Espace réservé du numéro de diapositive 1">
            <a:extLst>
              <a:ext uri="{FF2B5EF4-FFF2-40B4-BE49-F238E27FC236}">
                <a16:creationId xmlns:a16="http://schemas.microsoft.com/office/drawing/2014/main" id="{E1AC6D76-2827-9B7A-517C-95AE689BB90D}"/>
              </a:ext>
            </a:extLst>
          </p:cNvPr>
          <p:cNvSpPr>
            <a:spLocks noGrp="1"/>
          </p:cNvSpPr>
          <p:nvPr>
            <p:ph type="sldNum" sz="quarter" idx="10"/>
          </p:nvPr>
        </p:nvSpPr>
        <p:spPr/>
        <p:txBody>
          <a:bodyPr/>
          <a:lstStyle/>
          <a:p>
            <a:fld id="{525A3C56-E491-49B2-93F3-63532DF516BC}" type="slidenum">
              <a:rPr lang="en-CA" smtClean="0"/>
              <a:t>9</a:t>
            </a:fld>
            <a:endParaRPr lang="en-CA" dirty="0"/>
          </a:p>
        </p:txBody>
      </p:sp>
    </p:spTree>
    <p:extLst>
      <p:ext uri="{BB962C8B-B14F-4D97-AF65-F5344CB8AC3E}">
        <p14:creationId xmlns:p14="http://schemas.microsoft.com/office/powerpoint/2010/main" val="708233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942FD-1246-A7A5-24B8-3C5D7A9DE82C}"/>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662962AC-00E4-E292-18C9-E7EECDBBBAC5}"/>
              </a:ext>
            </a:extLst>
          </p:cNvPr>
          <p:cNvSpPr>
            <a:spLocks noGrp="1"/>
          </p:cNvSpPr>
          <p:nvPr>
            <p:ph type="title"/>
          </p:nvPr>
        </p:nvSpPr>
        <p:spPr>
          <a:xfrm>
            <a:off x="748799" y="635964"/>
            <a:ext cx="8587706" cy="2226506"/>
          </a:xfrm>
        </p:spPr>
        <p:txBody>
          <a:bodyPr/>
          <a:lstStyle/>
          <a:p>
            <a:r>
              <a:rPr lang="fr-FR" noProof="0" dirty="0"/>
              <a:t>Architecture client - serveur</a:t>
            </a:r>
          </a:p>
        </p:txBody>
      </p:sp>
      <p:sp>
        <p:nvSpPr>
          <p:cNvPr id="2" name="Espace réservé du numéro de diapositive 1">
            <a:extLst>
              <a:ext uri="{FF2B5EF4-FFF2-40B4-BE49-F238E27FC236}">
                <a16:creationId xmlns:a16="http://schemas.microsoft.com/office/drawing/2014/main" id="{E033B3BF-5C44-0B76-89A0-A8C016DB2644}"/>
              </a:ext>
            </a:extLst>
          </p:cNvPr>
          <p:cNvSpPr>
            <a:spLocks noGrp="1"/>
          </p:cNvSpPr>
          <p:nvPr>
            <p:ph type="sldNum" sz="quarter" idx="4"/>
          </p:nvPr>
        </p:nvSpPr>
        <p:spPr/>
        <p:txBody>
          <a:bodyPr/>
          <a:lstStyle/>
          <a:p>
            <a:fld id="{525A3C56-E491-49B2-93F3-63532DF516BC}" type="slidenum">
              <a:rPr lang="en-CA" smtClean="0"/>
              <a:t>10</a:t>
            </a:fld>
            <a:endParaRPr lang="en-CA"/>
          </a:p>
        </p:txBody>
      </p:sp>
    </p:spTree>
    <p:extLst>
      <p:ext uri="{BB962C8B-B14F-4D97-AF65-F5344CB8AC3E}">
        <p14:creationId xmlns:p14="http://schemas.microsoft.com/office/powerpoint/2010/main" val="2363262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241E7-8D3D-8987-89F8-608C0A97E1A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4F13280-8A2C-4283-0D52-6994CB12770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Concept</a:t>
            </a:r>
            <a:r>
              <a:rPr lang="fr-FR" noProof="0" dirty="0"/>
              <a:t> </a:t>
            </a:r>
            <a:r>
              <a:rPr lang="fr-FR" dirty="0"/>
              <a:t>Client Serveur</a:t>
            </a:r>
            <a:endParaRPr lang="fr-FR" sz="3600" noProof="0" dirty="0"/>
          </a:p>
        </p:txBody>
      </p:sp>
      <p:sp>
        <p:nvSpPr>
          <p:cNvPr id="11" name="TextBox 10">
            <a:extLst>
              <a:ext uri="{FF2B5EF4-FFF2-40B4-BE49-F238E27FC236}">
                <a16:creationId xmlns:a16="http://schemas.microsoft.com/office/drawing/2014/main" id="{348C136E-90B0-DE62-F7A7-309380859723}"/>
              </a:ext>
            </a:extLst>
          </p:cNvPr>
          <p:cNvSpPr txBox="1"/>
          <p:nvPr/>
        </p:nvSpPr>
        <p:spPr>
          <a:xfrm>
            <a:off x="843742" y="1708265"/>
            <a:ext cx="10210799" cy="304698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Concept général </a:t>
            </a:r>
          </a:p>
          <a:p>
            <a:pPr fontAlgn="base"/>
            <a:endParaRPr lang="fr-FR" b="1" noProof="0" dirty="0"/>
          </a:p>
          <a:p>
            <a:pPr marL="285750" indent="-285750" fontAlgn="base">
              <a:buFont typeface="Arial" panose="020B0604020202020204" pitchFamily="34" charset="0"/>
              <a:buChar char="•"/>
            </a:pPr>
            <a:r>
              <a:rPr lang="fr-FR" dirty="0"/>
              <a:t>Client = initiateur d’une demande</a:t>
            </a:r>
          </a:p>
          <a:p>
            <a:pPr marL="285750" indent="-285750" fontAlgn="base">
              <a:buFont typeface="Arial" panose="020B0604020202020204" pitchFamily="34" charset="0"/>
              <a:buChar char="•"/>
            </a:pPr>
            <a:r>
              <a:rPr lang="fr-FR" noProof="0" dirty="0"/>
              <a:t>Serveur = répond à la demande</a:t>
            </a:r>
          </a:p>
          <a:p>
            <a:pPr marL="285750" indent="-285750" fontAlgn="base">
              <a:buFont typeface="Arial" panose="020B0604020202020204" pitchFamily="34" charset="0"/>
              <a:buChar char="•"/>
            </a:pPr>
            <a:endParaRPr lang="fr-FR" dirty="0"/>
          </a:p>
          <a:p>
            <a:pPr fontAlgn="base"/>
            <a:endParaRPr lang="fr-FR" b="1" dirty="0"/>
          </a:p>
          <a:p>
            <a:pPr fontAlgn="base"/>
            <a:r>
              <a:rPr lang="fr-FR" b="1" dirty="0"/>
              <a:t>Concept informatique</a:t>
            </a:r>
          </a:p>
          <a:p>
            <a:pPr fontAlgn="base"/>
            <a:endParaRPr lang="fr-FR" b="1" dirty="0"/>
          </a:p>
          <a:p>
            <a:pPr marL="285750" indent="-285750" fontAlgn="base">
              <a:buFont typeface="Arial" panose="020B0604020202020204" pitchFamily="34" charset="0"/>
              <a:buChar char="•"/>
            </a:pPr>
            <a:r>
              <a:rPr lang="fr-FR" dirty="0"/>
              <a:t>Client = demande une ressource (fichier, donnée, etc.) grâce à une requête, initie la connexion</a:t>
            </a:r>
          </a:p>
          <a:p>
            <a:pPr marL="285750" indent="-285750" fontAlgn="base">
              <a:buFont typeface="Arial" panose="020B0604020202020204" pitchFamily="34" charset="0"/>
              <a:buChar char="•"/>
            </a:pPr>
            <a:r>
              <a:rPr lang="fr-FR" dirty="0"/>
              <a:t>Serveur = traite la requête et fourni la ressource grâce à une réponse, attend la connexion</a:t>
            </a:r>
            <a:endParaRPr lang="fr-FR" b="1" noProof="0" dirty="0"/>
          </a:p>
          <a:p>
            <a:pPr fontAlgn="base"/>
            <a:endParaRPr lang="fr-FR" dirty="0"/>
          </a:p>
        </p:txBody>
      </p:sp>
      <p:sp>
        <p:nvSpPr>
          <p:cNvPr id="2" name="Espace réservé du numéro de diapositive 1">
            <a:extLst>
              <a:ext uri="{FF2B5EF4-FFF2-40B4-BE49-F238E27FC236}">
                <a16:creationId xmlns:a16="http://schemas.microsoft.com/office/drawing/2014/main" id="{78AF7D77-C036-51CF-D6A2-B643C7C0E33C}"/>
              </a:ext>
            </a:extLst>
          </p:cNvPr>
          <p:cNvSpPr>
            <a:spLocks noGrp="1"/>
          </p:cNvSpPr>
          <p:nvPr>
            <p:ph type="sldNum" sz="quarter" idx="10"/>
          </p:nvPr>
        </p:nvSpPr>
        <p:spPr/>
        <p:txBody>
          <a:bodyPr/>
          <a:lstStyle/>
          <a:p>
            <a:fld id="{525A3C56-E491-49B2-93F3-63532DF516BC}" type="slidenum">
              <a:rPr lang="en-CA" smtClean="0"/>
              <a:t>11</a:t>
            </a:fld>
            <a:endParaRPr lang="en-CA"/>
          </a:p>
        </p:txBody>
      </p:sp>
    </p:spTree>
    <p:extLst>
      <p:ext uri="{BB962C8B-B14F-4D97-AF65-F5344CB8AC3E}">
        <p14:creationId xmlns:p14="http://schemas.microsoft.com/office/powerpoint/2010/main" val="1950260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D829A-DB87-A2D0-B411-FEBE767EFCD0}"/>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6F0AE485-FD92-6648-AD44-BE44AE3464F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Dans la pratique</a:t>
            </a:r>
            <a:endParaRPr lang="fr-FR" sz="3600" noProof="0" dirty="0"/>
          </a:p>
        </p:txBody>
      </p:sp>
      <p:pic>
        <p:nvPicPr>
          <p:cNvPr id="2" name="Image 1" descr="Une image contenant noir, obscurité&#10;&#10;Le contenu généré par l’IA peut être incorrect.">
            <a:extLst>
              <a:ext uri="{FF2B5EF4-FFF2-40B4-BE49-F238E27FC236}">
                <a16:creationId xmlns:a16="http://schemas.microsoft.com/office/drawing/2014/main" id="{B762C990-66D3-044A-663B-69D5B469C599}"/>
              </a:ext>
            </a:extLst>
          </p:cNvPr>
          <p:cNvPicPr>
            <a:picLocks noChangeAspect="1"/>
          </p:cNvPicPr>
          <p:nvPr/>
        </p:nvPicPr>
        <p:blipFill>
          <a:blip r:embed="rId3"/>
          <a:stretch>
            <a:fillRect/>
          </a:stretch>
        </p:blipFill>
        <p:spPr>
          <a:xfrm>
            <a:off x="1186896" y="3224753"/>
            <a:ext cx="1151389" cy="1151389"/>
          </a:xfrm>
          <a:prstGeom prst="rect">
            <a:avLst/>
          </a:prstGeom>
        </p:spPr>
      </p:pic>
      <p:pic>
        <p:nvPicPr>
          <p:cNvPr id="3" name="Image 2" descr="Une image contenant noir, obscurité&#10;&#10;Le contenu généré par l’IA peut être incorrect.">
            <a:extLst>
              <a:ext uri="{FF2B5EF4-FFF2-40B4-BE49-F238E27FC236}">
                <a16:creationId xmlns:a16="http://schemas.microsoft.com/office/drawing/2014/main" id="{CFEF5781-C6C2-6615-F454-968BB9D7D693}"/>
              </a:ext>
            </a:extLst>
          </p:cNvPr>
          <p:cNvPicPr>
            <a:picLocks noChangeAspect="1"/>
          </p:cNvPicPr>
          <p:nvPr/>
        </p:nvPicPr>
        <p:blipFill>
          <a:blip r:embed="rId4"/>
          <a:stretch>
            <a:fillRect/>
          </a:stretch>
        </p:blipFill>
        <p:spPr>
          <a:xfrm>
            <a:off x="1186895" y="1596628"/>
            <a:ext cx="1151389" cy="1151389"/>
          </a:xfrm>
          <a:prstGeom prst="rect">
            <a:avLst/>
          </a:prstGeom>
        </p:spPr>
      </p:pic>
      <p:pic>
        <p:nvPicPr>
          <p:cNvPr id="4" name="Image 3" descr="Une image contenant noir, obscurité&#10;&#10;Le contenu généré par l’IA peut être incorrect.">
            <a:extLst>
              <a:ext uri="{FF2B5EF4-FFF2-40B4-BE49-F238E27FC236}">
                <a16:creationId xmlns:a16="http://schemas.microsoft.com/office/drawing/2014/main" id="{F274D8D0-5E6F-0795-A45B-6EA9C2511383}"/>
              </a:ext>
            </a:extLst>
          </p:cNvPr>
          <p:cNvPicPr>
            <a:picLocks noChangeAspect="1"/>
          </p:cNvPicPr>
          <p:nvPr/>
        </p:nvPicPr>
        <p:blipFill>
          <a:blip r:embed="rId5"/>
          <a:stretch>
            <a:fillRect/>
          </a:stretch>
        </p:blipFill>
        <p:spPr>
          <a:xfrm>
            <a:off x="1186897" y="4815076"/>
            <a:ext cx="1151389" cy="1151389"/>
          </a:xfrm>
          <a:prstGeom prst="rect">
            <a:avLst/>
          </a:prstGeom>
        </p:spPr>
      </p:pic>
      <p:pic>
        <p:nvPicPr>
          <p:cNvPr id="5" name="Image 4" descr="Une image contenant noir, obscurité&#10;&#10;Le contenu généré par l’IA peut être incorrect.">
            <a:extLst>
              <a:ext uri="{FF2B5EF4-FFF2-40B4-BE49-F238E27FC236}">
                <a16:creationId xmlns:a16="http://schemas.microsoft.com/office/drawing/2014/main" id="{F198C249-6EBD-95D3-55E5-CC97A77802A1}"/>
              </a:ext>
            </a:extLst>
          </p:cNvPr>
          <p:cNvPicPr>
            <a:picLocks noChangeAspect="1"/>
          </p:cNvPicPr>
          <p:nvPr/>
        </p:nvPicPr>
        <p:blipFill>
          <a:blip r:embed="rId6"/>
          <a:stretch>
            <a:fillRect/>
          </a:stretch>
        </p:blipFill>
        <p:spPr>
          <a:xfrm>
            <a:off x="5472296" y="3120608"/>
            <a:ext cx="1359678" cy="1359678"/>
          </a:xfrm>
          <a:prstGeom prst="rect">
            <a:avLst/>
          </a:prstGeom>
        </p:spPr>
      </p:pic>
      <p:sp>
        <p:nvSpPr>
          <p:cNvPr id="28" name="Flèche : droite 27">
            <a:extLst>
              <a:ext uri="{FF2B5EF4-FFF2-40B4-BE49-F238E27FC236}">
                <a16:creationId xmlns:a16="http://schemas.microsoft.com/office/drawing/2014/main" id="{B83AF55D-3510-C065-57DE-A1414DD7E8C2}"/>
              </a:ext>
            </a:extLst>
          </p:cNvPr>
          <p:cNvSpPr/>
          <p:nvPr/>
        </p:nvSpPr>
        <p:spPr bwMode="gray">
          <a:xfrm rot="1542709">
            <a:off x="2436869" y="2689409"/>
            <a:ext cx="2936837" cy="23178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29" name="Flèche : droite 28">
            <a:extLst>
              <a:ext uri="{FF2B5EF4-FFF2-40B4-BE49-F238E27FC236}">
                <a16:creationId xmlns:a16="http://schemas.microsoft.com/office/drawing/2014/main" id="{70C0790C-7DB1-7FBB-4730-3208665A1193}"/>
              </a:ext>
            </a:extLst>
          </p:cNvPr>
          <p:cNvSpPr/>
          <p:nvPr/>
        </p:nvSpPr>
        <p:spPr bwMode="gray">
          <a:xfrm rot="20004422">
            <a:off x="2436871" y="4699183"/>
            <a:ext cx="2936837" cy="23178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30" name="Flèche : droite 29">
            <a:extLst>
              <a:ext uri="{FF2B5EF4-FFF2-40B4-BE49-F238E27FC236}">
                <a16:creationId xmlns:a16="http://schemas.microsoft.com/office/drawing/2014/main" id="{3401CA32-CEEF-78A9-4544-CA4B30C503CE}"/>
              </a:ext>
            </a:extLst>
          </p:cNvPr>
          <p:cNvSpPr/>
          <p:nvPr/>
        </p:nvSpPr>
        <p:spPr bwMode="gray">
          <a:xfrm>
            <a:off x="2408435" y="3684553"/>
            <a:ext cx="2936837" cy="23178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pic>
        <p:nvPicPr>
          <p:cNvPr id="31" name="Image 30" descr="Une image contenant noir, obscurité&#10;&#10;Le contenu généré par l’IA peut être incorrect.">
            <a:extLst>
              <a:ext uri="{FF2B5EF4-FFF2-40B4-BE49-F238E27FC236}">
                <a16:creationId xmlns:a16="http://schemas.microsoft.com/office/drawing/2014/main" id="{B9B7C6C1-596C-7A50-0B65-4F7E85369618}"/>
              </a:ext>
            </a:extLst>
          </p:cNvPr>
          <p:cNvPicPr>
            <a:picLocks noChangeAspect="1"/>
          </p:cNvPicPr>
          <p:nvPr/>
        </p:nvPicPr>
        <p:blipFill>
          <a:blip r:embed="rId6"/>
          <a:stretch>
            <a:fillRect/>
          </a:stretch>
        </p:blipFill>
        <p:spPr>
          <a:xfrm>
            <a:off x="9031733" y="1300244"/>
            <a:ext cx="1359678" cy="1359678"/>
          </a:xfrm>
          <a:prstGeom prst="rect">
            <a:avLst/>
          </a:prstGeom>
        </p:spPr>
      </p:pic>
      <p:pic>
        <p:nvPicPr>
          <p:cNvPr id="32" name="Image 31" descr="Une image contenant noir, obscurité&#10;&#10;Le contenu généré par l’IA peut être incorrect.">
            <a:extLst>
              <a:ext uri="{FF2B5EF4-FFF2-40B4-BE49-F238E27FC236}">
                <a16:creationId xmlns:a16="http://schemas.microsoft.com/office/drawing/2014/main" id="{661162DB-317C-B9F5-3959-808AEBEBCB9C}"/>
              </a:ext>
            </a:extLst>
          </p:cNvPr>
          <p:cNvPicPr>
            <a:picLocks noChangeAspect="1"/>
          </p:cNvPicPr>
          <p:nvPr/>
        </p:nvPicPr>
        <p:blipFill>
          <a:blip r:embed="rId6"/>
          <a:stretch>
            <a:fillRect/>
          </a:stretch>
        </p:blipFill>
        <p:spPr>
          <a:xfrm>
            <a:off x="9477137" y="3119026"/>
            <a:ext cx="1359678" cy="1359678"/>
          </a:xfrm>
          <a:prstGeom prst="rect">
            <a:avLst/>
          </a:prstGeom>
        </p:spPr>
      </p:pic>
      <p:pic>
        <p:nvPicPr>
          <p:cNvPr id="33" name="Image 32" descr="Une image contenant noir, obscurité&#10;&#10;Le contenu généré par l’IA peut être incorrect.">
            <a:extLst>
              <a:ext uri="{FF2B5EF4-FFF2-40B4-BE49-F238E27FC236}">
                <a16:creationId xmlns:a16="http://schemas.microsoft.com/office/drawing/2014/main" id="{2138883E-55D7-C4F1-6E81-C45C4E87CAF4}"/>
              </a:ext>
            </a:extLst>
          </p:cNvPr>
          <p:cNvPicPr>
            <a:picLocks noChangeAspect="1"/>
          </p:cNvPicPr>
          <p:nvPr/>
        </p:nvPicPr>
        <p:blipFill>
          <a:blip r:embed="rId6"/>
          <a:stretch>
            <a:fillRect/>
          </a:stretch>
        </p:blipFill>
        <p:spPr>
          <a:xfrm>
            <a:off x="9031733" y="4891224"/>
            <a:ext cx="1359678" cy="1359678"/>
          </a:xfrm>
          <a:prstGeom prst="rect">
            <a:avLst/>
          </a:prstGeom>
        </p:spPr>
      </p:pic>
      <p:sp>
        <p:nvSpPr>
          <p:cNvPr id="38" name="Flèche : droite 37">
            <a:extLst>
              <a:ext uri="{FF2B5EF4-FFF2-40B4-BE49-F238E27FC236}">
                <a16:creationId xmlns:a16="http://schemas.microsoft.com/office/drawing/2014/main" id="{16BB27CB-370A-9169-87CB-9EA6617D9491}"/>
              </a:ext>
            </a:extLst>
          </p:cNvPr>
          <p:cNvSpPr/>
          <p:nvPr/>
        </p:nvSpPr>
        <p:spPr bwMode="gray">
          <a:xfrm rot="19391350">
            <a:off x="6762202" y="2633684"/>
            <a:ext cx="2257761" cy="22866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1" name="Flèche : droite 40">
            <a:extLst>
              <a:ext uri="{FF2B5EF4-FFF2-40B4-BE49-F238E27FC236}">
                <a16:creationId xmlns:a16="http://schemas.microsoft.com/office/drawing/2014/main" id="{8FF2E292-ECFE-8858-C49A-6DD9B6B28EB3}"/>
              </a:ext>
            </a:extLst>
          </p:cNvPr>
          <p:cNvSpPr/>
          <p:nvPr/>
        </p:nvSpPr>
        <p:spPr bwMode="gray">
          <a:xfrm rot="1788421">
            <a:off x="6866484" y="4627797"/>
            <a:ext cx="2257761" cy="22866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2" name="Flèche : droite 41">
            <a:extLst>
              <a:ext uri="{FF2B5EF4-FFF2-40B4-BE49-F238E27FC236}">
                <a16:creationId xmlns:a16="http://schemas.microsoft.com/office/drawing/2014/main" id="{120F4966-DC9A-0409-B3BC-073336D2566E}"/>
              </a:ext>
            </a:extLst>
          </p:cNvPr>
          <p:cNvSpPr/>
          <p:nvPr/>
        </p:nvSpPr>
        <p:spPr bwMode="gray">
          <a:xfrm>
            <a:off x="7025675" y="3684531"/>
            <a:ext cx="2257761" cy="228668"/>
          </a:xfrm>
          <a:prstGeom prst="rightArrow">
            <a:avLst>
              <a:gd name="adj1" fmla="val 50000"/>
              <a:gd name="adj2" fmla="val 151278"/>
            </a:avLst>
          </a:prstGeom>
          <a:solidFill>
            <a:srgbClr val="00B0F0"/>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43" name="Espace réservé du numéro de diapositive 42">
            <a:extLst>
              <a:ext uri="{FF2B5EF4-FFF2-40B4-BE49-F238E27FC236}">
                <a16:creationId xmlns:a16="http://schemas.microsoft.com/office/drawing/2014/main" id="{063FF0CC-F78C-1C07-B191-ECECB5333084}"/>
              </a:ext>
            </a:extLst>
          </p:cNvPr>
          <p:cNvSpPr>
            <a:spLocks noGrp="1"/>
          </p:cNvSpPr>
          <p:nvPr>
            <p:ph type="sldNum" sz="quarter" idx="10"/>
          </p:nvPr>
        </p:nvSpPr>
        <p:spPr/>
        <p:txBody>
          <a:bodyPr/>
          <a:lstStyle/>
          <a:p>
            <a:fld id="{525A3C56-E491-49B2-93F3-63532DF516BC}" type="slidenum">
              <a:rPr lang="en-CA" smtClean="0"/>
              <a:t>12</a:t>
            </a:fld>
            <a:endParaRPr lang="en-CA"/>
          </a:p>
        </p:txBody>
      </p:sp>
    </p:spTree>
    <p:extLst>
      <p:ext uri="{BB962C8B-B14F-4D97-AF65-F5344CB8AC3E}">
        <p14:creationId xmlns:p14="http://schemas.microsoft.com/office/powerpoint/2010/main" val="1265863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E7B57-CFF4-1196-B578-D6565F9FB6C8}"/>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6ED5AA6F-DDC3-BBEE-FD89-33454C62B1AC}"/>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Client – Serveur : A vous de jouer ! </a:t>
            </a:r>
            <a:endParaRPr lang="fr-FR" sz="3600" noProof="0" dirty="0"/>
          </a:p>
        </p:txBody>
      </p:sp>
      <p:sp>
        <p:nvSpPr>
          <p:cNvPr id="11" name="TextBox 10">
            <a:extLst>
              <a:ext uri="{FF2B5EF4-FFF2-40B4-BE49-F238E27FC236}">
                <a16:creationId xmlns:a16="http://schemas.microsoft.com/office/drawing/2014/main" id="{F7665145-E21E-9CD6-9439-11C175889BA4}"/>
              </a:ext>
            </a:extLst>
          </p:cNvPr>
          <p:cNvSpPr txBox="1"/>
          <p:nvPr/>
        </p:nvSpPr>
        <p:spPr>
          <a:xfrm>
            <a:off x="843742" y="1708265"/>
            <a:ext cx="10210799" cy="443198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sz="1600" b="1" noProof="0" dirty="0"/>
              <a:t>Identifiez les clients et les serveurs : </a:t>
            </a:r>
            <a:endParaRPr lang="fr-FR" sz="1600" dirty="0"/>
          </a:p>
          <a:p>
            <a:pPr marL="285750" indent="-285750" fontAlgn="base">
              <a:buFont typeface="Arial" panose="020B0604020202020204" pitchFamily="34" charset="0"/>
              <a:buChar char="•"/>
            </a:pPr>
            <a:endParaRPr lang="fr-FR" sz="1600" dirty="0"/>
          </a:p>
          <a:p>
            <a:pPr marL="285750" indent="-285750" fontAlgn="base">
              <a:buFont typeface="Arial" panose="020B0604020202020204" pitchFamily="34" charset="0"/>
              <a:buChar char="•"/>
            </a:pPr>
            <a:r>
              <a:rPr lang="fr-FR" sz="1600" dirty="0"/>
              <a:t>Thermomètre connecté qui mesure la température, la stocke dans un Cloud. Vous consultez la température avec une application mobile.</a:t>
            </a:r>
          </a:p>
          <a:p>
            <a:pPr marL="742950" lvl="1" indent="-285750" fontAlgn="base">
              <a:buFont typeface="Arial" panose="020B0604020202020204" pitchFamily="34" charset="0"/>
              <a:buChar char="•"/>
            </a:pPr>
            <a:r>
              <a:rPr lang="fr-FR" sz="1600" b="1" dirty="0"/>
              <a:t>Clients</a:t>
            </a:r>
            <a:r>
              <a:rPr lang="fr-FR" sz="1600" dirty="0"/>
              <a:t> = Thermomètre et application mobile</a:t>
            </a:r>
          </a:p>
          <a:p>
            <a:pPr marL="742950" lvl="1" indent="-285750" fontAlgn="base">
              <a:buFont typeface="Arial" panose="020B0604020202020204" pitchFamily="34" charset="0"/>
              <a:buChar char="•"/>
            </a:pPr>
            <a:r>
              <a:rPr lang="fr-FR" sz="1600" b="1" dirty="0"/>
              <a:t>Serveur</a:t>
            </a:r>
            <a:r>
              <a:rPr lang="fr-FR" sz="1600" dirty="0"/>
              <a:t> = Cloud</a:t>
            </a:r>
          </a:p>
          <a:p>
            <a:pPr marL="285750" indent="-285750" fontAlgn="base">
              <a:buFont typeface="Arial" panose="020B0604020202020204" pitchFamily="34" charset="0"/>
              <a:buChar char="•"/>
            </a:pPr>
            <a:endParaRPr lang="fr-FR" sz="1600" dirty="0"/>
          </a:p>
          <a:p>
            <a:pPr marL="285750" indent="-285750" fontAlgn="base">
              <a:buFont typeface="Arial" panose="020B0604020202020204" pitchFamily="34" charset="0"/>
              <a:buChar char="•"/>
            </a:pPr>
            <a:r>
              <a:rPr lang="fr-FR" sz="1600" dirty="0"/>
              <a:t>Vous aller sur l’Intranet de l’Université de Lorraine et vous consulter vos notes persistées en base de données.</a:t>
            </a:r>
          </a:p>
          <a:p>
            <a:pPr marL="742950" lvl="1" indent="-285750" fontAlgn="base">
              <a:buFont typeface="Arial" panose="020B0604020202020204" pitchFamily="34" charset="0"/>
              <a:buChar char="•"/>
            </a:pPr>
            <a:r>
              <a:rPr lang="fr-FR" sz="1600" b="1" dirty="0"/>
              <a:t>Client</a:t>
            </a:r>
            <a:r>
              <a:rPr lang="fr-FR" sz="1600" dirty="0"/>
              <a:t> = navigateur ET Intranet vis-à-vis de la base de données.</a:t>
            </a:r>
          </a:p>
          <a:p>
            <a:pPr marL="742950" lvl="1" indent="-285750" fontAlgn="base">
              <a:buFont typeface="Arial" panose="020B0604020202020204" pitchFamily="34" charset="0"/>
              <a:buChar char="•"/>
            </a:pPr>
            <a:r>
              <a:rPr lang="fr-FR" sz="1600" b="1" dirty="0"/>
              <a:t>Serveur</a:t>
            </a:r>
            <a:r>
              <a:rPr lang="fr-FR" sz="1600" dirty="0"/>
              <a:t> = Intranet vis-à-vis du navigateur ET base de données vis-à-vis de l’Intranet</a:t>
            </a:r>
          </a:p>
          <a:p>
            <a:pPr fontAlgn="base"/>
            <a:endParaRPr lang="fr-FR" sz="1600" dirty="0"/>
          </a:p>
          <a:p>
            <a:pPr marL="285750" indent="-285750" fontAlgn="base">
              <a:buFont typeface="Arial" panose="020B0604020202020204" pitchFamily="34" charset="0"/>
              <a:buChar char="•"/>
            </a:pPr>
            <a:r>
              <a:rPr lang="fr-FR" sz="1600" dirty="0" err="1"/>
              <a:t>Tiktok</a:t>
            </a:r>
            <a:r>
              <a:rPr lang="fr-FR" sz="1600" dirty="0"/>
              <a:t> envoie une notification push sur votre smartphone.</a:t>
            </a:r>
          </a:p>
          <a:p>
            <a:pPr marL="742950" lvl="1" indent="-285750" fontAlgn="base">
              <a:buFont typeface="Arial" panose="020B0604020202020204" pitchFamily="34" charset="0"/>
              <a:buChar char="•"/>
            </a:pPr>
            <a:r>
              <a:rPr lang="fr-FR" sz="1600" b="1" dirty="0"/>
              <a:t>Piège</a:t>
            </a:r>
            <a:r>
              <a:rPr lang="fr-FR" sz="1600" dirty="0"/>
              <a:t> </a:t>
            </a:r>
            <a:r>
              <a:rPr lang="fr-FR" sz="1600" dirty="0">
                <a:sym typeface="Wingdings" panose="05000000000000000000" pitchFamily="2" charset="2"/>
              </a:rPr>
              <a:t></a:t>
            </a:r>
            <a:r>
              <a:rPr lang="fr-FR" sz="1600" dirty="0"/>
              <a:t> dans le cas des notifications push, c’est le serveur qui initie la communication mais grâce à une connexion maintenue par le Client</a:t>
            </a:r>
          </a:p>
          <a:p>
            <a:pPr marL="742950" lvl="1" indent="-285750" fontAlgn="base">
              <a:buFont typeface="Arial" panose="020B0604020202020204" pitchFamily="34" charset="0"/>
              <a:buChar char="•"/>
            </a:pPr>
            <a:r>
              <a:rPr lang="fr-FR" sz="1600" b="1" dirty="0"/>
              <a:t>Client</a:t>
            </a:r>
            <a:r>
              <a:rPr lang="fr-FR" sz="1600" dirty="0"/>
              <a:t> = Smartphone</a:t>
            </a:r>
          </a:p>
          <a:p>
            <a:pPr marL="742950" lvl="1" indent="-285750" fontAlgn="base">
              <a:buFont typeface="Arial" panose="020B0604020202020204" pitchFamily="34" charset="0"/>
              <a:buChar char="•"/>
            </a:pPr>
            <a:r>
              <a:rPr lang="fr-FR" sz="1600" b="1" dirty="0"/>
              <a:t>Serveur</a:t>
            </a:r>
            <a:r>
              <a:rPr lang="fr-FR" sz="1600" dirty="0"/>
              <a:t> = </a:t>
            </a:r>
            <a:r>
              <a:rPr lang="fr-FR" sz="1600" dirty="0" err="1"/>
              <a:t>Tiktok</a:t>
            </a:r>
            <a:endParaRPr lang="fr-FR" sz="1600" dirty="0"/>
          </a:p>
          <a:p>
            <a:pPr marL="285750" indent="-285750" fontAlgn="base">
              <a:buFont typeface="Arial" panose="020B0604020202020204" pitchFamily="34" charset="0"/>
              <a:buChar char="•"/>
            </a:pPr>
            <a:endParaRPr lang="fr-FR" sz="1600" dirty="0"/>
          </a:p>
        </p:txBody>
      </p:sp>
      <p:sp>
        <p:nvSpPr>
          <p:cNvPr id="4" name="Espace réservé du numéro de diapositive 3">
            <a:extLst>
              <a:ext uri="{FF2B5EF4-FFF2-40B4-BE49-F238E27FC236}">
                <a16:creationId xmlns:a16="http://schemas.microsoft.com/office/drawing/2014/main" id="{31A3875F-4C4D-A9C0-7DB5-931ED84E5F32}"/>
              </a:ext>
            </a:extLst>
          </p:cNvPr>
          <p:cNvSpPr>
            <a:spLocks noGrp="1"/>
          </p:cNvSpPr>
          <p:nvPr>
            <p:ph type="sldNum" sz="quarter" idx="10"/>
          </p:nvPr>
        </p:nvSpPr>
        <p:spPr/>
        <p:txBody>
          <a:bodyPr/>
          <a:lstStyle/>
          <a:p>
            <a:fld id="{525A3C56-E491-49B2-93F3-63532DF516BC}" type="slidenum">
              <a:rPr lang="en-CA" smtClean="0"/>
              <a:t>13</a:t>
            </a:fld>
            <a:endParaRPr lang="en-CA"/>
          </a:p>
        </p:txBody>
      </p:sp>
    </p:spTree>
    <p:extLst>
      <p:ext uri="{BB962C8B-B14F-4D97-AF65-F5344CB8AC3E}">
        <p14:creationId xmlns:p14="http://schemas.microsoft.com/office/powerpoint/2010/main" val="3320219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
                                            <p:txEl>
                                              <p:pRg st="7" end="7"/>
                                            </p:txEl>
                                          </p:spTgt>
                                        </p:tgtEl>
                                        <p:attrNameLst>
                                          <p:attrName>style.visibility</p:attrName>
                                        </p:attrNameLst>
                                      </p:cBhvr>
                                      <p:to>
                                        <p:strVal val="visible"/>
                                      </p:to>
                                    </p:set>
                                    <p:animEffect transition="in" filter="fade">
                                      <p:cBhvr>
                                        <p:cTn id="21" dur="500"/>
                                        <p:tgtEl>
                                          <p:spTgt spid="11">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xEl>
                                              <p:pRg st="8" end="8"/>
                                            </p:txEl>
                                          </p:spTgt>
                                        </p:tgtEl>
                                        <p:attrNameLst>
                                          <p:attrName>style.visibility</p:attrName>
                                        </p:attrNameLst>
                                      </p:cBhvr>
                                      <p:to>
                                        <p:strVal val="visible"/>
                                      </p:to>
                                    </p:set>
                                    <p:animEffect transition="in" filter="fade">
                                      <p:cBhvr>
                                        <p:cTn id="24" dur="500"/>
                                        <p:tgtEl>
                                          <p:spTgt spid="11">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4AA24-FBC9-7CC4-A296-F996E077889B}"/>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B31009F6-585F-5994-981D-86EDB1C9D630}"/>
              </a:ext>
            </a:extLst>
          </p:cNvPr>
          <p:cNvSpPr>
            <a:spLocks noGrp="1"/>
          </p:cNvSpPr>
          <p:nvPr>
            <p:ph type="title"/>
          </p:nvPr>
        </p:nvSpPr>
        <p:spPr/>
        <p:txBody>
          <a:bodyPr/>
          <a:lstStyle/>
          <a:p>
            <a:r>
              <a:rPr lang="fr-FR" noProof="0" dirty="0"/>
              <a:t>Frontend et backend</a:t>
            </a:r>
          </a:p>
        </p:txBody>
      </p:sp>
      <p:sp>
        <p:nvSpPr>
          <p:cNvPr id="2" name="Espace réservé du numéro de diapositive 1">
            <a:extLst>
              <a:ext uri="{FF2B5EF4-FFF2-40B4-BE49-F238E27FC236}">
                <a16:creationId xmlns:a16="http://schemas.microsoft.com/office/drawing/2014/main" id="{3E793B10-5B9D-A000-DE17-3B64DED43185}"/>
              </a:ext>
            </a:extLst>
          </p:cNvPr>
          <p:cNvSpPr>
            <a:spLocks noGrp="1"/>
          </p:cNvSpPr>
          <p:nvPr>
            <p:ph type="sldNum" sz="quarter" idx="4"/>
          </p:nvPr>
        </p:nvSpPr>
        <p:spPr/>
        <p:txBody>
          <a:bodyPr/>
          <a:lstStyle/>
          <a:p>
            <a:fld id="{525A3C56-E491-49B2-93F3-63532DF516BC}" type="slidenum">
              <a:rPr lang="en-CA" smtClean="0"/>
              <a:t>14</a:t>
            </a:fld>
            <a:endParaRPr lang="en-CA"/>
          </a:p>
        </p:txBody>
      </p:sp>
    </p:spTree>
    <p:extLst>
      <p:ext uri="{BB962C8B-B14F-4D97-AF65-F5344CB8AC3E}">
        <p14:creationId xmlns:p14="http://schemas.microsoft.com/office/powerpoint/2010/main" val="2091374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BE4F4-5F9F-A3D6-30D8-6E3D2BBFDFEF}"/>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982A784-13B8-CC96-7191-143A48E5F052}"/>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a:t>Frontend et Backend - Généralités</a:t>
            </a:r>
            <a:endParaRPr lang="fr-FR" sz="3600" noProof="0" dirty="0"/>
          </a:p>
        </p:txBody>
      </p:sp>
      <p:sp>
        <p:nvSpPr>
          <p:cNvPr id="3" name="Espace réservé du numéro de diapositive 2">
            <a:extLst>
              <a:ext uri="{FF2B5EF4-FFF2-40B4-BE49-F238E27FC236}">
                <a16:creationId xmlns:a16="http://schemas.microsoft.com/office/drawing/2014/main" id="{00E19B0C-EF95-7A1D-F740-224803FA3708}"/>
              </a:ext>
            </a:extLst>
          </p:cNvPr>
          <p:cNvSpPr>
            <a:spLocks noGrp="1"/>
          </p:cNvSpPr>
          <p:nvPr>
            <p:ph type="sldNum" sz="quarter" idx="10"/>
          </p:nvPr>
        </p:nvSpPr>
        <p:spPr/>
        <p:txBody>
          <a:bodyPr/>
          <a:lstStyle/>
          <a:p>
            <a:fld id="{525A3C56-E491-49B2-93F3-63532DF516BC}" type="slidenum">
              <a:rPr lang="en-CA" smtClean="0"/>
              <a:t>15</a:t>
            </a:fld>
            <a:endParaRPr lang="en-CA"/>
          </a:p>
        </p:txBody>
      </p:sp>
      <p:sp>
        <p:nvSpPr>
          <p:cNvPr id="4" name="TextBox 10">
            <a:extLst>
              <a:ext uri="{FF2B5EF4-FFF2-40B4-BE49-F238E27FC236}">
                <a16:creationId xmlns:a16="http://schemas.microsoft.com/office/drawing/2014/main" id="{33D1B7C0-A90C-ED7B-2B5E-651AD69438FB}"/>
              </a:ext>
            </a:extLst>
          </p:cNvPr>
          <p:cNvSpPr txBox="1"/>
          <p:nvPr/>
        </p:nvSpPr>
        <p:spPr>
          <a:xfrm>
            <a:off x="843742" y="1708265"/>
            <a:ext cx="10210799" cy="36009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Frontend</a:t>
            </a:r>
          </a:p>
          <a:p>
            <a:pPr fontAlgn="base"/>
            <a:endParaRPr lang="fr-FR" b="1" noProof="0" dirty="0"/>
          </a:p>
          <a:p>
            <a:pPr marL="285750" indent="-285750" fontAlgn="base">
              <a:buFont typeface="Arial" panose="020B0604020202020204" pitchFamily="34" charset="0"/>
              <a:buChar char="•"/>
            </a:pPr>
            <a:r>
              <a:rPr lang="fr-FR" dirty="0"/>
              <a:t>Client du backend</a:t>
            </a:r>
          </a:p>
          <a:p>
            <a:pPr marL="285750" indent="-285750" fontAlgn="base">
              <a:buFont typeface="Arial" panose="020B0604020202020204" pitchFamily="34" charset="0"/>
              <a:buChar char="•"/>
            </a:pPr>
            <a:r>
              <a:rPr lang="fr-FR" noProof="0" dirty="0"/>
              <a:t>Gère l’affichage et les interactions utilisateur</a:t>
            </a:r>
          </a:p>
          <a:p>
            <a:pPr marL="285750" indent="-285750" fontAlgn="base">
              <a:buFont typeface="Arial" panose="020B0604020202020204" pitchFamily="34" charset="0"/>
              <a:buChar char="•"/>
            </a:pPr>
            <a:r>
              <a:rPr lang="fr-FR" dirty="0"/>
              <a:t>Technologies principales : HTML, CSS, JavaScript</a:t>
            </a:r>
          </a:p>
          <a:p>
            <a:pPr marL="285750" indent="-285750" fontAlgn="base">
              <a:buFont typeface="Arial" panose="020B0604020202020204" pitchFamily="34" charset="0"/>
              <a:buChar char="•"/>
            </a:pPr>
            <a:endParaRPr lang="fr-FR" dirty="0"/>
          </a:p>
          <a:p>
            <a:pPr fontAlgn="base"/>
            <a:endParaRPr lang="fr-FR" b="1" dirty="0"/>
          </a:p>
          <a:p>
            <a:pPr fontAlgn="base"/>
            <a:r>
              <a:rPr lang="fr-FR" b="1" dirty="0"/>
              <a:t>Backend</a:t>
            </a:r>
          </a:p>
          <a:p>
            <a:pPr fontAlgn="base"/>
            <a:endParaRPr lang="fr-FR" b="1" dirty="0"/>
          </a:p>
          <a:p>
            <a:pPr marL="285750" indent="-285750" fontAlgn="base">
              <a:buFont typeface="Arial" panose="020B0604020202020204" pitchFamily="34" charset="0"/>
              <a:buChar char="•"/>
            </a:pPr>
            <a:r>
              <a:rPr lang="fr-FR" dirty="0"/>
              <a:t>Serveur du frontend</a:t>
            </a:r>
          </a:p>
          <a:p>
            <a:pPr marL="285750" indent="-285750" fontAlgn="base">
              <a:buFont typeface="Arial" panose="020B0604020202020204" pitchFamily="34" charset="0"/>
              <a:buChar char="•"/>
            </a:pPr>
            <a:r>
              <a:rPr lang="fr-FR" dirty="0"/>
              <a:t>Gère la logique métier et les ressources (données, fichier, etc.)</a:t>
            </a:r>
          </a:p>
          <a:p>
            <a:pPr marL="285750" indent="-285750" fontAlgn="base">
              <a:buFont typeface="Arial" panose="020B0604020202020204" pitchFamily="34" charset="0"/>
              <a:buChar char="•"/>
            </a:pPr>
            <a:r>
              <a:rPr lang="fr-FR" dirty="0"/>
              <a:t>Technologies principales : Java, C#, PHP, … + bases de données</a:t>
            </a:r>
          </a:p>
          <a:p>
            <a:pPr marL="285750" indent="-285750" fontAlgn="base">
              <a:buFont typeface="Arial" panose="020B0604020202020204" pitchFamily="34" charset="0"/>
              <a:buChar char="•"/>
            </a:pPr>
            <a:endParaRPr lang="fr-FR" dirty="0"/>
          </a:p>
        </p:txBody>
      </p:sp>
    </p:spTree>
    <p:extLst>
      <p:ext uri="{BB962C8B-B14F-4D97-AF65-F5344CB8AC3E}">
        <p14:creationId xmlns:p14="http://schemas.microsoft.com/office/powerpoint/2010/main" val="1353922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30CEA-DFD7-D500-F49D-10CB1BEFC1E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2BC300C3-D5CB-66AA-5F87-2AAE02D62A4E}"/>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Frontend et Backend - Généralités</a:t>
            </a:r>
            <a:endParaRPr lang="fr-FR" sz="3600" noProof="0" dirty="0"/>
          </a:p>
        </p:txBody>
      </p:sp>
      <p:sp>
        <p:nvSpPr>
          <p:cNvPr id="3" name="Espace réservé du numéro de diapositive 2">
            <a:extLst>
              <a:ext uri="{FF2B5EF4-FFF2-40B4-BE49-F238E27FC236}">
                <a16:creationId xmlns:a16="http://schemas.microsoft.com/office/drawing/2014/main" id="{FA775C33-8313-69A5-7E4B-5D9E1BC41968}"/>
              </a:ext>
            </a:extLst>
          </p:cNvPr>
          <p:cNvSpPr>
            <a:spLocks noGrp="1"/>
          </p:cNvSpPr>
          <p:nvPr>
            <p:ph type="sldNum" sz="quarter" idx="10"/>
          </p:nvPr>
        </p:nvSpPr>
        <p:spPr/>
        <p:txBody>
          <a:bodyPr/>
          <a:lstStyle/>
          <a:p>
            <a:fld id="{525A3C56-E491-49B2-93F3-63532DF516BC}" type="slidenum">
              <a:rPr lang="en-CA" smtClean="0"/>
              <a:t>16</a:t>
            </a:fld>
            <a:endParaRPr lang="en-CA"/>
          </a:p>
        </p:txBody>
      </p:sp>
      <p:sp>
        <p:nvSpPr>
          <p:cNvPr id="4" name="TextBox 10">
            <a:extLst>
              <a:ext uri="{FF2B5EF4-FFF2-40B4-BE49-F238E27FC236}">
                <a16:creationId xmlns:a16="http://schemas.microsoft.com/office/drawing/2014/main" id="{2B03EC79-E619-0702-01C7-7AEF56BAFDFC}"/>
              </a:ext>
            </a:extLst>
          </p:cNvPr>
          <p:cNvSpPr txBox="1"/>
          <p:nvPr/>
        </p:nvSpPr>
        <p:spPr>
          <a:xfrm>
            <a:off x="843742" y="1708265"/>
            <a:ext cx="10319292" cy="213007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Communication</a:t>
            </a:r>
          </a:p>
          <a:p>
            <a:pPr fontAlgn="base"/>
            <a:endParaRPr lang="fr-FR" b="1" dirty="0"/>
          </a:p>
          <a:p>
            <a:pPr marL="285750" indent="-285750" fontAlgn="base">
              <a:lnSpc>
                <a:spcPct val="200000"/>
              </a:lnSpc>
              <a:buFont typeface="Arial" panose="020B0604020202020204" pitchFamily="34" charset="0"/>
              <a:buChar char="•"/>
            </a:pPr>
            <a:r>
              <a:rPr lang="fr-FR" dirty="0"/>
              <a:t>Protocole HTTP</a:t>
            </a:r>
          </a:p>
          <a:p>
            <a:pPr marL="285750" indent="-285750" fontAlgn="base">
              <a:lnSpc>
                <a:spcPct val="200000"/>
              </a:lnSpc>
              <a:buFont typeface="Arial" panose="020B0604020202020204" pitchFamily="34" charset="0"/>
              <a:buChar char="•"/>
            </a:pPr>
            <a:r>
              <a:rPr lang="fr-FR" dirty="0"/>
              <a:t>API REST</a:t>
            </a:r>
          </a:p>
          <a:p>
            <a:pPr marL="285750" indent="-285750" fontAlgn="base">
              <a:lnSpc>
                <a:spcPct val="200000"/>
              </a:lnSpc>
              <a:buFont typeface="Arial" panose="020B0604020202020204" pitchFamily="34" charset="0"/>
              <a:buChar char="•"/>
            </a:pPr>
            <a:r>
              <a:rPr lang="fr-FR" dirty="0"/>
              <a:t>Format standardisé (JSON, XML, …)</a:t>
            </a:r>
          </a:p>
        </p:txBody>
      </p:sp>
    </p:spTree>
    <p:extLst>
      <p:ext uri="{BB962C8B-B14F-4D97-AF65-F5344CB8AC3E}">
        <p14:creationId xmlns:p14="http://schemas.microsoft.com/office/powerpoint/2010/main" val="302324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3DB0D-6F03-4C5A-AABB-F54D4E26942D}"/>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EF538E0F-95DD-A472-9DD6-A03F82E4514D}"/>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Frontend et Backend – Architecture d’une application</a:t>
            </a:r>
            <a:endParaRPr lang="fr-FR" sz="3600" noProof="0" dirty="0"/>
          </a:p>
        </p:txBody>
      </p:sp>
      <p:pic>
        <p:nvPicPr>
          <p:cNvPr id="10" name="Image 9" descr="Une image contenant noir, obscurité&#10;&#10;Le contenu généré par l’IA peut être incorrect.">
            <a:extLst>
              <a:ext uri="{FF2B5EF4-FFF2-40B4-BE49-F238E27FC236}">
                <a16:creationId xmlns:a16="http://schemas.microsoft.com/office/drawing/2014/main" id="{19EF9A38-CB52-D112-3B00-F0D38D09E125}"/>
              </a:ext>
            </a:extLst>
          </p:cNvPr>
          <p:cNvPicPr>
            <a:picLocks noChangeAspect="1"/>
          </p:cNvPicPr>
          <p:nvPr/>
        </p:nvPicPr>
        <p:blipFill>
          <a:blip r:embed="rId3"/>
          <a:stretch>
            <a:fillRect/>
          </a:stretch>
        </p:blipFill>
        <p:spPr>
          <a:xfrm>
            <a:off x="2133505" y="4598379"/>
            <a:ext cx="1151338" cy="1151338"/>
          </a:xfrm>
          <a:prstGeom prst="rect">
            <a:avLst/>
          </a:prstGeom>
        </p:spPr>
      </p:pic>
      <p:pic>
        <p:nvPicPr>
          <p:cNvPr id="12" name="Image 11" descr="Une image contenant noir, obscurité&#10;&#10;Le contenu généré par l’IA peut être incorrect.">
            <a:extLst>
              <a:ext uri="{FF2B5EF4-FFF2-40B4-BE49-F238E27FC236}">
                <a16:creationId xmlns:a16="http://schemas.microsoft.com/office/drawing/2014/main" id="{60BBA897-7480-0AFC-FB0B-0E35B4EAFF4B}"/>
              </a:ext>
            </a:extLst>
          </p:cNvPr>
          <p:cNvPicPr>
            <a:picLocks noChangeAspect="1"/>
          </p:cNvPicPr>
          <p:nvPr/>
        </p:nvPicPr>
        <p:blipFill>
          <a:blip r:embed="rId4"/>
          <a:stretch>
            <a:fillRect/>
          </a:stretch>
        </p:blipFill>
        <p:spPr>
          <a:xfrm>
            <a:off x="2059864" y="2483791"/>
            <a:ext cx="1151337" cy="1151337"/>
          </a:xfrm>
          <a:prstGeom prst="rect">
            <a:avLst/>
          </a:prstGeom>
        </p:spPr>
      </p:pic>
      <p:pic>
        <p:nvPicPr>
          <p:cNvPr id="33" name="Image 32" descr="Une image contenant noir, obscurité&#10;&#10;Le contenu généré par l’IA peut être incorrect.">
            <a:extLst>
              <a:ext uri="{FF2B5EF4-FFF2-40B4-BE49-F238E27FC236}">
                <a16:creationId xmlns:a16="http://schemas.microsoft.com/office/drawing/2014/main" id="{8A012ABC-85E9-DA88-4D84-132DE2FD44A8}"/>
              </a:ext>
            </a:extLst>
          </p:cNvPr>
          <p:cNvPicPr>
            <a:picLocks noChangeAspect="1"/>
          </p:cNvPicPr>
          <p:nvPr/>
        </p:nvPicPr>
        <p:blipFill>
          <a:blip r:embed="rId5"/>
          <a:stretch>
            <a:fillRect/>
          </a:stretch>
        </p:blipFill>
        <p:spPr>
          <a:xfrm>
            <a:off x="5688419" y="3616541"/>
            <a:ext cx="1215914" cy="1215914"/>
          </a:xfrm>
          <a:prstGeom prst="rect">
            <a:avLst/>
          </a:prstGeom>
        </p:spPr>
      </p:pic>
      <p:pic>
        <p:nvPicPr>
          <p:cNvPr id="37" name="Image 36" descr="Une image contenant noir, obscurité&#10;&#10;Le contenu généré par l’IA peut être incorrect.">
            <a:extLst>
              <a:ext uri="{FF2B5EF4-FFF2-40B4-BE49-F238E27FC236}">
                <a16:creationId xmlns:a16="http://schemas.microsoft.com/office/drawing/2014/main" id="{5872FBE8-D56B-75AA-0014-54713661B56D}"/>
              </a:ext>
            </a:extLst>
          </p:cNvPr>
          <p:cNvPicPr>
            <a:picLocks noChangeAspect="1"/>
          </p:cNvPicPr>
          <p:nvPr/>
        </p:nvPicPr>
        <p:blipFill>
          <a:blip r:embed="rId6"/>
          <a:stretch>
            <a:fillRect/>
          </a:stretch>
        </p:blipFill>
        <p:spPr>
          <a:xfrm>
            <a:off x="9186522" y="5174048"/>
            <a:ext cx="1311429" cy="1311429"/>
          </a:xfrm>
          <a:prstGeom prst="rect">
            <a:avLst/>
          </a:prstGeom>
        </p:spPr>
      </p:pic>
      <p:pic>
        <p:nvPicPr>
          <p:cNvPr id="38" name="Image 37" descr="Une image contenant noir, obscurité&#10;&#10;Le contenu généré par l’IA peut être incorrect.">
            <a:extLst>
              <a:ext uri="{FF2B5EF4-FFF2-40B4-BE49-F238E27FC236}">
                <a16:creationId xmlns:a16="http://schemas.microsoft.com/office/drawing/2014/main" id="{5DDC183B-7632-BA4F-22EA-1F9F006A0433}"/>
              </a:ext>
            </a:extLst>
          </p:cNvPr>
          <p:cNvPicPr>
            <a:picLocks noChangeAspect="1"/>
          </p:cNvPicPr>
          <p:nvPr/>
        </p:nvPicPr>
        <p:blipFill>
          <a:blip r:embed="rId5"/>
          <a:stretch>
            <a:fillRect/>
          </a:stretch>
        </p:blipFill>
        <p:spPr>
          <a:xfrm>
            <a:off x="9202836" y="3521026"/>
            <a:ext cx="1311429" cy="1311429"/>
          </a:xfrm>
          <a:prstGeom prst="rect">
            <a:avLst/>
          </a:prstGeom>
        </p:spPr>
      </p:pic>
      <p:pic>
        <p:nvPicPr>
          <p:cNvPr id="40" name="Image 39" descr="Une image contenant noir, obscurité&#10;&#10;Le contenu généré par l’IA peut être incorrect.">
            <a:extLst>
              <a:ext uri="{FF2B5EF4-FFF2-40B4-BE49-F238E27FC236}">
                <a16:creationId xmlns:a16="http://schemas.microsoft.com/office/drawing/2014/main" id="{AF8D013F-1226-642D-BF9F-563EC124D6D0}"/>
              </a:ext>
            </a:extLst>
          </p:cNvPr>
          <p:cNvPicPr>
            <a:picLocks noChangeAspect="1"/>
          </p:cNvPicPr>
          <p:nvPr/>
        </p:nvPicPr>
        <p:blipFill>
          <a:blip r:embed="rId7"/>
          <a:stretch>
            <a:fillRect/>
          </a:stretch>
        </p:blipFill>
        <p:spPr>
          <a:xfrm>
            <a:off x="9202836" y="1748031"/>
            <a:ext cx="1311429" cy="1311429"/>
          </a:xfrm>
          <a:prstGeom prst="rect">
            <a:avLst/>
          </a:prstGeom>
        </p:spPr>
      </p:pic>
      <p:cxnSp>
        <p:nvCxnSpPr>
          <p:cNvPr id="47" name="Connecteur droit 46">
            <a:extLst>
              <a:ext uri="{FF2B5EF4-FFF2-40B4-BE49-F238E27FC236}">
                <a16:creationId xmlns:a16="http://schemas.microsoft.com/office/drawing/2014/main" id="{8F88B42E-F45E-6A27-E1F7-539559A06AD5}"/>
              </a:ext>
            </a:extLst>
          </p:cNvPr>
          <p:cNvCxnSpPr>
            <a:cxnSpLocks/>
          </p:cNvCxnSpPr>
          <p:nvPr/>
        </p:nvCxnSpPr>
        <p:spPr bwMode="gray">
          <a:xfrm>
            <a:off x="4628481" y="1715996"/>
            <a:ext cx="0" cy="4854567"/>
          </a:xfrm>
          <a:prstGeom prst="line">
            <a:avLst/>
          </a:prstGeom>
          <a:ln w="28575">
            <a:solidFill>
              <a:schemeClr val="accent3"/>
            </a:solidFill>
            <a:prstDash val="sysDot"/>
            <a:headEnd/>
            <a:tailEnd/>
          </a:ln>
        </p:spPr>
        <p:style>
          <a:lnRef idx="1">
            <a:schemeClr val="accent1"/>
          </a:lnRef>
          <a:fillRef idx="0">
            <a:schemeClr val="accent1"/>
          </a:fillRef>
          <a:effectRef idx="0">
            <a:schemeClr val="accent1"/>
          </a:effectRef>
          <a:fontRef idx="minor">
            <a:schemeClr val="tx1"/>
          </a:fontRef>
        </p:style>
      </p:cxnSp>
      <p:sp>
        <p:nvSpPr>
          <p:cNvPr id="48" name="ZoneTexte 47">
            <a:extLst>
              <a:ext uri="{FF2B5EF4-FFF2-40B4-BE49-F238E27FC236}">
                <a16:creationId xmlns:a16="http://schemas.microsoft.com/office/drawing/2014/main" id="{7FFDE598-13D2-115C-E8D7-E22F4D0FD71F}"/>
              </a:ext>
            </a:extLst>
          </p:cNvPr>
          <p:cNvSpPr txBox="1"/>
          <p:nvPr/>
        </p:nvSpPr>
        <p:spPr>
          <a:xfrm>
            <a:off x="1860067" y="1715996"/>
            <a:ext cx="1898980" cy="409016"/>
          </a:xfrm>
          <a:prstGeom prst="rect">
            <a:avLst/>
          </a:prstGeom>
        </p:spPr>
        <p:txBody>
          <a:bodyPr vert="horz" wrap="square" lIns="0" tIns="0" rIns="0" bIns="0" rtlCol="0" anchor="t" anchorCtr="0">
            <a:normAutofit/>
          </a:bodyPr>
          <a:lstStyle/>
          <a:p>
            <a:pPr algn="ctr"/>
            <a:r>
              <a:rPr lang="fr-FR" b="1" dirty="0"/>
              <a:t>Frontend</a:t>
            </a:r>
          </a:p>
        </p:txBody>
      </p:sp>
      <p:sp>
        <p:nvSpPr>
          <p:cNvPr id="50" name="ZoneTexte 49">
            <a:extLst>
              <a:ext uri="{FF2B5EF4-FFF2-40B4-BE49-F238E27FC236}">
                <a16:creationId xmlns:a16="http://schemas.microsoft.com/office/drawing/2014/main" id="{84290079-37CF-7CA9-0B1F-67BAC0CFB306}"/>
              </a:ext>
            </a:extLst>
          </p:cNvPr>
          <p:cNvSpPr txBox="1"/>
          <p:nvPr/>
        </p:nvSpPr>
        <p:spPr>
          <a:xfrm>
            <a:off x="6296376" y="1634030"/>
            <a:ext cx="1898980" cy="409016"/>
          </a:xfrm>
          <a:prstGeom prst="rect">
            <a:avLst/>
          </a:prstGeom>
        </p:spPr>
        <p:txBody>
          <a:bodyPr vert="horz" wrap="square" lIns="0" tIns="0" rIns="0" bIns="0" rtlCol="0" anchor="t" anchorCtr="0">
            <a:normAutofit/>
          </a:bodyPr>
          <a:lstStyle/>
          <a:p>
            <a:pPr algn="ctr"/>
            <a:r>
              <a:rPr lang="fr-FR" b="1" dirty="0"/>
              <a:t>Backend</a:t>
            </a:r>
          </a:p>
        </p:txBody>
      </p:sp>
      <p:sp>
        <p:nvSpPr>
          <p:cNvPr id="53" name="Espace réservé du numéro de diapositive 52">
            <a:extLst>
              <a:ext uri="{FF2B5EF4-FFF2-40B4-BE49-F238E27FC236}">
                <a16:creationId xmlns:a16="http://schemas.microsoft.com/office/drawing/2014/main" id="{FE01468A-0C45-9C70-F148-C78771C7BF70}"/>
              </a:ext>
            </a:extLst>
          </p:cNvPr>
          <p:cNvSpPr>
            <a:spLocks noGrp="1"/>
          </p:cNvSpPr>
          <p:nvPr>
            <p:ph type="sldNum" sz="quarter" idx="10"/>
          </p:nvPr>
        </p:nvSpPr>
        <p:spPr/>
        <p:txBody>
          <a:bodyPr/>
          <a:lstStyle/>
          <a:p>
            <a:fld id="{525A3C56-E491-49B2-93F3-63532DF516BC}" type="slidenum">
              <a:rPr lang="en-CA" smtClean="0"/>
              <a:t>17</a:t>
            </a:fld>
            <a:endParaRPr lang="en-CA"/>
          </a:p>
        </p:txBody>
      </p:sp>
      <p:pic>
        <p:nvPicPr>
          <p:cNvPr id="3074" name="Picture 2" descr="Hypertext Markup Language — Wikipédia">
            <a:extLst>
              <a:ext uri="{FF2B5EF4-FFF2-40B4-BE49-F238E27FC236}">
                <a16:creationId xmlns:a16="http://schemas.microsoft.com/office/drawing/2014/main" id="{B99C58C7-5A3C-2DD8-228B-633D24413C0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06260" y="2613994"/>
            <a:ext cx="1021134" cy="102113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81BA6FD5-9EC4-8D38-12B7-7FEB4F31FBC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202227" y="3216938"/>
            <a:ext cx="762384" cy="107701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pprendre JavaScript | Grafikart">
            <a:extLst>
              <a:ext uri="{FF2B5EF4-FFF2-40B4-BE49-F238E27FC236}">
                <a16:creationId xmlns:a16="http://schemas.microsoft.com/office/drawing/2014/main" id="{75526520-EC8C-E648-28EA-3504829AD1F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60737" y="1634030"/>
            <a:ext cx="747541" cy="747541"/>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Java (programming language) - Wikipedia">
            <a:extLst>
              <a:ext uri="{FF2B5EF4-FFF2-40B4-BE49-F238E27FC236}">
                <a16:creationId xmlns:a16="http://schemas.microsoft.com/office/drawing/2014/main" id="{B22C1128-FF56-9FBD-A289-9024A02AAE7C}"/>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296713" y="1963414"/>
            <a:ext cx="799287" cy="1465586"/>
          </a:xfrm>
          <a:prstGeom prst="rect">
            <a:avLst/>
          </a:prstGeom>
          <a:noFill/>
          <a:extLst>
            <a:ext uri="{909E8E84-426E-40DD-AFC4-6F175D3DCCD1}">
              <a14:hiddenFill xmlns:a14="http://schemas.microsoft.com/office/drawing/2010/main">
                <a:solidFill>
                  <a:srgbClr val="FFFFFF"/>
                </a:solidFill>
              </a14:hiddenFill>
            </a:ext>
          </a:extLst>
        </p:spPr>
      </p:pic>
      <p:pic>
        <p:nvPicPr>
          <p:cNvPr id="3090" name="Picture 18" descr="PHP — Wikipédia">
            <a:extLst>
              <a:ext uri="{FF2B5EF4-FFF2-40B4-BE49-F238E27FC236}">
                <a16:creationId xmlns:a16="http://schemas.microsoft.com/office/drawing/2014/main" id="{E3C1D950-C12D-25A2-A86B-D14249E67FF7}"/>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894075" y="5000011"/>
            <a:ext cx="1388746" cy="749706"/>
          </a:xfrm>
          <a:prstGeom prst="rect">
            <a:avLst/>
          </a:prstGeom>
          <a:noFill/>
          <a:extLst>
            <a:ext uri="{909E8E84-426E-40DD-AFC4-6F175D3DCCD1}">
              <a14:hiddenFill xmlns:a14="http://schemas.microsoft.com/office/drawing/2010/main">
                <a:solidFill>
                  <a:srgbClr val="FFFFFF"/>
                </a:solidFill>
              </a14:hiddenFill>
            </a:ext>
          </a:extLst>
        </p:spPr>
      </p:pic>
      <p:pic>
        <p:nvPicPr>
          <p:cNvPr id="3094" name="Picture 22" descr="PostgreSQL, Dump d'une base de données en invite de commande – MSI.nc base  de connaissances">
            <a:extLst>
              <a:ext uri="{FF2B5EF4-FFF2-40B4-BE49-F238E27FC236}">
                <a16:creationId xmlns:a16="http://schemas.microsoft.com/office/drawing/2014/main" id="{BD44C0A1-FCCB-6C8A-E343-F362A5B6E0BD}"/>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0022595" y="782135"/>
            <a:ext cx="1543825" cy="708641"/>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descr="C# 14 : Les Fondamentaux avec .NET 10 - DevToBeCurious">
            <a:extLst>
              <a:ext uri="{FF2B5EF4-FFF2-40B4-BE49-F238E27FC236}">
                <a16:creationId xmlns:a16="http://schemas.microsoft.com/office/drawing/2014/main" id="{BAA54021-B294-8DB6-AF28-42E5A15DD251}"/>
              </a:ext>
            </a:extLst>
          </p:cNvPr>
          <p:cNvPicPr>
            <a:picLocks noChangeAspect="1" noChangeArrowheads="1"/>
          </p:cNvPicPr>
          <p:nvPr/>
        </p:nvPicPr>
        <p:blipFill rotWithShape="1">
          <a:blip r:embed="rId14" cstate="print">
            <a:extLst>
              <a:ext uri="{28A0092B-C50C-407E-A947-70E740481C1C}">
                <a14:useLocalDpi xmlns:a14="http://schemas.microsoft.com/office/drawing/2010/main" val="0"/>
              </a:ext>
            </a:extLst>
          </a:blip>
          <a:srcRect l="22702" t="19312" r="22120" b="19501"/>
          <a:stretch>
            <a:fillRect/>
          </a:stretch>
        </p:blipFill>
        <p:spPr bwMode="auto">
          <a:xfrm>
            <a:off x="6620187" y="5000011"/>
            <a:ext cx="911996" cy="1011320"/>
          </a:xfrm>
          <a:prstGeom prst="rect">
            <a:avLst/>
          </a:prstGeom>
          <a:noFill/>
          <a:extLst>
            <a:ext uri="{909E8E84-426E-40DD-AFC4-6F175D3DCCD1}">
              <a14:hiddenFill xmlns:a14="http://schemas.microsoft.com/office/drawing/2010/main">
                <a:solidFill>
                  <a:srgbClr val="FFFFFF"/>
                </a:solidFill>
              </a14:hiddenFill>
            </a:ext>
          </a:extLst>
        </p:spPr>
      </p:pic>
      <p:pic>
        <p:nvPicPr>
          <p:cNvPr id="3092" name="Picture 20" descr="Présentation du logiciel de base de données Microsoft SQL Server -  Développement web et mobile">
            <a:extLst>
              <a:ext uri="{FF2B5EF4-FFF2-40B4-BE49-F238E27FC236}">
                <a16:creationId xmlns:a16="http://schemas.microsoft.com/office/drawing/2014/main" id="{8361719E-8DBF-908A-7DEE-C588CB25538B}"/>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0691554" y="1358953"/>
            <a:ext cx="1383822" cy="1123102"/>
          </a:xfrm>
          <a:prstGeom prst="rect">
            <a:avLst/>
          </a:prstGeom>
          <a:noFill/>
          <a:extLst>
            <a:ext uri="{909E8E84-426E-40DD-AFC4-6F175D3DCCD1}">
              <a14:hiddenFill xmlns:a14="http://schemas.microsoft.com/office/drawing/2010/main">
                <a:solidFill>
                  <a:srgbClr val="FFFFFF"/>
                </a:solidFill>
              </a14:hiddenFill>
            </a:ext>
          </a:extLst>
        </p:spPr>
      </p:pic>
      <p:sp>
        <p:nvSpPr>
          <p:cNvPr id="3" name="Flèche : double flèche horizontale 2">
            <a:extLst>
              <a:ext uri="{FF2B5EF4-FFF2-40B4-BE49-F238E27FC236}">
                <a16:creationId xmlns:a16="http://schemas.microsoft.com/office/drawing/2014/main" id="{1E350DA3-BE78-D04A-5149-4D761C7AE866}"/>
              </a:ext>
            </a:extLst>
          </p:cNvPr>
          <p:cNvSpPr/>
          <p:nvPr/>
        </p:nvSpPr>
        <p:spPr bwMode="gray">
          <a:xfrm rot="1525560">
            <a:off x="3319259" y="3483753"/>
            <a:ext cx="2232178" cy="208271"/>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5" name="Flèche : double flèche horizontale 4">
            <a:extLst>
              <a:ext uri="{FF2B5EF4-FFF2-40B4-BE49-F238E27FC236}">
                <a16:creationId xmlns:a16="http://schemas.microsoft.com/office/drawing/2014/main" id="{58EB27FF-FD82-C6AE-CC48-CC782FEFAE61}"/>
              </a:ext>
            </a:extLst>
          </p:cNvPr>
          <p:cNvSpPr/>
          <p:nvPr/>
        </p:nvSpPr>
        <p:spPr bwMode="gray">
          <a:xfrm rot="20391263">
            <a:off x="3225077" y="4669400"/>
            <a:ext cx="2232178" cy="208271"/>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6" name="Flèche : double flèche horizontale 5">
            <a:extLst>
              <a:ext uri="{FF2B5EF4-FFF2-40B4-BE49-F238E27FC236}">
                <a16:creationId xmlns:a16="http://schemas.microsoft.com/office/drawing/2014/main" id="{71F658C4-72E6-B984-F51A-3A6C7AB202E3}"/>
              </a:ext>
            </a:extLst>
          </p:cNvPr>
          <p:cNvSpPr/>
          <p:nvPr/>
        </p:nvSpPr>
        <p:spPr bwMode="gray">
          <a:xfrm rot="20391263">
            <a:off x="6937496" y="3031195"/>
            <a:ext cx="2232178" cy="208271"/>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7" name="Flèche : double flèche horizontale 6">
            <a:extLst>
              <a:ext uri="{FF2B5EF4-FFF2-40B4-BE49-F238E27FC236}">
                <a16:creationId xmlns:a16="http://schemas.microsoft.com/office/drawing/2014/main" id="{CE6D97B3-88C3-F1DC-3EE7-BBE1178A9480}"/>
              </a:ext>
            </a:extLst>
          </p:cNvPr>
          <p:cNvSpPr/>
          <p:nvPr/>
        </p:nvSpPr>
        <p:spPr bwMode="gray">
          <a:xfrm rot="1476298">
            <a:off x="6890874" y="5020441"/>
            <a:ext cx="2232178" cy="208271"/>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8" name="Flèche : double flèche horizontale 7">
            <a:extLst>
              <a:ext uri="{FF2B5EF4-FFF2-40B4-BE49-F238E27FC236}">
                <a16:creationId xmlns:a16="http://schemas.microsoft.com/office/drawing/2014/main" id="{073D498A-6F11-CFBA-EB80-D5AB2C74BB95}"/>
              </a:ext>
            </a:extLst>
          </p:cNvPr>
          <p:cNvSpPr/>
          <p:nvPr/>
        </p:nvSpPr>
        <p:spPr bwMode="gray">
          <a:xfrm>
            <a:off x="6970658" y="4030676"/>
            <a:ext cx="2166600" cy="196940"/>
          </a:xfrm>
          <a:prstGeom prst="leftRightArrow">
            <a:avLst/>
          </a:prstGeom>
          <a:solidFill>
            <a:schemeClr val="accent1"/>
          </a:solidFill>
          <a:ln w="9525" algn="ctr">
            <a:no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3585071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9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8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8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9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B052E-9EE5-15A2-3AFB-23C654987A97}"/>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F0A69DF1-E21F-2649-9274-A5529326B214}"/>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Frontend et Backend - Généralités</a:t>
            </a:r>
            <a:endParaRPr lang="fr-FR" sz="3600" noProof="0" dirty="0"/>
          </a:p>
        </p:txBody>
      </p:sp>
      <p:sp>
        <p:nvSpPr>
          <p:cNvPr id="3" name="Espace réservé du numéro de diapositive 2">
            <a:extLst>
              <a:ext uri="{FF2B5EF4-FFF2-40B4-BE49-F238E27FC236}">
                <a16:creationId xmlns:a16="http://schemas.microsoft.com/office/drawing/2014/main" id="{6DD0D3F2-25BF-109D-7B32-70FD37ACFE6F}"/>
              </a:ext>
            </a:extLst>
          </p:cNvPr>
          <p:cNvSpPr>
            <a:spLocks noGrp="1"/>
          </p:cNvSpPr>
          <p:nvPr>
            <p:ph type="sldNum" sz="quarter" idx="10"/>
          </p:nvPr>
        </p:nvSpPr>
        <p:spPr/>
        <p:txBody>
          <a:bodyPr/>
          <a:lstStyle/>
          <a:p>
            <a:fld id="{525A3C56-E491-49B2-93F3-63532DF516BC}" type="slidenum">
              <a:rPr lang="en-CA" smtClean="0"/>
              <a:t>18</a:t>
            </a:fld>
            <a:endParaRPr lang="en-CA"/>
          </a:p>
        </p:txBody>
      </p:sp>
      <p:sp>
        <p:nvSpPr>
          <p:cNvPr id="4" name="TextBox 10">
            <a:extLst>
              <a:ext uri="{FF2B5EF4-FFF2-40B4-BE49-F238E27FC236}">
                <a16:creationId xmlns:a16="http://schemas.microsoft.com/office/drawing/2014/main" id="{7EFAD63E-CD94-C4B3-781E-774797F49C6C}"/>
              </a:ext>
            </a:extLst>
          </p:cNvPr>
          <p:cNvSpPr txBox="1"/>
          <p:nvPr/>
        </p:nvSpPr>
        <p:spPr>
          <a:xfrm>
            <a:off x="843742" y="1708265"/>
            <a:ext cx="10210799" cy="36009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Pourquoi cette séparation ?</a:t>
            </a:r>
          </a:p>
          <a:p>
            <a:pPr fontAlgn="base"/>
            <a:endParaRPr lang="fr-FR" b="1" dirty="0"/>
          </a:p>
          <a:p>
            <a:pPr marL="285750" indent="-285750" fontAlgn="base">
              <a:lnSpc>
                <a:spcPct val="200000"/>
              </a:lnSpc>
              <a:buFont typeface="Arial" panose="020B0604020202020204" pitchFamily="34" charset="0"/>
              <a:buChar char="•"/>
            </a:pPr>
            <a:r>
              <a:rPr lang="fr-FR" dirty="0"/>
              <a:t>Respect des responsabilités</a:t>
            </a:r>
          </a:p>
          <a:p>
            <a:pPr marL="285750" indent="-285750" fontAlgn="base">
              <a:lnSpc>
                <a:spcPct val="200000"/>
              </a:lnSpc>
              <a:buFont typeface="Arial" panose="020B0604020202020204" pitchFamily="34" charset="0"/>
              <a:buChar char="•"/>
            </a:pPr>
            <a:r>
              <a:rPr lang="fr-FR" dirty="0"/>
              <a:t>Maintenabilité</a:t>
            </a:r>
          </a:p>
          <a:p>
            <a:pPr marL="285750" indent="-285750" fontAlgn="base">
              <a:lnSpc>
                <a:spcPct val="200000"/>
              </a:lnSpc>
              <a:buFont typeface="Arial" panose="020B0604020202020204" pitchFamily="34" charset="0"/>
              <a:buChar char="•"/>
            </a:pPr>
            <a:r>
              <a:rPr lang="fr-FR" noProof="0" dirty="0"/>
              <a:t>Performances</a:t>
            </a:r>
          </a:p>
          <a:p>
            <a:pPr marL="285750" indent="-285750" fontAlgn="base">
              <a:lnSpc>
                <a:spcPct val="200000"/>
              </a:lnSpc>
              <a:buFont typeface="Arial" panose="020B0604020202020204" pitchFamily="34" charset="0"/>
              <a:buChar char="•"/>
            </a:pPr>
            <a:r>
              <a:rPr lang="fr-FR" dirty="0"/>
              <a:t>Sécurité</a:t>
            </a:r>
            <a:endParaRPr lang="fr-FR" noProof="0" dirty="0"/>
          </a:p>
          <a:p>
            <a:pPr fontAlgn="base"/>
            <a:endParaRPr lang="fr-FR" b="1" noProof="0" dirty="0"/>
          </a:p>
          <a:p>
            <a:pPr fontAlgn="base"/>
            <a:endParaRPr lang="fr-FR" b="1" dirty="0"/>
          </a:p>
          <a:p>
            <a:pPr marL="285750" indent="-285750" fontAlgn="base">
              <a:buFont typeface="Arial" panose="020B0604020202020204" pitchFamily="34" charset="0"/>
              <a:buChar char="•"/>
            </a:pPr>
            <a:endParaRPr lang="fr-FR" b="1" dirty="0"/>
          </a:p>
        </p:txBody>
      </p:sp>
    </p:spTree>
    <p:extLst>
      <p:ext uri="{BB962C8B-B14F-4D97-AF65-F5344CB8AC3E}">
        <p14:creationId xmlns:p14="http://schemas.microsoft.com/office/powerpoint/2010/main" val="916986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62B9E-7E65-E36A-E160-0E0334E1C12A}"/>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8DF652E4-1B83-E195-EC6B-B3968CF40294}"/>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Frontend et Backend – A vous de jouer !</a:t>
            </a:r>
            <a:endParaRPr lang="fr-FR" sz="3600" noProof="0" dirty="0"/>
          </a:p>
        </p:txBody>
      </p:sp>
      <p:sp>
        <p:nvSpPr>
          <p:cNvPr id="2" name="TextBox 10">
            <a:extLst>
              <a:ext uri="{FF2B5EF4-FFF2-40B4-BE49-F238E27FC236}">
                <a16:creationId xmlns:a16="http://schemas.microsoft.com/office/drawing/2014/main" id="{7209D093-656F-5F5D-16E5-9288037512F5}"/>
              </a:ext>
            </a:extLst>
          </p:cNvPr>
          <p:cNvSpPr txBox="1"/>
          <p:nvPr/>
        </p:nvSpPr>
        <p:spPr>
          <a:xfrm>
            <a:off x="843742" y="1708265"/>
            <a:ext cx="10210799" cy="443198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Identifiez les responsabilités : </a:t>
            </a:r>
            <a:endParaRPr lang="fr-FR" dirty="0"/>
          </a:p>
          <a:p>
            <a:pPr marL="285750" indent="-285750" fontAlgn="base">
              <a:buFont typeface="Arial" panose="020B0604020202020204" pitchFamily="34" charset="0"/>
              <a:buChar char="•"/>
            </a:pPr>
            <a:endParaRPr lang="fr-FR" dirty="0"/>
          </a:p>
          <a:p>
            <a:pPr marL="285750" indent="-285750" fontAlgn="base">
              <a:lnSpc>
                <a:spcPct val="150000"/>
              </a:lnSpc>
              <a:buFont typeface="Arial" panose="020B0604020202020204" pitchFamily="34" charset="0"/>
              <a:buChar char="•"/>
            </a:pPr>
            <a:r>
              <a:rPr lang="fr-FR" dirty="0"/>
              <a:t>Tri de données </a:t>
            </a:r>
          </a:p>
          <a:p>
            <a:pPr marL="285750" indent="-285750" fontAlgn="base">
              <a:lnSpc>
                <a:spcPct val="150000"/>
              </a:lnSpc>
              <a:buFont typeface="Arial" panose="020B0604020202020204" pitchFamily="34" charset="0"/>
              <a:buChar char="•"/>
            </a:pPr>
            <a:r>
              <a:rPr lang="fr-FR" dirty="0"/>
              <a:t>Stockage et récupération des données (DB ou API externe, …)</a:t>
            </a:r>
          </a:p>
          <a:p>
            <a:pPr marL="285750" indent="-285750" fontAlgn="base">
              <a:lnSpc>
                <a:spcPct val="150000"/>
              </a:lnSpc>
              <a:buFont typeface="Arial" panose="020B0604020202020204" pitchFamily="34" charset="0"/>
              <a:buChar char="•"/>
            </a:pPr>
            <a:r>
              <a:rPr lang="fr-FR" dirty="0"/>
              <a:t>Authentification et autorisation</a:t>
            </a:r>
          </a:p>
          <a:p>
            <a:pPr marL="285750" indent="-285750" fontAlgn="base">
              <a:lnSpc>
                <a:spcPct val="150000"/>
              </a:lnSpc>
              <a:buFont typeface="Arial" panose="020B0604020202020204" pitchFamily="34" charset="0"/>
              <a:buChar char="•"/>
            </a:pPr>
            <a:r>
              <a:rPr lang="fr-FR" dirty="0"/>
              <a:t>Validation d’un formulaire</a:t>
            </a:r>
          </a:p>
          <a:p>
            <a:pPr marL="285750" indent="-285750" fontAlgn="base">
              <a:lnSpc>
                <a:spcPct val="150000"/>
              </a:lnSpc>
              <a:buFont typeface="Arial" panose="020B0604020202020204" pitchFamily="34" charset="0"/>
              <a:buChar char="•"/>
            </a:pPr>
            <a:r>
              <a:rPr lang="fr-FR" dirty="0"/>
              <a:t>Gestion du mode sombre / clair</a:t>
            </a:r>
          </a:p>
          <a:p>
            <a:pPr marL="285750" indent="-285750" fontAlgn="base">
              <a:lnSpc>
                <a:spcPct val="150000"/>
              </a:lnSpc>
              <a:buFont typeface="Arial" panose="020B0604020202020204" pitchFamily="34" charset="0"/>
              <a:buChar char="•"/>
            </a:pPr>
            <a:r>
              <a:rPr lang="fr-FR" dirty="0"/>
              <a:t>Accessibilité (texte alternatif, contraste, taille police, navigation clavier, …)</a:t>
            </a:r>
          </a:p>
          <a:p>
            <a:pPr marL="285750" indent="-285750" fontAlgn="base">
              <a:lnSpc>
                <a:spcPct val="150000"/>
              </a:lnSpc>
              <a:buFont typeface="Arial" panose="020B0604020202020204" pitchFamily="34" charset="0"/>
              <a:buChar char="•"/>
            </a:pPr>
            <a:r>
              <a:rPr lang="fr-FR" dirty="0"/>
              <a:t>Génération d’un PDF</a:t>
            </a:r>
          </a:p>
          <a:p>
            <a:pPr marL="285750" indent="-285750" fontAlgn="base">
              <a:lnSpc>
                <a:spcPct val="150000"/>
              </a:lnSpc>
              <a:buFont typeface="Arial" panose="020B0604020202020204" pitchFamily="34" charset="0"/>
              <a:buChar char="•"/>
            </a:pPr>
            <a:r>
              <a:rPr lang="fr-FR" dirty="0"/>
              <a:t>Envoi automatique d’emails</a:t>
            </a:r>
          </a:p>
          <a:p>
            <a:pPr marL="285750" indent="-285750" fontAlgn="base">
              <a:buFont typeface="Arial" panose="020B0604020202020204" pitchFamily="34" charset="0"/>
              <a:buChar char="•"/>
            </a:pPr>
            <a:endParaRPr lang="fr-FR" dirty="0"/>
          </a:p>
          <a:p>
            <a:pPr marL="285750" indent="-285750" fontAlgn="base">
              <a:buFont typeface="Arial" panose="020B0604020202020204" pitchFamily="34" charset="0"/>
              <a:buChar char="•"/>
            </a:pPr>
            <a:endParaRPr lang="fr-FR" dirty="0"/>
          </a:p>
        </p:txBody>
      </p:sp>
      <p:sp>
        <p:nvSpPr>
          <p:cNvPr id="3" name="Espace réservé du numéro de diapositive 2">
            <a:extLst>
              <a:ext uri="{FF2B5EF4-FFF2-40B4-BE49-F238E27FC236}">
                <a16:creationId xmlns:a16="http://schemas.microsoft.com/office/drawing/2014/main" id="{4980F80D-2834-1DE9-587A-2DDC44023873}"/>
              </a:ext>
            </a:extLst>
          </p:cNvPr>
          <p:cNvSpPr>
            <a:spLocks noGrp="1"/>
          </p:cNvSpPr>
          <p:nvPr>
            <p:ph type="sldNum" sz="quarter" idx="10"/>
          </p:nvPr>
        </p:nvSpPr>
        <p:spPr/>
        <p:txBody>
          <a:bodyPr/>
          <a:lstStyle/>
          <a:p>
            <a:fld id="{525A3C56-E491-49B2-93F3-63532DF516BC}" type="slidenum">
              <a:rPr lang="en-CA" smtClean="0"/>
              <a:t>19</a:t>
            </a:fld>
            <a:endParaRPr lang="en-CA"/>
          </a:p>
        </p:txBody>
      </p:sp>
    </p:spTree>
    <p:extLst>
      <p:ext uri="{BB962C8B-B14F-4D97-AF65-F5344CB8AC3E}">
        <p14:creationId xmlns:p14="http://schemas.microsoft.com/office/powerpoint/2010/main" val="3755956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F4630-6BA2-68F9-44E2-D99B98ACCBF5}"/>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B86EF050-CF9F-07CB-4BF8-4F568B1CDFC4}"/>
              </a:ext>
            </a:extLst>
          </p:cNvPr>
          <p:cNvSpPr>
            <a:spLocks noGrp="1"/>
          </p:cNvSpPr>
          <p:nvPr>
            <p:ph type="title"/>
          </p:nvPr>
        </p:nvSpPr>
        <p:spPr/>
        <p:txBody>
          <a:bodyPr/>
          <a:lstStyle/>
          <a:p>
            <a:r>
              <a:rPr lang="fr-FR" noProof="0" dirty="0"/>
              <a:t>Protocole HTTP</a:t>
            </a:r>
          </a:p>
        </p:txBody>
      </p:sp>
      <p:sp>
        <p:nvSpPr>
          <p:cNvPr id="2" name="Espace réservé du numéro de diapositive 1">
            <a:extLst>
              <a:ext uri="{FF2B5EF4-FFF2-40B4-BE49-F238E27FC236}">
                <a16:creationId xmlns:a16="http://schemas.microsoft.com/office/drawing/2014/main" id="{00155920-7526-BE62-71B1-C565A902B7A9}"/>
              </a:ext>
            </a:extLst>
          </p:cNvPr>
          <p:cNvSpPr>
            <a:spLocks noGrp="1"/>
          </p:cNvSpPr>
          <p:nvPr>
            <p:ph type="sldNum" sz="quarter" idx="4"/>
          </p:nvPr>
        </p:nvSpPr>
        <p:spPr/>
        <p:txBody>
          <a:bodyPr/>
          <a:lstStyle/>
          <a:p>
            <a:fld id="{525A3C56-E491-49B2-93F3-63532DF516BC}" type="slidenum">
              <a:rPr lang="en-CA" smtClean="0"/>
              <a:t>20</a:t>
            </a:fld>
            <a:endParaRPr lang="en-CA"/>
          </a:p>
        </p:txBody>
      </p:sp>
    </p:spTree>
    <p:extLst>
      <p:ext uri="{BB962C8B-B14F-4D97-AF65-F5344CB8AC3E}">
        <p14:creationId xmlns:p14="http://schemas.microsoft.com/office/powerpoint/2010/main" val="240370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00661-FFA1-5E8F-B81E-E602C8E55FF0}"/>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5059D7A-3D46-E40C-17F9-7FAC60D3418A}"/>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a:t>Protocole HTTP - Généralité</a:t>
            </a:r>
            <a:endParaRPr lang="fr-FR" sz="3600" noProof="0" dirty="0"/>
          </a:p>
        </p:txBody>
      </p:sp>
      <p:sp>
        <p:nvSpPr>
          <p:cNvPr id="3" name="Espace réservé du numéro de diapositive 2">
            <a:extLst>
              <a:ext uri="{FF2B5EF4-FFF2-40B4-BE49-F238E27FC236}">
                <a16:creationId xmlns:a16="http://schemas.microsoft.com/office/drawing/2014/main" id="{C3F12697-D09F-02F5-EB9A-CC4CBD161A8F}"/>
              </a:ext>
            </a:extLst>
          </p:cNvPr>
          <p:cNvSpPr>
            <a:spLocks noGrp="1"/>
          </p:cNvSpPr>
          <p:nvPr>
            <p:ph type="sldNum" sz="quarter" idx="10"/>
          </p:nvPr>
        </p:nvSpPr>
        <p:spPr/>
        <p:txBody>
          <a:bodyPr/>
          <a:lstStyle/>
          <a:p>
            <a:fld id="{525A3C56-E491-49B2-93F3-63532DF516BC}" type="slidenum">
              <a:rPr lang="en-CA" smtClean="0"/>
              <a:t>21</a:t>
            </a:fld>
            <a:endParaRPr lang="en-CA"/>
          </a:p>
        </p:txBody>
      </p:sp>
      <p:sp>
        <p:nvSpPr>
          <p:cNvPr id="4" name="TextBox 10">
            <a:extLst>
              <a:ext uri="{FF2B5EF4-FFF2-40B4-BE49-F238E27FC236}">
                <a16:creationId xmlns:a16="http://schemas.microsoft.com/office/drawing/2014/main" id="{FFC1829E-4624-944A-C1E6-6D7F7EE80381}"/>
              </a:ext>
            </a:extLst>
          </p:cNvPr>
          <p:cNvSpPr txBox="1"/>
          <p:nvPr/>
        </p:nvSpPr>
        <p:spPr>
          <a:xfrm>
            <a:off x="843742" y="1708265"/>
            <a:ext cx="10580952" cy="31917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fontAlgn="base">
              <a:lnSpc>
                <a:spcPct val="150000"/>
              </a:lnSpc>
              <a:buFont typeface="Arial" panose="020B0604020202020204" pitchFamily="34" charset="0"/>
              <a:buChar char="•"/>
            </a:pPr>
            <a:r>
              <a:rPr lang="fr-FR" sz="1400" dirty="0"/>
              <a:t>« </a:t>
            </a:r>
            <a:r>
              <a:rPr lang="fr-FR" sz="1400" b="1" dirty="0" err="1"/>
              <a:t>Hypertext</a:t>
            </a:r>
            <a:r>
              <a:rPr lang="fr-FR" sz="1400" b="1" dirty="0"/>
              <a:t> Transfer Protocol </a:t>
            </a:r>
            <a:r>
              <a:rPr lang="fr-FR" sz="1400" dirty="0"/>
              <a:t>»</a:t>
            </a:r>
          </a:p>
          <a:p>
            <a:pPr marL="171450" indent="-171450" fontAlgn="base">
              <a:lnSpc>
                <a:spcPct val="150000"/>
              </a:lnSpc>
              <a:buFont typeface="Arial" panose="020B0604020202020204" pitchFamily="34" charset="0"/>
              <a:buChar char="•"/>
            </a:pPr>
            <a:r>
              <a:rPr lang="fr-FR" sz="1400" dirty="0"/>
              <a:t>Protocol de communication Client-Serveur</a:t>
            </a:r>
          </a:p>
          <a:p>
            <a:pPr marL="171450" indent="-171450" fontAlgn="base">
              <a:lnSpc>
                <a:spcPct val="150000"/>
              </a:lnSpc>
              <a:buFont typeface="Arial" panose="020B0604020202020204" pitchFamily="34" charset="0"/>
              <a:buChar char="•"/>
            </a:pPr>
            <a:r>
              <a:rPr lang="fr-FR" sz="1400" dirty="0"/>
              <a:t>HTTP est un contenant </a:t>
            </a:r>
            <a:r>
              <a:rPr lang="fr-FR" sz="1400" dirty="0">
                <a:sym typeface="Wingdings" panose="05000000000000000000" pitchFamily="2" charset="2"/>
              </a:rPr>
              <a:t> transport de l’information</a:t>
            </a:r>
          </a:p>
          <a:p>
            <a:pPr marL="171450" indent="-171450" fontAlgn="base">
              <a:lnSpc>
                <a:spcPct val="150000"/>
              </a:lnSpc>
              <a:buFont typeface="Arial" panose="020B0604020202020204" pitchFamily="34" charset="0"/>
              <a:buChar char="•"/>
            </a:pPr>
            <a:r>
              <a:rPr lang="fr-FR" sz="1400" dirty="0">
                <a:sym typeface="Wingdings" panose="05000000000000000000" pitchFamily="2" charset="2"/>
              </a:rPr>
              <a:t>Simple, universel et standardisé</a:t>
            </a:r>
            <a:endParaRPr lang="fr-FR" sz="1400" dirty="0"/>
          </a:p>
          <a:p>
            <a:pPr marL="171450" indent="-171450" fontAlgn="base">
              <a:lnSpc>
                <a:spcPct val="150000"/>
              </a:lnSpc>
              <a:buFont typeface="Arial" panose="020B0604020202020204" pitchFamily="34" charset="0"/>
              <a:buChar char="•"/>
            </a:pPr>
            <a:r>
              <a:rPr lang="fr-FR" sz="1400" dirty="0"/>
              <a:t>Grâce à HTTP, on peut :</a:t>
            </a:r>
          </a:p>
          <a:p>
            <a:pPr marL="628650" lvl="1" indent="-171450" fontAlgn="base">
              <a:lnSpc>
                <a:spcPct val="150000"/>
              </a:lnSpc>
              <a:buFont typeface="Arial" panose="020B0604020202020204" pitchFamily="34" charset="0"/>
              <a:buChar char="•"/>
            </a:pPr>
            <a:r>
              <a:rPr lang="fr-FR" sz="1400" dirty="0"/>
              <a:t>charger une page web</a:t>
            </a:r>
          </a:p>
          <a:p>
            <a:pPr marL="628650" lvl="1" indent="-171450" fontAlgn="base">
              <a:lnSpc>
                <a:spcPct val="150000"/>
              </a:lnSpc>
              <a:buFont typeface="Arial" panose="020B0604020202020204" pitchFamily="34" charset="0"/>
              <a:buChar char="•"/>
            </a:pPr>
            <a:r>
              <a:rPr lang="fr-FR" sz="1400" dirty="0"/>
              <a:t>récupérer des données depuis une API</a:t>
            </a:r>
          </a:p>
          <a:p>
            <a:pPr marL="628650" lvl="1" indent="-171450" fontAlgn="base">
              <a:lnSpc>
                <a:spcPct val="150000"/>
              </a:lnSpc>
              <a:buFont typeface="Arial" panose="020B0604020202020204" pitchFamily="34" charset="0"/>
              <a:buChar char="•"/>
            </a:pPr>
            <a:r>
              <a:rPr lang="fr-FR" sz="1400" dirty="0"/>
              <a:t>envoyer un formulaire</a:t>
            </a:r>
          </a:p>
          <a:p>
            <a:pPr marL="628650" lvl="1" indent="-171450" fontAlgn="base">
              <a:lnSpc>
                <a:spcPct val="150000"/>
              </a:lnSpc>
              <a:buFont typeface="Arial" panose="020B0604020202020204" pitchFamily="34" charset="0"/>
              <a:buChar char="•"/>
            </a:pPr>
            <a:r>
              <a:rPr lang="fr-FR" sz="1400" dirty="0"/>
              <a:t>télécharger une image</a:t>
            </a:r>
          </a:p>
          <a:p>
            <a:pPr marL="171450" indent="-171450" fontAlgn="base">
              <a:lnSpc>
                <a:spcPct val="150000"/>
              </a:lnSpc>
              <a:buFont typeface="Arial" panose="020B0604020202020204" pitchFamily="34" charset="0"/>
              <a:buChar char="•"/>
            </a:pPr>
            <a:r>
              <a:rPr lang="fr-FR" sz="1400" dirty="0" err="1"/>
              <a:t>HTTPs</a:t>
            </a:r>
            <a:r>
              <a:rPr lang="fr-FR" sz="1400" dirty="0"/>
              <a:t> (HTTP Secure) = HTTP sécurisé</a:t>
            </a:r>
          </a:p>
        </p:txBody>
      </p:sp>
      <p:pic>
        <p:nvPicPr>
          <p:cNvPr id="6146" name="Picture 2">
            <a:extLst>
              <a:ext uri="{FF2B5EF4-FFF2-40B4-BE49-F238E27FC236}">
                <a16:creationId xmlns:a16="http://schemas.microsoft.com/office/drawing/2014/main" id="{2A2C9DC6-0864-C72C-3B1E-6D2208831EF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43682" y="4358552"/>
            <a:ext cx="1290536" cy="64526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776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31A1E-B5BF-A4CE-5B28-17BC63A5F221}"/>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EEF2A7A-0F17-CFA3-8794-65764B8A0E17}"/>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Structures des messages </a:t>
            </a:r>
            <a:endParaRPr lang="fr-FR" sz="3600" noProof="0" dirty="0"/>
          </a:p>
        </p:txBody>
      </p:sp>
      <p:sp>
        <p:nvSpPr>
          <p:cNvPr id="3" name="Espace réservé du numéro de diapositive 2">
            <a:extLst>
              <a:ext uri="{FF2B5EF4-FFF2-40B4-BE49-F238E27FC236}">
                <a16:creationId xmlns:a16="http://schemas.microsoft.com/office/drawing/2014/main" id="{D0C7CB66-7B2A-CA43-4780-7B21B0A273A7}"/>
              </a:ext>
            </a:extLst>
          </p:cNvPr>
          <p:cNvSpPr>
            <a:spLocks noGrp="1"/>
          </p:cNvSpPr>
          <p:nvPr>
            <p:ph type="sldNum" sz="quarter" idx="10"/>
          </p:nvPr>
        </p:nvSpPr>
        <p:spPr/>
        <p:txBody>
          <a:bodyPr/>
          <a:lstStyle/>
          <a:p>
            <a:fld id="{525A3C56-E491-49B2-93F3-63532DF516BC}" type="slidenum">
              <a:rPr lang="en-CA" smtClean="0"/>
              <a:t>22</a:t>
            </a:fld>
            <a:endParaRPr lang="en-CA"/>
          </a:p>
        </p:txBody>
      </p:sp>
      <p:pic>
        <p:nvPicPr>
          <p:cNvPr id="15" name="Graphique 14">
            <a:extLst>
              <a:ext uri="{FF2B5EF4-FFF2-40B4-BE49-F238E27FC236}">
                <a16:creationId xmlns:a16="http://schemas.microsoft.com/office/drawing/2014/main" id="{A619860F-F647-BA6C-7E04-3B3EF28EE3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0750" y="1694857"/>
            <a:ext cx="7810500" cy="2886075"/>
          </a:xfrm>
          <a:prstGeom prst="rect">
            <a:avLst/>
          </a:prstGeom>
        </p:spPr>
      </p:pic>
      <p:sp>
        <p:nvSpPr>
          <p:cNvPr id="4" name="TextBox 10">
            <a:extLst>
              <a:ext uri="{FF2B5EF4-FFF2-40B4-BE49-F238E27FC236}">
                <a16:creationId xmlns:a16="http://schemas.microsoft.com/office/drawing/2014/main" id="{91930FCE-B1FA-3684-5709-B2A54A6DA81D}"/>
              </a:ext>
            </a:extLst>
          </p:cNvPr>
          <p:cNvSpPr txBox="1"/>
          <p:nvPr/>
        </p:nvSpPr>
        <p:spPr>
          <a:xfrm>
            <a:off x="582082" y="4530916"/>
            <a:ext cx="10580952" cy="125271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fontAlgn="base">
              <a:lnSpc>
                <a:spcPct val="150000"/>
              </a:lnSpc>
              <a:buFont typeface="+mj-lt"/>
              <a:buAutoNum type="arabicPeriod"/>
            </a:pPr>
            <a:r>
              <a:rPr lang="fr-FR" sz="1400" dirty="0"/>
              <a:t>Ligne de requête (</a:t>
            </a:r>
            <a:r>
              <a:rPr lang="fr-FR" sz="1400" i="1" dirty="0" err="1"/>
              <a:t>request</a:t>
            </a:r>
            <a:r>
              <a:rPr lang="fr-FR" sz="1400" i="1" dirty="0"/>
              <a:t>-line</a:t>
            </a:r>
            <a:r>
              <a:rPr lang="fr-FR" sz="1400" dirty="0"/>
              <a:t>)</a:t>
            </a:r>
          </a:p>
          <a:p>
            <a:pPr marL="342900" indent="-342900" fontAlgn="base">
              <a:lnSpc>
                <a:spcPct val="150000"/>
              </a:lnSpc>
              <a:buFont typeface="+mj-lt"/>
              <a:buAutoNum type="arabicPeriod"/>
            </a:pPr>
            <a:r>
              <a:rPr lang="fr-FR" sz="1400" dirty="0"/>
              <a:t>En-têtes (headers) = métadonnées optionnelles décrivant le message (</a:t>
            </a:r>
            <a:r>
              <a:rPr lang="fr-FR" sz="1400" b="1" i="1" dirty="0"/>
              <a:t>Key: Value</a:t>
            </a:r>
            <a:r>
              <a:rPr lang="fr-FR" sz="1400" dirty="0"/>
              <a:t>)</a:t>
            </a:r>
          </a:p>
          <a:p>
            <a:pPr marL="342900" indent="-342900" fontAlgn="base">
              <a:lnSpc>
                <a:spcPct val="150000"/>
              </a:lnSpc>
              <a:buFont typeface="+mj-lt"/>
              <a:buAutoNum type="arabicPeriod"/>
            </a:pPr>
            <a:r>
              <a:rPr lang="fr-FR" sz="1400" dirty="0"/>
              <a:t>Ligne vide de séparation</a:t>
            </a:r>
          </a:p>
          <a:p>
            <a:pPr marL="342900" indent="-342900" fontAlgn="base">
              <a:lnSpc>
                <a:spcPct val="150000"/>
              </a:lnSpc>
              <a:buFont typeface="+mj-lt"/>
              <a:buAutoNum type="arabicPeriod"/>
            </a:pPr>
            <a:r>
              <a:rPr lang="fr-FR" sz="1400" dirty="0"/>
              <a:t>Corps (body)</a:t>
            </a:r>
          </a:p>
        </p:txBody>
      </p:sp>
      <p:sp>
        <p:nvSpPr>
          <p:cNvPr id="2" name="Rectangle 1">
            <a:extLst>
              <a:ext uri="{FF2B5EF4-FFF2-40B4-BE49-F238E27FC236}">
                <a16:creationId xmlns:a16="http://schemas.microsoft.com/office/drawing/2014/main" id="{8011285A-3A98-8D52-5D23-2B4C938A33AF}"/>
              </a:ext>
            </a:extLst>
          </p:cNvPr>
          <p:cNvSpPr/>
          <p:nvPr/>
        </p:nvSpPr>
        <p:spPr bwMode="gray">
          <a:xfrm>
            <a:off x="2413591" y="1800116"/>
            <a:ext cx="2934586" cy="2730800"/>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1909501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A24D0-7642-00FA-163E-CE28FA85C6C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F2A041B1-3A89-714F-B5D8-DAE3E140AB08}"/>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Verbes / méthodes</a:t>
            </a:r>
            <a:endParaRPr lang="fr-FR" sz="3600" noProof="0" dirty="0"/>
          </a:p>
        </p:txBody>
      </p:sp>
      <p:sp>
        <p:nvSpPr>
          <p:cNvPr id="3" name="Espace réservé du numéro de diapositive 2">
            <a:extLst>
              <a:ext uri="{FF2B5EF4-FFF2-40B4-BE49-F238E27FC236}">
                <a16:creationId xmlns:a16="http://schemas.microsoft.com/office/drawing/2014/main" id="{01FBB598-4CB1-20EF-4A60-F9E4F4EA8278}"/>
              </a:ext>
            </a:extLst>
          </p:cNvPr>
          <p:cNvSpPr>
            <a:spLocks noGrp="1"/>
          </p:cNvSpPr>
          <p:nvPr>
            <p:ph type="sldNum" sz="quarter" idx="10"/>
          </p:nvPr>
        </p:nvSpPr>
        <p:spPr/>
        <p:txBody>
          <a:bodyPr/>
          <a:lstStyle/>
          <a:p>
            <a:fld id="{525A3C56-E491-49B2-93F3-63532DF516BC}" type="slidenum">
              <a:rPr lang="en-CA" smtClean="0"/>
              <a:t>23</a:t>
            </a:fld>
            <a:endParaRPr lang="en-CA"/>
          </a:p>
        </p:txBody>
      </p:sp>
      <p:sp>
        <p:nvSpPr>
          <p:cNvPr id="4" name="TextBox 10">
            <a:extLst>
              <a:ext uri="{FF2B5EF4-FFF2-40B4-BE49-F238E27FC236}">
                <a16:creationId xmlns:a16="http://schemas.microsoft.com/office/drawing/2014/main" id="{0259F02B-4862-10BB-EBB5-55250349D62F}"/>
              </a:ext>
            </a:extLst>
          </p:cNvPr>
          <p:cNvSpPr txBox="1"/>
          <p:nvPr/>
        </p:nvSpPr>
        <p:spPr>
          <a:xfrm>
            <a:off x="843742" y="1708265"/>
            <a:ext cx="10580952" cy="6370975"/>
          </a:xfrm>
          <a:prstGeom prst="rect">
            <a:avLst/>
          </a:prstGeom>
          <a:noFill/>
        </p:spPr>
        <p:txBody>
          <a:bodyPr rot="0" spcFirstLastPara="0" vertOverflow="overflow" horzOverflow="overflow" vert="horz" wrap="square" lIns="0" tIns="0" rIns="0" bIns="0" numCol="2" spcCol="0" rtlCol="0" fromWordArt="0" anchor="t" anchorCtr="0" forceAA="0" compatLnSpc="1">
            <a:prstTxWarp prst="textNoShape">
              <a:avLst/>
            </a:prstTxWarp>
            <a:spAutoFit/>
          </a:bodyPr>
          <a:lstStyle/>
          <a:p>
            <a:pPr fontAlgn="base"/>
            <a:r>
              <a:rPr lang="fr-FR" b="1" dirty="0"/>
              <a:t>GET</a:t>
            </a:r>
          </a:p>
          <a:p>
            <a:pPr marL="742950" lvl="1" indent="-285750" fontAlgn="base">
              <a:buFont typeface="Arial" panose="020B0604020202020204" pitchFamily="34" charset="0"/>
              <a:buChar char="•"/>
            </a:pPr>
            <a:r>
              <a:rPr lang="fr-FR" sz="1400" dirty="0"/>
              <a:t>Lecture / consultation de données</a:t>
            </a:r>
          </a:p>
          <a:p>
            <a:pPr marL="742950" lvl="1" indent="-285750" fontAlgn="base">
              <a:buFont typeface="Arial" panose="020B0604020202020204" pitchFamily="34" charset="0"/>
              <a:buChar char="•"/>
            </a:pPr>
            <a:r>
              <a:rPr lang="fr-FR" sz="1400" dirty="0"/>
              <a:t>N’a </a:t>
            </a:r>
            <a:r>
              <a:rPr lang="fr-FR" sz="1400" u="sng" dirty="0"/>
              <a:t>pas de body</a:t>
            </a:r>
          </a:p>
          <a:p>
            <a:pPr marL="742950" lvl="1" indent="-285750" fontAlgn="base">
              <a:buFont typeface="Arial" panose="020B0604020202020204" pitchFamily="34" charset="0"/>
              <a:buChar char="•"/>
            </a:pPr>
            <a:r>
              <a:rPr lang="fr-FR" sz="1400" dirty="0"/>
              <a:t>Aucun impact sur le serveur (état ou données)</a:t>
            </a:r>
          </a:p>
          <a:p>
            <a:pPr marL="742950" lvl="1" indent="-285750" fontAlgn="base">
              <a:buFont typeface="Arial" panose="020B0604020202020204" pitchFamily="34" charset="0"/>
              <a:buChar char="•"/>
            </a:pPr>
            <a:r>
              <a:rPr lang="fr-FR" sz="1400" u="sng" dirty="0"/>
              <a:t>Exemple</a:t>
            </a:r>
            <a:r>
              <a:rPr lang="fr-FR" sz="1400" dirty="0"/>
              <a:t> : récupérer une liste de produit, afficher un profil.</a:t>
            </a:r>
            <a:endParaRPr lang="fr-FR" b="1" dirty="0"/>
          </a:p>
          <a:p>
            <a:pPr fontAlgn="base"/>
            <a:endParaRPr lang="fr-FR" b="1" dirty="0"/>
          </a:p>
          <a:p>
            <a:pPr fontAlgn="base"/>
            <a:r>
              <a:rPr lang="fr-FR" b="1" dirty="0"/>
              <a:t>POST</a:t>
            </a:r>
          </a:p>
          <a:p>
            <a:pPr marL="742950" lvl="1" indent="-285750" fontAlgn="base">
              <a:buFont typeface="Arial" panose="020B0604020202020204" pitchFamily="34" charset="0"/>
              <a:buChar char="•"/>
            </a:pPr>
            <a:r>
              <a:rPr lang="fr-FR" sz="1400" dirty="0"/>
              <a:t>Créer un élément ou déclencher un événement</a:t>
            </a:r>
          </a:p>
          <a:p>
            <a:pPr marL="742950" lvl="1" indent="-285750" fontAlgn="base">
              <a:buFont typeface="Arial" panose="020B0604020202020204" pitchFamily="34" charset="0"/>
              <a:buChar char="•"/>
            </a:pPr>
            <a:r>
              <a:rPr lang="fr-FR" sz="1400" dirty="0"/>
              <a:t>Impact sur le serveur (état ou données)</a:t>
            </a:r>
          </a:p>
          <a:p>
            <a:pPr marL="742950" lvl="1" indent="-285750" fontAlgn="base">
              <a:buFont typeface="Arial" panose="020B0604020202020204" pitchFamily="34" charset="0"/>
              <a:buChar char="•"/>
            </a:pPr>
            <a:r>
              <a:rPr lang="fr-FR" sz="1400" dirty="0"/>
              <a:t>Utilisé pour les formulaires, créations d’objets,</a:t>
            </a:r>
          </a:p>
          <a:p>
            <a:pPr marL="742950" lvl="1" indent="-285750" fontAlgn="base">
              <a:buFont typeface="Arial" panose="020B0604020202020204" pitchFamily="34" charset="0"/>
              <a:buChar char="•"/>
            </a:pPr>
            <a:r>
              <a:rPr lang="fr-FR" sz="1400" dirty="0"/>
              <a:t>Possède généralement un body</a:t>
            </a:r>
          </a:p>
          <a:p>
            <a:pPr marL="742950" lvl="1" indent="-285750" fontAlgn="base">
              <a:buFont typeface="Arial" panose="020B0604020202020204" pitchFamily="34" charset="0"/>
              <a:buChar char="•"/>
            </a:pPr>
            <a:r>
              <a:rPr lang="fr-FR" sz="1400" u="sng" dirty="0"/>
              <a:t>Exemple</a:t>
            </a:r>
            <a:r>
              <a:rPr lang="fr-FR" sz="1400" dirty="0"/>
              <a:t> : créer un produit, recherche un produit suivant des critères (dans le body).</a:t>
            </a:r>
          </a:p>
          <a:p>
            <a:pPr lvl="1" fontAlgn="base"/>
            <a:endParaRPr lang="fr-FR" sz="1400" dirty="0"/>
          </a:p>
          <a:p>
            <a:pPr fontAlgn="base"/>
            <a:r>
              <a:rPr lang="fr-FR" b="1" dirty="0"/>
              <a:t>PUT</a:t>
            </a:r>
          </a:p>
          <a:p>
            <a:pPr marL="742950" lvl="1" indent="-285750" fontAlgn="base">
              <a:buFont typeface="Arial" panose="020B0604020202020204" pitchFamily="34" charset="0"/>
              <a:buChar char="•"/>
            </a:pPr>
            <a:r>
              <a:rPr lang="fr-FR" sz="1400" dirty="0"/>
              <a:t>Modification complète d’un élément</a:t>
            </a:r>
          </a:p>
          <a:p>
            <a:pPr marL="742950" lvl="1" indent="-285750" fontAlgn="base">
              <a:buFont typeface="Arial" panose="020B0604020202020204" pitchFamily="34" charset="0"/>
              <a:buChar char="•"/>
            </a:pPr>
            <a:r>
              <a:rPr lang="fr-FR" sz="1400" dirty="0"/>
              <a:t>Nécessite généralement d’envoyer tous les champs</a:t>
            </a:r>
          </a:p>
          <a:p>
            <a:pPr marL="742950" lvl="1" indent="-285750" fontAlgn="base">
              <a:buFont typeface="Arial" panose="020B0604020202020204" pitchFamily="34" charset="0"/>
              <a:buChar char="•"/>
            </a:pPr>
            <a:r>
              <a:rPr lang="fr-FR" sz="1400" dirty="0"/>
              <a:t>Exemple : Mettre à jour un produit.</a:t>
            </a:r>
          </a:p>
          <a:p>
            <a:pPr fontAlgn="base"/>
            <a:endParaRPr lang="fr-FR" b="1" dirty="0"/>
          </a:p>
          <a:p>
            <a:pPr fontAlgn="base"/>
            <a:endParaRPr lang="fr-FR" b="1" dirty="0"/>
          </a:p>
          <a:p>
            <a:pPr fontAlgn="base"/>
            <a:endParaRPr lang="fr-FR" b="1" dirty="0"/>
          </a:p>
          <a:p>
            <a:pPr fontAlgn="base"/>
            <a:endParaRPr lang="fr-FR" b="1" dirty="0"/>
          </a:p>
          <a:p>
            <a:pPr fontAlgn="base"/>
            <a:endParaRPr lang="fr-FR" b="1" dirty="0"/>
          </a:p>
          <a:p>
            <a:pPr fontAlgn="base"/>
            <a:endParaRPr lang="fr-FR" b="1" dirty="0"/>
          </a:p>
          <a:p>
            <a:pPr fontAlgn="base"/>
            <a:endParaRPr lang="fr-FR" b="1" dirty="0"/>
          </a:p>
          <a:p>
            <a:pPr fontAlgn="base"/>
            <a:endParaRPr lang="fr-FR" b="1" dirty="0"/>
          </a:p>
          <a:p>
            <a:pPr fontAlgn="base"/>
            <a:r>
              <a:rPr lang="fr-FR" b="1" dirty="0"/>
              <a:t>PATCH</a:t>
            </a:r>
          </a:p>
          <a:p>
            <a:pPr marL="742950" lvl="1" indent="-285750" fontAlgn="base">
              <a:buFont typeface="Arial" panose="020B0604020202020204" pitchFamily="34" charset="0"/>
              <a:buChar char="•"/>
            </a:pPr>
            <a:r>
              <a:rPr lang="fr-FR" sz="1400" dirty="0"/>
              <a:t>Modification partielle d’un élément (quelques champs)</a:t>
            </a:r>
          </a:p>
          <a:p>
            <a:pPr marL="742950" lvl="1" indent="-285750" fontAlgn="base">
              <a:buFont typeface="Arial" panose="020B0604020202020204" pitchFamily="34" charset="0"/>
              <a:buChar char="•"/>
            </a:pPr>
            <a:r>
              <a:rPr lang="fr-FR" sz="1400" dirty="0"/>
              <a:t>Plus léger que le PUT</a:t>
            </a:r>
          </a:p>
          <a:p>
            <a:pPr marL="742950" lvl="1" indent="-285750" fontAlgn="base">
              <a:buFont typeface="Arial" panose="020B0604020202020204" pitchFamily="34" charset="0"/>
              <a:buChar char="•"/>
            </a:pPr>
            <a:r>
              <a:rPr lang="fr-FR" sz="1400" dirty="0"/>
              <a:t>Exemple : Renommer un produit</a:t>
            </a:r>
          </a:p>
          <a:p>
            <a:pPr fontAlgn="base"/>
            <a:endParaRPr lang="fr-FR" b="1" dirty="0"/>
          </a:p>
          <a:p>
            <a:pPr fontAlgn="base"/>
            <a:endParaRPr lang="fr-FR" b="1" dirty="0"/>
          </a:p>
          <a:p>
            <a:pPr fontAlgn="base"/>
            <a:r>
              <a:rPr lang="fr-FR" b="1" dirty="0"/>
              <a:t>DELETE</a:t>
            </a:r>
          </a:p>
          <a:p>
            <a:pPr marL="742950" lvl="1" indent="-285750" fontAlgn="base">
              <a:buFont typeface="Arial" panose="020B0604020202020204" pitchFamily="34" charset="0"/>
              <a:buChar char="•"/>
            </a:pPr>
            <a:r>
              <a:rPr lang="fr-FR" sz="1400" dirty="0"/>
              <a:t>Supprimer un élément</a:t>
            </a:r>
          </a:p>
          <a:p>
            <a:pPr marL="742950" lvl="1" indent="-285750" fontAlgn="base">
              <a:buFont typeface="Arial" panose="020B0604020202020204" pitchFamily="34" charset="0"/>
              <a:buChar char="•"/>
            </a:pPr>
            <a:r>
              <a:rPr lang="fr-FR" sz="1400" dirty="0"/>
              <a:t>N’a </a:t>
            </a:r>
            <a:r>
              <a:rPr lang="fr-FR" sz="1400" u="sng" dirty="0"/>
              <a:t>pas de body</a:t>
            </a:r>
          </a:p>
          <a:p>
            <a:pPr fontAlgn="base"/>
            <a:endParaRPr lang="fr-FR" sz="1400" dirty="0"/>
          </a:p>
          <a:p>
            <a:pPr fontAlgn="base"/>
            <a:endParaRPr lang="fr-FR" sz="1400" dirty="0"/>
          </a:p>
          <a:p>
            <a:pPr fontAlgn="base"/>
            <a:endParaRPr lang="fr-FR" sz="1400" dirty="0"/>
          </a:p>
          <a:p>
            <a:pPr fontAlgn="base"/>
            <a:endParaRPr lang="fr-FR" sz="1400" dirty="0"/>
          </a:p>
          <a:p>
            <a:pPr fontAlgn="base"/>
            <a:endParaRPr lang="fr-FR" sz="1400" dirty="0"/>
          </a:p>
          <a:p>
            <a:pPr fontAlgn="base"/>
            <a:r>
              <a:rPr lang="fr-FR" sz="1400" b="1" dirty="0"/>
              <a:t>HEAD</a:t>
            </a:r>
          </a:p>
          <a:p>
            <a:pPr fontAlgn="base"/>
            <a:r>
              <a:rPr lang="fr-FR" sz="1400" b="1" dirty="0"/>
              <a:t>OPTIONS</a:t>
            </a:r>
          </a:p>
          <a:p>
            <a:pPr fontAlgn="base"/>
            <a:r>
              <a:rPr lang="fr-FR" sz="1400" b="1" dirty="0"/>
              <a:t>TRACE</a:t>
            </a:r>
          </a:p>
          <a:p>
            <a:pPr fontAlgn="base"/>
            <a:r>
              <a:rPr lang="fr-FR" sz="1400" b="1" dirty="0"/>
              <a:t>CONNECT</a:t>
            </a:r>
            <a:endParaRPr lang="fr-FR" sz="1100" b="1" dirty="0"/>
          </a:p>
        </p:txBody>
      </p:sp>
    </p:spTree>
    <p:extLst>
      <p:ext uri="{BB962C8B-B14F-4D97-AF65-F5344CB8AC3E}">
        <p14:creationId xmlns:p14="http://schemas.microsoft.com/office/powerpoint/2010/main" val="57601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096FD-0F94-F897-EE89-AABE4D8AA53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9C00A43C-4D5D-24AE-1794-5D7BE47D63CC}"/>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Structures d’une requête </a:t>
            </a:r>
            <a:endParaRPr lang="fr-FR" sz="3600" noProof="0" dirty="0"/>
          </a:p>
        </p:txBody>
      </p:sp>
      <p:sp>
        <p:nvSpPr>
          <p:cNvPr id="3" name="Espace réservé du numéro de diapositive 2">
            <a:extLst>
              <a:ext uri="{FF2B5EF4-FFF2-40B4-BE49-F238E27FC236}">
                <a16:creationId xmlns:a16="http://schemas.microsoft.com/office/drawing/2014/main" id="{F637E017-668B-A3AD-511C-ECB0020EE1B0}"/>
              </a:ext>
            </a:extLst>
          </p:cNvPr>
          <p:cNvSpPr>
            <a:spLocks noGrp="1"/>
          </p:cNvSpPr>
          <p:nvPr>
            <p:ph type="sldNum" sz="quarter" idx="10"/>
          </p:nvPr>
        </p:nvSpPr>
        <p:spPr/>
        <p:txBody>
          <a:bodyPr/>
          <a:lstStyle/>
          <a:p>
            <a:fld id="{525A3C56-E491-49B2-93F3-63532DF516BC}" type="slidenum">
              <a:rPr lang="en-CA" smtClean="0"/>
              <a:t>24</a:t>
            </a:fld>
            <a:endParaRPr lang="en-CA"/>
          </a:p>
        </p:txBody>
      </p:sp>
      <p:sp>
        <p:nvSpPr>
          <p:cNvPr id="7" name="ZoneTexte 6">
            <a:extLst>
              <a:ext uri="{FF2B5EF4-FFF2-40B4-BE49-F238E27FC236}">
                <a16:creationId xmlns:a16="http://schemas.microsoft.com/office/drawing/2014/main" id="{81EED9D4-0885-36F2-1DFF-1FDCB088AB6A}"/>
              </a:ext>
            </a:extLst>
          </p:cNvPr>
          <p:cNvSpPr txBox="1"/>
          <p:nvPr/>
        </p:nvSpPr>
        <p:spPr>
          <a:xfrm>
            <a:off x="2230081" y="2731162"/>
            <a:ext cx="7731838" cy="1938992"/>
          </a:xfrm>
          <a:prstGeom prst="rect">
            <a:avLst/>
          </a:prstGeom>
          <a:noFill/>
          <a:ln>
            <a:solidFill>
              <a:schemeClr val="tx1"/>
            </a:solidFill>
          </a:ln>
        </p:spPr>
        <p:txBody>
          <a:bodyPr wrap="square">
            <a:spAutoFit/>
          </a:bodyPr>
          <a:lstStyle/>
          <a:p>
            <a:r>
              <a:rPr lang="fr-FR" sz="2000" dirty="0">
                <a:latin typeface="Courier New" panose="02070309020205020404" pitchFamily="49" charset="0"/>
                <a:cs typeface="Courier New" panose="02070309020205020404" pitchFamily="49" charset="0"/>
              </a:rPr>
              <a:t>POST /</a:t>
            </a:r>
            <a:r>
              <a:rPr lang="fr-FR" sz="2000" dirty="0" err="1">
                <a:latin typeface="Courier New" panose="02070309020205020404" pitchFamily="49" charset="0"/>
                <a:cs typeface="Courier New" panose="02070309020205020404" pitchFamily="49" charset="0"/>
              </a:rPr>
              <a:t>users</a:t>
            </a:r>
            <a:r>
              <a:rPr lang="fr-FR" sz="2000" dirty="0">
                <a:latin typeface="Courier New" panose="02070309020205020404" pitchFamily="49" charset="0"/>
                <a:cs typeface="Courier New" panose="02070309020205020404" pitchFamily="49" charset="0"/>
              </a:rPr>
              <a:t> HTTP/1.1</a:t>
            </a:r>
          </a:p>
          <a:p>
            <a:r>
              <a:rPr lang="fr-FR" sz="2000" dirty="0">
                <a:latin typeface="Courier New" panose="02070309020205020404" pitchFamily="49" charset="0"/>
                <a:cs typeface="Courier New" panose="02070309020205020404" pitchFamily="49" charset="0"/>
              </a:rPr>
              <a:t>Host: exemple.com</a:t>
            </a:r>
          </a:p>
          <a:p>
            <a:r>
              <a:rPr lang="fr-FR" sz="2000" dirty="0">
                <a:latin typeface="Courier New" panose="02070309020205020404" pitchFamily="49" charset="0"/>
                <a:cs typeface="Courier New" panose="02070309020205020404" pitchFamily="49" charset="0"/>
              </a:rPr>
              <a:t>Content-Type: application/x-www-</a:t>
            </a:r>
            <a:r>
              <a:rPr lang="fr-FR" sz="2000" dirty="0" err="1">
                <a:latin typeface="Courier New" panose="02070309020205020404" pitchFamily="49" charset="0"/>
                <a:cs typeface="Courier New" panose="02070309020205020404" pitchFamily="49" charset="0"/>
              </a:rPr>
              <a:t>form</a:t>
            </a:r>
            <a:r>
              <a:rPr lang="fr-FR" sz="2000" dirty="0">
                <a:latin typeface="Courier New" panose="02070309020205020404" pitchFamily="49" charset="0"/>
                <a:cs typeface="Courier New" panose="02070309020205020404" pitchFamily="49" charset="0"/>
              </a:rPr>
              <a:t>-</a:t>
            </a:r>
            <a:r>
              <a:rPr lang="fr-FR" sz="2000" dirty="0" err="1">
                <a:latin typeface="Courier New" panose="02070309020205020404" pitchFamily="49" charset="0"/>
                <a:cs typeface="Courier New" panose="02070309020205020404" pitchFamily="49" charset="0"/>
              </a:rPr>
              <a:t>urlencoded</a:t>
            </a:r>
            <a:endParaRPr lang="fr-FR" sz="2000" dirty="0">
              <a:latin typeface="Courier New" panose="02070309020205020404" pitchFamily="49" charset="0"/>
              <a:cs typeface="Courier New" panose="02070309020205020404" pitchFamily="49" charset="0"/>
            </a:endParaRPr>
          </a:p>
          <a:p>
            <a:r>
              <a:rPr lang="fr-FR" sz="2000" dirty="0">
                <a:latin typeface="Courier New" panose="02070309020205020404" pitchFamily="49" charset="0"/>
                <a:cs typeface="Courier New" panose="02070309020205020404" pitchFamily="49" charset="0"/>
              </a:rPr>
              <a:t>Content-</a:t>
            </a:r>
            <a:r>
              <a:rPr lang="fr-FR" sz="2000" dirty="0" err="1">
                <a:latin typeface="Courier New" panose="02070309020205020404" pitchFamily="49" charset="0"/>
                <a:cs typeface="Courier New" panose="02070309020205020404" pitchFamily="49" charset="0"/>
              </a:rPr>
              <a:t>Length</a:t>
            </a:r>
            <a:r>
              <a:rPr lang="fr-FR" sz="2000" dirty="0">
                <a:latin typeface="Courier New" panose="02070309020205020404" pitchFamily="49" charset="0"/>
                <a:cs typeface="Courier New" panose="02070309020205020404" pitchFamily="49" charset="0"/>
              </a:rPr>
              <a:t>: 49</a:t>
            </a:r>
          </a:p>
          <a:p>
            <a:endParaRPr lang="fr-FR" sz="2000" dirty="0">
              <a:latin typeface="Courier New" panose="02070309020205020404" pitchFamily="49" charset="0"/>
              <a:cs typeface="Courier New" panose="02070309020205020404" pitchFamily="49" charset="0"/>
            </a:endParaRPr>
          </a:p>
          <a:p>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firstName</a:t>
            </a:r>
            <a:r>
              <a:rPr lang="en-US" sz="2000" dirty="0">
                <a:latin typeface="Courier New" panose="02070309020205020404" pitchFamily="49" charset="0"/>
                <a:cs typeface="Courier New" panose="02070309020205020404" pitchFamily="49" charset="0"/>
              </a:rPr>
              <a:t>": "Brian", "</a:t>
            </a:r>
            <a:r>
              <a:rPr lang="en-US" sz="2000" dirty="0" err="1">
                <a:latin typeface="Courier New" panose="02070309020205020404" pitchFamily="49" charset="0"/>
                <a:cs typeface="Courier New" panose="02070309020205020404" pitchFamily="49" charset="0"/>
              </a:rPr>
              <a:t>lastName</a:t>
            </a:r>
            <a:r>
              <a:rPr lang="en-US" sz="2000" dirty="0">
                <a:latin typeface="Courier New" panose="02070309020205020404" pitchFamily="49" charset="0"/>
                <a:cs typeface="Courier New" panose="02070309020205020404" pitchFamily="49" charset="0"/>
              </a:rPr>
              <a:t>": "Smith"}</a:t>
            </a:r>
            <a:endParaRPr lang="fr-FR" sz="2000" dirty="0">
              <a:latin typeface="Courier New" panose="02070309020205020404" pitchFamily="49" charset="0"/>
              <a:cs typeface="Courier New" panose="02070309020205020404" pitchFamily="49" charset="0"/>
            </a:endParaRPr>
          </a:p>
        </p:txBody>
      </p:sp>
      <p:sp>
        <p:nvSpPr>
          <p:cNvPr id="12" name="Rectangle 11">
            <a:extLst>
              <a:ext uri="{FF2B5EF4-FFF2-40B4-BE49-F238E27FC236}">
                <a16:creationId xmlns:a16="http://schemas.microsoft.com/office/drawing/2014/main" id="{F67586DA-F60A-3962-3DE6-52BEB62089E9}"/>
              </a:ext>
            </a:extLst>
          </p:cNvPr>
          <p:cNvSpPr/>
          <p:nvPr/>
        </p:nvSpPr>
        <p:spPr bwMode="gray">
          <a:xfrm>
            <a:off x="2278380" y="2703884"/>
            <a:ext cx="713818" cy="393038"/>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3" name="ZoneTexte 12">
            <a:extLst>
              <a:ext uri="{FF2B5EF4-FFF2-40B4-BE49-F238E27FC236}">
                <a16:creationId xmlns:a16="http://schemas.microsoft.com/office/drawing/2014/main" id="{C7D8D90C-B938-2391-40C5-517C6B67F468}"/>
              </a:ext>
            </a:extLst>
          </p:cNvPr>
          <p:cNvSpPr txBox="1"/>
          <p:nvPr/>
        </p:nvSpPr>
        <p:spPr>
          <a:xfrm>
            <a:off x="594360" y="1707204"/>
            <a:ext cx="2499360" cy="393039"/>
          </a:xfrm>
          <a:prstGeom prst="rect">
            <a:avLst/>
          </a:prstGeom>
        </p:spPr>
        <p:txBody>
          <a:bodyPr vert="horz" wrap="square" lIns="0" tIns="0" rIns="0" bIns="0" rtlCol="0" anchor="t" anchorCtr="0">
            <a:normAutofit/>
          </a:bodyPr>
          <a:lstStyle/>
          <a:p>
            <a:pPr algn="ctr"/>
            <a:r>
              <a:rPr lang="fr-FR" b="1" dirty="0">
                <a:solidFill>
                  <a:srgbClr val="5236AB"/>
                </a:solidFill>
              </a:rPr>
              <a:t>Verbe / méthode HTTP</a:t>
            </a:r>
          </a:p>
        </p:txBody>
      </p:sp>
      <p:cxnSp>
        <p:nvCxnSpPr>
          <p:cNvPr id="18" name="Connecteur droit avec flèche 17">
            <a:extLst>
              <a:ext uri="{FF2B5EF4-FFF2-40B4-BE49-F238E27FC236}">
                <a16:creationId xmlns:a16="http://schemas.microsoft.com/office/drawing/2014/main" id="{A9F2EDF4-C37C-60BE-7108-4BF02BD9767C}"/>
              </a:ext>
            </a:extLst>
          </p:cNvPr>
          <p:cNvCxnSpPr>
            <a:cxnSpLocks/>
            <a:stCxn id="13" idx="2"/>
          </p:cNvCxnSpPr>
          <p:nvPr/>
        </p:nvCxnSpPr>
        <p:spPr bwMode="gray">
          <a:xfrm>
            <a:off x="1844040" y="2100243"/>
            <a:ext cx="563880" cy="492861"/>
          </a:xfrm>
          <a:prstGeom prst="straightConnector1">
            <a:avLst/>
          </a:prstGeom>
          <a:noFill/>
          <a:ln w="38100">
            <a:solidFill>
              <a:schemeClr val="accent1"/>
            </a:solidFill>
            <a:round/>
            <a:headEnd/>
            <a:tailEnd type="triangle"/>
          </a:ln>
          <a:effectLst/>
        </p:spPr>
      </p:cxnSp>
      <p:sp>
        <p:nvSpPr>
          <p:cNvPr id="20" name="ZoneTexte 19">
            <a:extLst>
              <a:ext uri="{FF2B5EF4-FFF2-40B4-BE49-F238E27FC236}">
                <a16:creationId xmlns:a16="http://schemas.microsoft.com/office/drawing/2014/main" id="{8570AB10-4BE4-C68C-B254-5AF5D32683A0}"/>
              </a:ext>
            </a:extLst>
          </p:cNvPr>
          <p:cNvSpPr txBox="1"/>
          <p:nvPr/>
        </p:nvSpPr>
        <p:spPr>
          <a:xfrm>
            <a:off x="3596640" y="1707204"/>
            <a:ext cx="2499360" cy="393039"/>
          </a:xfrm>
          <a:prstGeom prst="rect">
            <a:avLst/>
          </a:prstGeom>
        </p:spPr>
        <p:txBody>
          <a:bodyPr vert="horz" wrap="square" lIns="0" tIns="0" rIns="0" bIns="0" rtlCol="0" anchor="t" anchorCtr="0">
            <a:normAutofit/>
          </a:bodyPr>
          <a:lstStyle/>
          <a:p>
            <a:pPr algn="ctr"/>
            <a:r>
              <a:rPr lang="fr-FR" b="1" dirty="0">
                <a:solidFill>
                  <a:srgbClr val="5236AB"/>
                </a:solidFill>
              </a:rPr>
              <a:t>Cible de la requête</a:t>
            </a:r>
          </a:p>
        </p:txBody>
      </p:sp>
      <p:sp>
        <p:nvSpPr>
          <p:cNvPr id="21" name="Rectangle 20">
            <a:extLst>
              <a:ext uri="{FF2B5EF4-FFF2-40B4-BE49-F238E27FC236}">
                <a16:creationId xmlns:a16="http://schemas.microsoft.com/office/drawing/2014/main" id="{39751FFE-B0A2-43E4-90D5-E393764AF35B}"/>
              </a:ext>
            </a:extLst>
          </p:cNvPr>
          <p:cNvSpPr/>
          <p:nvPr/>
        </p:nvSpPr>
        <p:spPr bwMode="gray">
          <a:xfrm>
            <a:off x="3053158" y="2703884"/>
            <a:ext cx="1000682" cy="393038"/>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2" name="Connecteur droit avec flèche 21">
            <a:extLst>
              <a:ext uri="{FF2B5EF4-FFF2-40B4-BE49-F238E27FC236}">
                <a16:creationId xmlns:a16="http://schemas.microsoft.com/office/drawing/2014/main" id="{D769392C-AE55-B751-80FE-847AEE2A00E2}"/>
              </a:ext>
            </a:extLst>
          </p:cNvPr>
          <p:cNvCxnSpPr>
            <a:cxnSpLocks/>
          </p:cNvCxnSpPr>
          <p:nvPr/>
        </p:nvCxnSpPr>
        <p:spPr bwMode="gray">
          <a:xfrm flipH="1">
            <a:off x="3596640" y="2100243"/>
            <a:ext cx="457200" cy="492861"/>
          </a:xfrm>
          <a:prstGeom prst="straightConnector1">
            <a:avLst/>
          </a:prstGeom>
          <a:noFill/>
          <a:ln w="38100">
            <a:solidFill>
              <a:schemeClr val="accent1"/>
            </a:solidFill>
            <a:round/>
            <a:headEnd/>
            <a:tailEnd type="triangle"/>
          </a:ln>
          <a:effectLst/>
        </p:spPr>
      </p:cxnSp>
      <p:sp>
        <p:nvSpPr>
          <p:cNvPr id="25" name="ZoneTexte 24">
            <a:extLst>
              <a:ext uri="{FF2B5EF4-FFF2-40B4-BE49-F238E27FC236}">
                <a16:creationId xmlns:a16="http://schemas.microsoft.com/office/drawing/2014/main" id="{E95500CD-D592-950E-2A76-AA2255EADA2E}"/>
              </a:ext>
            </a:extLst>
          </p:cNvPr>
          <p:cNvSpPr txBox="1"/>
          <p:nvPr/>
        </p:nvSpPr>
        <p:spPr>
          <a:xfrm>
            <a:off x="6055360" y="1786801"/>
            <a:ext cx="2499360" cy="254981"/>
          </a:xfrm>
          <a:prstGeom prst="rect">
            <a:avLst/>
          </a:prstGeom>
        </p:spPr>
        <p:txBody>
          <a:bodyPr vert="horz" wrap="square" lIns="0" tIns="0" rIns="0" bIns="0" rtlCol="0" anchor="t" anchorCtr="0">
            <a:normAutofit lnSpcReduction="10000"/>
          </a:bodyPr>
          <a:lstStyle/>
          <a:p>
            <a:pPr algn="ctr"/>
            <a:r>
              <a:rPr lang="fr-FR" b="1" dirty="0">
                <a:solidFill>
                  <a:srgbClr val="5236AB"/>
                </a:solidFill>
              </a:rPr>
              <a:t>Protocole</a:t>
            </a:r>
          </a:p>
        </p:txBody>
      </p:sp>
      <p:sp>
        <p:nvSpPr>
          <p:cNvPr id="26" name="Rectangle 25">
            <a:extLst>
              <a:ext uri="{FF2B5EF4-FFF2-40B4-BE49-F238E27FC236}">
                <a16:creationId xmlns:a16="http://schemas.microsoft.com/office/drawing/2014/main" id="{B1B639A8-A405-5A31-1254-52A1E94FE016}"/>
              </a:ext>
            </a:extLst>
          </p:cNvPr>
          <p:cNvSpPr/>
          <p:nvPr/>
        </p:nvSpPr>
        <p:spPr bwMode="gray">
          <a:xfrm>
            <a:off x="4114800" y="2703884"/>
            <a:ext cx="1295400" cy="393038"/>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9" name="Connecteur droit avec flèche 28">
            <a:extLst>
              <a:ext uri="{FF2B5EF4-FFF2-40B4-BE49-F238E27FC236}">
                <a16:creationId xmlns:a16="http://schemas.microsoft.com/office/drawing/2014/main" id="{D4EA0701-2CCD-BDBE-89AE-AF85FFF55049}"/>
              </a:ext>
            </a:extLst>
          </p:cNvPr>
          <p:cNvCxnSpPr>
            <a:cxnSpLocks/>
          </p:cNvCxnSpPr>
          <p:nvPr/>
        </p:nvCxnSpPr>
        <p:spPr bwMode="gray">
          <a:xfrm flipH="1">
            <a:off x="5532120" y="2100243"/>
            <a:ext cx="1046480" cy="492861"/>
          </a:xfrm>
          <a:prstGeom prst="straightConnector1">
            <a:avLst/>
          </a:prstGeom>
          <a:noFill/>
          <a:ln w="38100">
            <a:solidFill>
              <a:schemeClr val="accent1"/>
            </a:solidFill>
            <a:round/>
            <a:headEnd/>
            <a:tailEnd type="triangle"/>
          </a:ln>
          <a:effectLst/>
        </p:spPr>
      </p:cxnSp>
      <p:sp>
        <p:nvSpPr>
          <p:cNvPr id="32" name="ZoneTexte 31">
            <a:extLst>
              <a:ext uri="{FF2B5EF4-FFF2-40B4-BE49-F238E27FC236}">
                <a16:creationId xmlns:a16="http://schemas.microsoft.com/office/drawing/2014/main" id="{A661027D-1C92-7AA4-465F-2C8480CF6F69}"/>
              </a:ext>
            </a:extLst>
          </p:cNvPr>
          <p:cNvSpPr txBox="1"/>
          <p:nvPr/>
        </p:nvSpPr>
        <p:spPr>
          <a:xfrm>
            <a:off x="8859539" y="1304127"/>
            <a:ext cx="2890559" cy="1710425"/>
          </a:xfrm>
          <a:prstGeom prst="rect">
            <a:avLst/>
          </a:prstGeom>
        </p:spPr>
        <p:txBody>
          <a:bodyPr vert="horz" wrap="square" lIns="0" tIns="0" rIns="0" bIns="0" rtlCol="0" anchor="t" anchorCtr="0">
            <a:normAutofit/>
          </a:bodyPr>
          <a:lstStyle/>
          <a:p>
            <a:pPr algn="ctr"/>
            <a:r>
              <a:rPr lang="fr-FR" b="1" u="sng" dirty="0">
                <a:solidFill>
                  <a:srgbClr val="5236AB"/>
                </a:solidFill>
              </a:rPr>
              <a:t>Headers</a:t>
            </a:r>
          </a:p>
          <a:p>
            <a:pPr marL="342900" indent="-342900">
              <a:buFont typeface="+mj-lt"/>
              <a:buAutoNum type="arabicPeriod"/>
            </a:pPr>
            <a:r>
              <a:rPr lang="fr-FR" b="1" dirty="0">
                <a:solidFill>
                  <a:srgbClr val="5236AB"/>
                </a:solidFill>
              </a:rPr>
              <a:t>Hôte</a:t>
            </a:r>
          </a:p>
          <a:p>
            <a:pPr marL="342900" indent="-342900">
              <a:buFont typeface="+mj-lt"/>
              <a:buAutoNum type="arabicPeriod"/>
            </a:pPr>
            <a:r>
              <a:rPr lang="fr-FR" b="1" dirty="0">
                <a:solidFill>
                  <a:srgbClr val="5236AB"/>
                </a:solidFill>
              </a:rPr>
              <a:t>Type de contenu</a:t>
            </a:r>
          </a:p>
          <a:p>
            <a:pPr marL="342900" indent="-342900">
              <a:buFont typeface="+mj-lt"/>
              <a:buAutoNum type="arabicPeriod"/>
            </a:pPr>
            <a:r>
              <a:rPr lang="fr-FR" b="1" dirty="0">
                <a:solidFill>
                  <a:srgbClr val="5236AB"/>
                </a:solidFill>
              </a:rPr>
              <a:t>Taille du contenu</a:t>
            </a:r>
          </a:p>
          <a:p>
            <a:r>
              <a:rPr lang="fr-FR" b="1" dirty="0">
                <a:solidFill>
                  <a:srgbClr val="5236AB"/>
                </a:solidFill>
              </a:rPr>
              <a:t>	</a:t>
            </a:r>
          </a:p>
        </p:txBody>
      </p:sp>
      <p:cxnSp>
        <p:nvCxnSpPr>
          <p:cNvPr id="33" name="Connecteur droit avec flèche 32">
            <a:extLst>
              <a:ext uri="{FF2B5EF4-FFF2-40B4-BE49-F238E27FC236}">
                <a16:creationId xmlns:a16="http://schemas.microsoft.com/office/drawing/2014/main" id="{29139788-2DCD-FB19-5FF3-1FAB41928B17}"/>
              </a:ext>
            </a:extLst>
          </p:cNvPr>
          <p:cNvCxnSpPr>
            <a:cxnSpLocks/>
          </p:cNvCxnSpPr>
          <p:nvPr/>
        </p:nvCxnSpPr>
        <p:spPr bwMode="gray">
          <a:xfrm flipH="1">
            <a:off x="6438900" y="2238301"/>
            <a:ext cx="2202180" cy="858621"/>
          </a:xfrm>
          <a:prstGeom prst="straightConnector1">
            <a:avLst/>
          </a:prstGeom>
          <a:noFill/>
          <a:ln w="38100">
            <a:solidFill>
              <a:schemeClr val="accent1"/>
            </a:solidFill>
            <a:round/>
            <a:headEnd/>
            <a:tailEnd type="triangle"/>
          </a:ln>
          <a:effectLst/>
        </p:spPr>
      </p:cxnSp>
      <p:sp>
        <p:nvSpPr>
          <p:cNvPr id="36" name="Rectangle 35">
            <a:extLst>
              <a:ext uri="{FF2B5EF4-FFF2-40B4-BE49-F238E27FC236}">
                <a16:creationId xmlns:a16="http://schemas.microsoft.com/office/drawing/2014/main" id="{7D5F116A-4A63-595E-F0B2-BE8D200B1963}"/>
              </a:ext>
            </a:extLst>
          </p:cNvPr>
          <p:cNvSpPr/>
          <p:nvPr/>
        </p:nvSpPr>
        <p:spPr bwMode="gray">
          <a:xfrm>
            <a:off x="2278380" y="3115061"/>
            <a:ext cx="7567078" cy="967584"/>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5" name="ZoneTexte 4">
            <a:extLst>
              <a:ext uri="{FF2B5EF4-FFF2-40B4-BE49-F238E27FC236}">
                <a16:creationId xmlns:a16="http://schemas.microsoft.com/office/drawing/2014/main" id="{78D40E5D-141D-9C88-2005-039442D8F560}"/>
              </a:ext>
            </a:extLst>
          </p:cNvPr>
          <p:cNvSpPr txBox="1"/>
          <p:nvPr/>
        </p:nvSpPr>
        <p:spPr>
          <a:xfrm>
            <a:off x="2230081" y="4956316"/>
            <a:ext cx="4623461" cy="1710425"/>
          </a:xfrm>
          <a:prstGeom prst="rect">
            <a:avLst/>
          </a:prstGeom>
        </p:spPr>
        <p:txBody>
          <a:bodyPr vert="horz" wrap="square" lIns="0" tIns="0" rIns="0" bIns="0" rtlCol="0" anchor="t" anchorCtr="0">
            <a:normAutofit fontScale="92500" lnSpcReduction="20000"/>
          </a:bodyPr>
          <a:lstStyle/>
          <a:p>
            <a:r>
              <a:rPr lang="fr-FR" b="1" dirty="0">
                <a:solidFill>
                  <a:srgbClr val="5236AB"/>
                </a:solidFill>
              </a:rPr>
              <a:t>Header « Content-Type »</a:t>
            </a:r>
          </a:p>
          <a:p>
            <a:pPr algn="ctr"/>
            <a:endParaRPr lang="fr-FR" dirty="0">
              <a:solidFill>
                <a:srgbClr val="5236AB"/>
              </a:solidFill>
            </a:endParaRPr>
          </a:p>
          <a:p>
            <a:pPr marL="285750" indent="-285750">
              <a:buFont typeface="Arial" panose="020B0604020202020204" pitchFamily="34" charset="0"/>
              <a:buChar char="•"/>
            </a:pPr>
            <a:r>
              <a:rPr lang="fr-FR" b="1" dirty="0">
                <a:solidFill>
                  <a:srgbClr val="5236AB"/>
                </a:solidFill>
              </a:rPr>
              <a:t>application/</a:t>
            </a:r>
            <a:r>
              <a:rPr lang="fr-FR" dirty="0">
                <a:solidFill>
                  <a:srgbClr val="5236AB"/>
                </a:solidFill>
              </a:rPr>
              <a:t>… (</a:t>
            </a:r>
            <a:r>
              <a:rPr lang="fr-FR" b="1" dirty="0" err="1">
                <a:solidFill>
                  <a:srgbClr val="5236AB"/>
                </a:solidFill>
              </a:rPr>
              <a:t>json</a:t>
            </a:r>
            <a:r>
              <a:rPr lang="fr-FR" dirty="0">
                <a:solidFill>
                  <a:srgbClr val="5236AB"/>
                </a:solidFill>
              </a:rPr>
              <a:t>, </a:t>
            </a:r>
            <a:r>
              <a:rPr lang="fr-FR" b="1" dirty="0">
                <a:solidFill>
                  <a:srgbClr val="5236AB"/>
                </a:solidFill>
              </a:rPr>
              <a:t>octet-</a:t>
            </a:r>
            <a:r>
              <a:rPr lang="fr-FR" b="1" dirty="0" err="1">
                <a:solidFill>
                  <a:srgbClr val="5236AB"/>
                </a:solidFill>
              </a:rPr>
              <a:t>stream</a:t>
            </a:r>
            <a:r>
              <a:rPr lang="fr-FR" dirty="0">
                <a:solidFill>
                  <a:srgbClr val="5236AB"/>
                </a:solidFill>
              </a:rPr>
              <a:t>, zip, ...)</a:t>
            </a:r>
          </a:p>
          <a:p>
            <a:pPr marL="285750" indent="-285750">
              <a:buFont typeface="Arial" panose="020B0604020202020204" pitchFamily="34" charset="0"/>
              <a:buChar char="•"/>
            </a:pPr>
            <a:r>
              <a:rPr lang="fr-FR" b="1" dirty="0" err="1">
                <a:solidFill>
                  <a:srgbClr val="5236AB"/>
                </a:solidFill>
              </a:rPr>
              <a:t>multipart</a:t>
            </a:r>
            <a:r>
              <a:rPr lang="fr-FR" dirty="0">
                <a:solidFill>
                  <a:srgbClr val="5236AB"/>
                </a:solidFill>
              </a:rPr>
              <a:t>/… (</a:t>
            </a:r>
            <a:r>
              <a:rPr lang="fr-FR" b="1" dirty="0" err="1">
                <a:solidFill>
                  <a:srgbClr val="5236AB"/>
                </a:solidFill>
              </a:rPr>
              <a:t>form</a:t>
            </a:r>
            <a:r>
              <a:rPr lang="fr-FR" b="1" dirty="0">
                <a:solidFill>
                  <a:srgbClr val="5236AB"/>
                </a:solidFill>
              </a:rPr>
              <a:t>-data</a:t>
            </a:r>
            <a:r>
              <a:rPr lang="fr-FR" dirty="0">
                <a:solidFill>
                  <a:srgbClr val="5236AB"/>
                </a:solidFill>
              </a:rPr>
              <a:t>, …)</a:t>
            </a:r>
          </a:p>
          <a:p>
            <a:pPr marL="285750" indent="-285750">
              <a:buFont typeface="Arial" panose="020B0604020202020204" pitchFamily="34" charset="0"/>
              <a:buChar char="•"/>
            </a:pPr>
            <a:r>
              <a:rPr lang="fr-FR" b="1" dirty="0" err="1">
                <a:solidFill>
                  <a:srgbClr val="5236AB"/>
                </a:solidFill>
              </a:rPr>
              <a:t>text</a:t>
            </a:r>
            <a:r>
              <a:rPr lang="fr-FR" dirty="0">
                <a:solidFill>
                  <a:srgbClr val="5236AB"/>
                </a:solidFill>
              </a:rPr>
              <a:t>/… (</a:t>
            </a:r>
            <a:r>
              <a:rPr lang="fr-FR" b="1" dirty="0">
                <a:solidFill>
                  <a:srgbClr val="5236AB"/>
                </a:solidFill>
              </a:rPr>
              <a:t>plain</a:t>
            </a:r>
            <a:r>
              <a:rPr lang="fr-FR" dirty="0">
                <a:solidFill>
                  <a:srgbClr val="5236AB"/>
                </a:solidFill>
              </a:rPr>
              <a:t>, html, …)</a:t>
            </a:r>
          </a:p>
          <a:p>
            <a:pPr marL="285750" indent="-285750">
              <a:buFont typeface="Arial" panose="020B0604020202020204" pitchFamily="34" charset="0"/>
              <a:buChar char="•"/>
            </a:pPr>
            <a:r>
              <a:rPr lang="fr-FR" dirty="0">
                <a:solidFill>
                  <a:srgbClr val="5236AB"/>
                </a:solidFill>
              </a:rPr>
              <a:t>audio/… (</a:t>
            </a:r>
            <a:r>
              <a:rPr lang="fr-FR" dirty="0" err="1">
                <a:solidFill>
                  <a:srgbClr val="5236AB"/>
                </a:solidFill>
              </a:rPr>
              <a:t>mpeg</a:t>
            </a:r>
            <a:r>
              <a:rPr lang="fr-FR" dirty="0">
                <a:solidFill>
                  <a:srgbClr val="5236AB"/>
                </a:solidFill>
              </a:rPr>
              <a:t>, x-</a:t>
            </a:r>
            <a:r>
              <a:rPr lang="fr-FR" dirty="0" err="1">
                <a:solidFill>
                  <a:srgbClr val="5236AB"/>
                </a:solidFill>
              </a:rPr>
              <a:t>wav</a:t>
            </a:r>
            <a:r>
              <a:rPr lang="fr-FR" dirty="0">
                <a:solidFill>
                  <a:srgbClr val="5236AB"/>
                </a:solidFill>
              </a:rPr>
              <a:t>, …)</a:t>
            </a:r>
          </a:p>
          <a:p>
            <a:pPr marL="285750" indent="-285750">
              <a:buFont typeface="Arial" panose="020B0604020202020204" pitchFamily="34" charset="0"/>
              <a:buChar char="•"/>
            </a:pPr>
            <a:r>
              <a:rPr lang="fr-FR" dirty="0">
                <a:solidFill>
                  <a:srgbClr val="5236AB"/>
                </a:solidFill>
              </a:rPr>
              <a:t>image/… (png, gif, ...) </a:t>
            </a:r>
          </a:p>
          <a:p>
            <a:pPr marL="285750" indent="-285750">
              <a:buFont typeface="Arial" panose="020B0604020202020204" pitchFamily="34" charset="0"/>
              <a:buChar char="•"/>
            </a:pPr>
            <a:r>
              <a:rPr lang="fr-FR" dirty="0" err="1">
                <a:solidFill>
                  <a:srgbClr val="5236AB"/>
                </a:solidFill>
              </a:rPr>
              <a:t>video</a:t>
            </a:r>
            <a:r>
              <a:rPr lang="fr-FR" dirty="0">
                <a:solidFill>
                  <a:srgbClr val="5236AB"/>
                </a:solidFill>
              </a:rPr>
              <a:t>/… (mp4, …)</a:t>
            </a:r>
          </a:p>
          <a:p>
            <a:pPr marL="285750" indent="-285750">
              <a:buFont typeface="Arial" panose="020B0604020202020204" pitchFamily="34" charset="0"/>
              <a:buChar char="•"/>
            </a:pPr>
            <a:endParaRPr lang="fr-FR" b="1" dirty="0">
              <a:solidFill>
                <a:srgbClr val="5236AB"/>
              </a:solidFill>
            </a:endParaRPr>
          </a:p>
          <a:p>
            <a:pPr marL="285750" indent="-285750">
              <a:buFont typeface="Arial" panose="020B0604020202020204" pitchFamily="34" charset="0"/>
              <a:buChar char="•"/>
            </a:pPr>
            <a:endParaRPr lang="fr-FR" b="1" dirty="0">
              <a:solidFill>
                <a:srgbClr val="5236AB"/>
              </a:solidFill>
            </a:endParaRPr>
          </a:p>
        </p:txBody>
      </p:sp>
      <p:sp>
        <p:nvSpPr>
          <p:cNvPr id="9" name="ZoneTexte 8">
            <a:extLst>
              <a:ext uri="{FF2B5EF4-FFF2-40B4-BE49-F238E27FC236}">
                <a16:creationId xmlns:a16="http://schemas.microsoft.com/office/drawing/2014/main" id="{11B74A0B-04A4-3486-10F9-276AEF61CFB2}"/>
              </a:ext>
            </a:extLst>
          </p:cNvPr>
          <p:cNvSpPr txBox="1"/>
          <p:nvPr/>
        </p:nvSpPr>
        <p:spPr>
          <a:xfrm>
            <a:off x="8168640" y="5298892"/>
            <a:ext cx="2499360" cy="254981"/>
          </a:xfrm>
          <a:prstGeom prst="rect">
            <a:avLst/>
          </a:prstGeom>
        </p:spPr>
        <p:txBody>
          <a:bodyPr vert="horz" wrap="square" lIns="0" tIns="0" rIns="0" bIns="0" rtlCol="0" anchor="t" anchorCtr="0">
            <a:normAutofit lnSpcReduction="10000"/>
          </a:bodyPr>
          <a:lstStyle/>
          <a:p>
            <a:pPr algn="ctr"/>
            <a:r>
              <a:rPr lang="fr-FR" b="1" dirty="0">
                <a:solidFill>
                  <a:srgbClr val="5236AB"/>
                </a:solidFill>
              </a:rPr>
              <a:t>Body</a:t>
            </a:r>
          </a:p>
        </p:txBody>
      </p:sp>
      <p:sp>
        <p:nvSpPr>
          <p:cNvPr id="10" name="Rectangle 9">
            <a:extLst>
              <a:ext uri="{FF2B5EF4-FFF2-40B4-BE49-F238E27FC236}">
                <a16:creationId xmlns:a16="http://schemas.microsoft.com/office/drawing/2014/main" id="{41CE6CE0-452F-12C8-034D-5EF42FB54990}"/>
              </a:ext>
            </a:extLst>
          </p:cNvPr>
          <p:cNvSpPr/>
          <p:nvPr/>
        </p:nvSpPr>
        <p:spPr bwMode="gray">
          <a:xfrm>
            <a:off x="2266950" y="4248307"/>
            <a:ext cx="7578508" cy="365434"/>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14" name="Connecteur droit avec flèche 13">
            <a:extLst>
              <a:ext uri="{FF2B5EF4-FFF2-40B4-BE49-F238E27FC236}">
                <a16:creationId xmlns:a16="http://schemas.microsoft.com/office/drawing/2014/main" id="{F3D325B4-4BEC-B937-8EBA-A31F0D914615}"/>
              </a:ext>
            </a:extLst>
          </p:cNvPr>
          <p:cNvCxnSpPr>
            <a:cxnSpLocks/>
          </p:cNvCxnSpPr>
          <p:nvPr/>
        </p:nvCxnSpPr>
        <p:spPr bwMode="gray">
          <a:xfrm flipH="1" flipV="1">
            <a:off x="8168640" y="4613741"/>
            <a:ext cx="887678" cy="685151"/>
          </a:xfrm>
          <a:prstGeom prst="straightConnector1">
            <a:avLst/>
          </a:prstGeom>
          <a:noFill/>
          <a:ln w="38100">
            <a:solidFill>
              <a:schemeClr val="accent1"/>
            </a:solidFill>
            <a:round/>
            <a:headEnd/>
            <a:tailEnd type="triangle"/>
          </a:ln>
          <a:effectLst/>
        </p:spPr>
      </p:cxnSp>
    </p:spTree>
    <p:extLst>
      <p:ext uri="{BB962C8B-B14F-4D97-AF65-F5344CB8AC3E}">
        <p14:creationId xmlns:p14="http://schemas.microsoft.com/office/powerpoint/2010/main" val="2858722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20" grpId="0"/>
      <p:bldP spid="21" grpId="0" animBg="1"/>
      <p:bldP spid="25" grpId="0"/>
      <p:bldP spid="26" grpId="0" animBg="1"/>
      <p:bldP spid="32" grpId="0"/>
      <p:bldP spid="36" grpId="0" animBg="1"/>
      <p:bldP spid="5" grpId="0"/>
      <p:bldP spid="9" grpId="0"/>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95E62-4D40-A009-19B4-4063460DB8DE}"/>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617AC833-D5CC-8D8F-CF4E-4D1328959DB1}"/>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Headers courants</a:t>
            </a:r>
            <a:endParaRPr lang="fr-FR" sz="3600" noProof="0" dirty="0"/>
          </a:p>
        </p:txBody>
      </p:sp>
      <p:sp>
        <p:nvSpPr>
          <p:cNvPr id="3" name="Espace réservé du numéro de diapositive 2">
            <a:extLst>
              <a:ext uri="{FF2B5EF4-FFF2-40B4-BE49-F238E27FC236}">
                <a16:creationId xmlns:a16="http://schemas.microsoft.com/office/drawing/2014/main" id="{501ECE7A-73A6-0CF8-DD29-15936E3F2C4D}"/>
              </a:ext>
            </a:extLst>
          </p:cNvPr>
          <p:cNvSpPr>
            <a:spLocks noGrp="1"/>
          </p:cNvSpPr>
          <p:nvPr>
            <p:ph type="sldNum" sz="quarter" idx="10"/>
          </p:nvPr>
        </p:nvSpPr>
        <p:spPr/>
        <p:txBody>
          <a:bodyPr/>
          <a:lstStyle/>
          <a:p>
            <a:fld id="{525A3C56-E491-49B2-93F3-63532DF516BC}" type="slidenum">
              <a:rPr lang="en-CA" smtClean="0"/>
              <a:t>25</a:t>
            </a:fld>
            <a:endParaRPr lang="en-CA"/>
          </a:p>
        </p:txBody>
      </p:sp>
      <p:graphicFrame>
        <p:nvGraphicFramePr>
          <p:cNvPr id="2" name="Tableau 1">
            <a:extLst>
              <a:ext uri="{FF2B5EF4-FFF2-40B4-BE49-F238E27FC236}">
                <a16:creationId xmlns:a16="http://schemas.microsoft.com/office/drawing/2014/main" id="{17F5CD76-0635-F356-5517-E89B1CF851B3}"/>
              </a:ext>
            </a:extLst>
          </p:cNvPr>
          <p:cNvGraphicFramePr>
            <a:graphicFrameLocks noGrp="1"/>
          </p:cNvGraphicFramePr>
          <p:nvPr>
            <p:extLst>
              <p:ext uri="{D42A27DB-BD31-4B8C-83A1-F6EECF244321}">
                <p14:modId xmlns:p14="http://schemas.microsoft.com/office/powerpoint/2010/main" val="1980129490"/>
              </p:ext>
            </p:extLst>
          </p:nvPr>
        </p:nvGraphicFramePr>
        <p:xfrm>
          <a:off x="748256" y="2109968"/>
          <a:ext cx="10676438" cy="2433320"/>
        </p:xfrm>
        <a:graphic>
          <a:graphicData uri="http://schemas.openxmlformats.org/drawingml/2006/table">
            <a:tbl>
              <a:tblPr firstRow="1" bandRow="1">
                <a:tableStyleId>{5C22544A-7EE6-4342-B048-85BDC9FD1C3A}</a:tableStyleId>
              </a:tblPr>
              <a:tblGrid>
                <a:gridCol w="2027024">
                  <a:extLst>
                    <a:ext uri="{9D8B030D-6E8A-4147-A177-3AD203B41FA5}">
                      <a16:colId xmlns:a16="http://schemas.microsoft.com/office/drawing/2014/main" val="3072294022"/>
                    </a:ext>
                  </a:extLst>
                </a:gridCol>
                <a:gridCol w="6493553">
                  <a:extLst>
                    <a:ext uri="{9D8B030D-6E8A-4147-A177-3AD203B41FA5}">
                      <a16:colId xmlns:a16="http://schemas.microsoft.com/office/drawing/2014/main" val="230364360"/>
                    </a:ext>
                  </a:extLst>
                </a:gridCol>
                <a:gridCol w="2155861">
                  <a:extLst>
                    <a:ext uri="{9D8B030D-6E8A-4147-A177-3AD203B41FA5}">
                      <a16:colId xmlns:a16="http://schemas.microsoft.com/office/drawing/2014/main" val="862336008"/>
                    </a:ext>
                  </a:extLst>
                </a:gridCol>
              </a:tblGrid>
              <a:tr h="370840">
                <a:tc>
                  <a:txBody>
                    <a:bodyPr/>
                    <a:lstStyle/>
                    <a:p>
                      <a:r>
                        <a:rPr lang="fr-FR" dirty="0">
                          <a:latin typeface="+mn-lt"/>
                        </a:rPr>
                        <a:t>Header</a:t>
                      </a:r>
                    </a:p>
                  </a:txBody>
                  <a:tcPr/>
                </a:tc>
                <a:tc>
                  <a:txBody>
                    <a:bodyPr/>
                    <a:lstStyle/>
                    <a:p>
                      <a:r>
                        <a:rPr lang="fr-FR" dirty="0">
                          <a:latin typeface="+mn-lt"/>
                        </a:rPr>
                        <a:t>Description</a:t>
                      </a:r>
                    </a:p>
                  </a:txBody>
                  <a:tcPr/>
                </a:tc>
                <a:tc>
                  <a:txBody>
                    <a:bodyPr/>
                    <a:lstStyle/>
                    <a:p>
                      <a:r>
                        <a:rPr lang="fr-FR" dirty="0">
                          <a:latin typeface="+mn-lt"/>
                        </a:rPr>
                        <a:t>Exemple</a:t>
                      </a:r>
                    </a:p>
                  </a:txBody>
                  <a:tcPr/>
                </a:tc>
                <a:extLst>
                  <a:ext uri="{0D108BD9-81ED-4DB2-BD59-A6C34878D82A}">
                    <a16:rowId xmlns:a16="http://schemas.microsoft.com/office/drawing/2014/main" val="3587025586"/>
                  </a:ext>
                </a:extLst>
              </a:tr>
              <a:tr h="370840">
                <a:tc>
                  <a:txBody>
                    <a:bodyPr/>
                    <a:lstStyle/>
                    <a:p>
                      <a:r>
                        <a:rPr lang="fr-FR" sz="1600" b="1" dirty="0">
                          <a:latin typeface="+mn-lt"/>
                        </a:rPr>
                        <a:t>Content-type</a:t>
                      </a:r>
                    </a:p>
                  </a:txBody>
                  <a:tcPr/>
                </a:tc>
                <a:tc>
                  <a:txBody>
                    <a:bodyPr/>
                    <a:lstStyle/>
                    <a:p>
                      <a:pPr fontAlgn="t">
                        <a:lnSpc>
                          <a:spcPts val="1500"/>
                        </a:lnSpc>
                        <a:buNone/>
                      </a:pPr>
                      <a:r>
                        <a:rPr lang="fr-FR" sz="1600" b="0" i="0" dirty="0">
                          <a:effectLst/>
                          <a:latin typeface="+mn-lt"/>
                        </a:rPr>
                        <a:t>Décrit le format du body envoyé.</a:t>
                      </a:r>
                    </a:p>
                  </a:txBody>
                  <a:tcPr/>
                </a:tc>
                <a:tc>
                  <a:txBody>
                    <a:bodyPr/>
                    <a:lstStyle/>
                    <a:p>
                      <a:r>
                        <a:rPr lang="fr-FR" sz="1600" dirty="0">
                          <a:latin typeface="+mn-lt"/>
                        </a:rPr>
                        <a:t>application/</a:t>
                      </a:r>
                      <a:r>
                        <a:rPr lang="fr-FR" sz="1600" dirty="0" err="1">
                          <a:latin typeface="+mn-lt"/>
                        </a:rPr>
                        <a:t>json</a:t>
                      </a:r>
                      <a:endParaRPr lang="fr-FR" sz="1600" dirty="0">
                        <a:latin typeface="+mn-lt"/>
                      </a:endParaRPr>
                    </a:p>
                  </a:txBody>
                  <a:tcPr/>
                </a:tc>
                <a:extLst>
                  <a:ext uri="{0D108BD9-81ED-4DB2-BD59-A6C34878D82A}">
                    <a16:rowId xmlns:a16="http://schemas.microsoft.com/office/drawing/2014/main" val="2748912389"/>
                  </a:ext>
                </a:extLst>
              </a:tr>
              <a:tr h="370840">
                <a:tc>
                  <a:txBody>
                    <a:bodyPr/>
                    <a:lstStyle/>
                    <a:p>
                      <a:r>
                        <a:rPr lang="fr-FR" sz="1600" b="1" dirty="0" err="1">
                          <a:latin typeface="+mn-lt"/>
                        </a:rPr>
                        <a:t>Accept</a:t>
                      </a:r>
                      <a:endParaRPr lang="fr-FR" sz="1600" b="1" dirty="0">
                        <a:latin typeface="+mn-lt"/>
                      </a:endParaRPr>
                    </a:p>
                  </a:txBody>
                  <a:tcPr/>
                </a:tc>
                <a:tc>
                  <a:txBody>
                    <a:bodyPr/>
                    <a:lstStyle/>
                    <a:p>
                      <a:r>
                        <a:rPr lang="fr-FR" sz="1600" dirty="0">
                          <a:latin typeface="+mn-lt"/>
                        </a:rPr>
                        <a:t>Formats que le </a:t>
                      </a:r>
                      <a:r>
                        <a:rPr lang="fr-FR" sz="1600" u="sng" dirty="0">
                          <a:latin typeface="+mn-lt"/>
                        </a:rPr>
                        <a:t>client</a:t>
                      </a:r>
                      <a:r>
                        <a:rPr lang="fr-FR" sz="1600" dirty="0">
                          <a:latin typeface="+mn-lt"/>
                        </a:rPr>
                        <a:t> peut recevoir.</a:t>
                      </a:r>
                    </a:p>
                  </a:txBody>
                  <a:tcPr/>
                </a:tc>
                <a:tc>
                  <a:txBody>
                    <a:bodyPr/>
                    <a:lstStyle/>
                    <a:p>
                      <a:r>
                        <a:rPr lang="fr-FR" sz="1600" dirty="0">
                          <a:latin typeface="+mn-lt"/>
                        </a:rPr>
                        <a:t>application/</a:t>
                      </a:r>
                      <a:r>
                        <a:rPr lang="fr-FR" sz="1600" dirty="0" err="1">
                          <a:latin typeface="+mn-lt"/>
                        </a:rPr>
                        <a:t>json</a:t>
                      </a:r>
                      <a:endParaRPr lang="fr-FR" sz="1600" dirty="0">
                        <a:latin typeface="+mn-lt"/>
                      </a:endParaRPr>
                    </a:p>
                  </a:txBody>
                  <a:tcPr/>
                </a:tc>
                <a:extLst>
                  <a:ext uri="{0D108BD9-81ED-4DB2-BD59-A6C34878D82A}">
                    <a16:rowId xmlns:a16="http://schemas.microsoft.com/office/drawing/2014/main" val="4157374393"/>
                  </a:ext>
                </a:extLst>
              </a:tr>
              <a:tr h="370840">
                <a:tc>
                  <a:txBody>
                    <a:bodyPr/>
                    <a:lstStyle/>
                    <a:p>
                      <a:r>
                        <a:rPr lang="fr-FR" sz="1600" b="1" dirty="0" err="1">
                          <a:latin typeface="+mn-lt"/>
                        </a:rPr>
                        <a:t>Accept-Language</a:t>
                      </a:r>
                      <a:endParaRPr lang="fr-FR" sz="1600" b="1" dirty="0">
                        <a:latin typeface="+mn-lt"/>
                      </a:endParaRPr>
                    </a:p>
                  </a:txBody>
                  <a:tcPr/>
                </a:tc>
                <a:tc>
                  <a:txBody>
                    <a:bodyPr/>
                    <a:lstStyle/>
                    <a:p>
                      <a:r>
                        <a:rPr lang="fr-FR" sz="1600" dirty="0">
                          <a:latin typeface="+mn-lt"/>
                        </a:rPr>
                        <a:t>Langues préférées du client (utile pour les traductions).</a:t>
                      </a:r>
                    </a:p>
                  </a:txBody>
                  <a:tcPr/>
                </a:tc>
                <a:tc>
                  <a:txBody>
                    <a:bodyPr/>
                    <a:lstStyle/>
                    <a:p>
                      <a:r>
                        <a:rPr lang="fr-FR" sz="1600" dirty="0" err="1">
                          <a:latin typeface="+mn-lt"/>
                        </a:rPr>
                        <a:t>fr-FR</a:t>
                      </a:r>
                      <a:r>
                        <a:rPr lang="fr-FR" sz="1600" dirty="0">
                          <a:latin typeface="+mn-lt"/>
                        </a:rPr>
                        <a:t>, en-US</a:t>
                      </a:r>
                    </a:p>
                  </a:txBody>
                  <a:tcPr/>
                </a:tc>
                <a:extLst>
                  <a:ext uri="{0D108BD9-81ED-4DB2-BD59-A6C34878D82A}">
                    <a16:rowId xmlns:a16="http://schemas.microsoft.com/office/drawing/2014/main" val="1859756797"/>
                  </a:ext>
                </a:extLst>
              </a:tr>
              <a:tr h="370840">
                <a:tc>
                  <a:txBody>
                    <a:bodyPr/>
                    <a:lstStyle/>
                    <a:p>
                      <a:pPr fontAlgn="t">
                        <a:lnSpc>
                          <a:spcPts val="1500"/>
                        </a:lnSpc>
                        <a:buNone/>
                      </a:pPr>
                      <a:r>
                        <a:rPr lang="fr-LU" sz="1600" b="1" i="0" dirty="0" err="1">
                          <a:effectLst/>
                          <a:latin typeface="+mn-lt"/>
                        </a:rPr>
                        <a:t>Authorization</a:t>
                      </a:r>
                      <a:endParaRPr lang="fr-LU" sz="1600" b="1" i="0" dirty="0">
                        <a:effectLst/>
                        <a:latin typeface="+mn-lt"/>
                      </a:endParaRPr>
                    </a:p>
                  </a:txBody>
                  <a:tcPr/>
                </a:tc>
                <a:tc>
                  <a:txBody>
                    <a:bodyPr/>
                    <a:lstStyle/>
                    <a:p>
                      <a:r>
                        <a:rPr lang="fr-FR" sz="1600" dirty="0">
                          <a:latin typeface="+mn-lt"/>
                        </a:rPr>
                        <a:t>Permet de fournir un </a:t>
                      </a:r>
                      <a:r>
                        <a:rPr lang="fr-FR" sz="1600" dirty="0" err="1">
                          <a:latin typeface="+mn-lt"/>
                        </a:rPr>
                        <a:t>token</a:t>
                      </a:r>
                      <a:r>
                        <a:rPr lang="fr-FR" sz="1600" dirty="0">
                          <a:latin typeface="+mn-lt"/>
                        </a:rPr>
                        <a:t> ou une clé API (sécurisation).</a:t>
                      </a:r>
                    </a:p>
                  </a:txBody>
                  <a:tcPr/>
                </a:tc>
                <a:tc>
                  <a:txBody>
                    <a:bodyPr/>
                    <a:lstStyle/>
                    <a:p>
                      <a:r>
                        <a:rPr lang="fr-FR" sz="1600" dirty="0" err="1">
                          <a:latin typeface="+mn-lt"/>
                        </a:rPr>
                        <a:t>Authorization</a:t>
                      </a:r>
                      <a:r>
                        <a:rPr lang="fr-FR" sz="1600" dirty="0">
                          <a:latin typeface="+mn-lt"/>
                        </a:rPr>
                        <a:t>: </a:t>
                      </a:r>
                      <a:r>
                        <a:rPr lang="fr-FR" sz="1600" dirty="0" err="1">
                          <a:latin typeface="+mn-lt"/>
                        </a:rPr>
                        <a:t>Bearer</a:t>
                      </a:r>
                      <a:r>
                        <a:rPr lang="fr-FR" sz="1600" dirty="0">
                          <a:latin typeface="+mn-lt"/>
                        </a:rPr>
                        <a:t> &lt;</a:t>
                      </a:r>
                      <a:r>
                        <a:rPr lang="fr-FR" sz="1600" dirty="0" err="1">
                          <a:latin typeface="+mn-lt"/>
                        </a:rPr>
                        <a:t>token</a:t>
                      </a:r>
                      <a:r>
                        <a:rPr lang="fr-FR" sz="1600" dirty="0">
                          <a:latin typeface="+mn-lt"/>
                        </a:rPr>
                        <a:t>&gt;</a:t>
                      </a:r>
                    </a:p>
                  </a:txBody>
                  <a:tcPr/>
                </a:tc>
                <a:extLst>
                  <a:ext uri="{0D108BD9-81ED-4DB2-BD59-A6C34878D82A}">
                    <a16:rowId xmlns:a16="http://schemas.microsoft.com/office/drawing/2014/main" val="4111292109"/>
                  </a:ext>
                </a:extLst>
              </a:tr>
              <a:tr h="370840">
                <a:tc>
                  <a:txBody>
                    <a:bodyPr/>
                    <a:lstStyle/>
                    <a:p>
                      <a:r>
                        <a:rPr lang="fr-FR" sz="1600" b="1" dirty="0">
                          <a:latin typeface="+mn-lt"/>
                        </a:rPr>
                        <a:t>Cookie</a:t>
                      </a:r>
                    </a:p>
                  </a:txBody>
                  <a:tcPr/>
                </a:tc>
                <a:tc>
                  <a:txBody>
                    <a:bodyPr/>
                    <a:lstStyle/>
                    <a:p>
                      <a:r>
                        <a:rPr lang="fr-FR" sz="1600" dirty="0">
                          <a:latin typeface="+mn-lt"/>
                        </a:rPr>
                        <a:t>Envoie les cookies stockés par le client.</a:t>
                      </a:r>
                    </a:p>
                  </a:txBody>
                  <a:tcPr/>
                </a:tc>
                <a:tc>
                  <a:txBody>
                    <a:bodyPr/>
                    <a:lstStyle/>
                    <a:p>
                      <a:r>
                        <a:rPr lang="fr-FR" sz="1600" dirty="0">
                          <a:latin typeface="+mn-lt"/>
                        </a:rPr>
                        <a:t>n/a</a:t>
                      </a:r>
                    </a:p>
                  </a:txBody>
                  <a:tcPr/>
                </a:tc>
                <a:extLst>
                  <a:ext uri="{0D108BD9-81ED-4DB2-BD59-A6C34878D82A}">
                    <a16:rowId xmlns:a16="http://schemas.microsoft.com/office/drawing/2014/main" val="815454407"/>
                  </a:ext>
                </a:extLst>
              </a:tr>
            </a:tbl>
          </a:graphicData>
        </a:graphic>
      </p:graphicFrame>
    </p:spTree>
    <p:extLst>
      <p:ext uri="{BB962C8B-B14F-4D97-AF65-F5344CB8AC3E}">
        <p14:creationId xmlns:p14="http://schemas.microsoft.com/office/powerpoint/2010/main" val="381757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598E4-B410-2B86-22AE-4882C706C414}"/>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99407333-F2D3-E9E8-A568-731B6500181F}"/>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Structures des messages </a:t>
            </a:r>
            <a:endParaRPr lang="fr-FR" sz="3600" noProof="0" dirty="0"/>
          </a:p>
        </p:txBody>
      </p:sp>
      <p:sp>
        <p:nvSpPr>
          <p:cNvPr id="3" name="Espace réservé du numéro de diapositive 2">
            <a:extLst>
              <a:ext uri="{FF2B5EF4-FFF2-40B4-BE49-F238E27FC236}">
                <a16:creationId xmlns:a16="http://schemas.microsoft.com/office/drawing/2014/main" id="{8BE09A70-5452-B00A-066F-F2B480812A9F}"/>
              </a:ext>
            </a:extLst>
          </p:cNvPr>
          <p:cNvSpPr>
            <a:spLocks noGrp="1"/>
          </p:cNvSpPr>
          <p:nvPr>
            <p:ph type="sldNum" sz="quarter" idx="10"/>
          </p:nvPr>
        </p:nvSpPr>
        <p:spPr/>
        <p:txBody>
          <a:bodyPr/>
          <a:lstStyle/>
          <a:p>
            <a:fld id="{525A3C56-E491-49B2-93F3-63532DF516BC}" type="slidenum">
              <a:rPr lang="en-CA" smtClean="0"/>
              <a:t>26</a:t>
            </a:fld>
            <a:endParaRPr lang="en-CA"/>
          </a:p>
        </p:txBody>
      </p:sp>
      <p:pic>
        <p:nvPicPr>
          <p:cNvPr id="4" name="Graphique 3">
            <a:extLst>
              <a:ext uri="{FF2B5EF4-FFF2-40B4-BE49-F238E27FC236}">
                <a16:creationId xmlns:a16="http://schemas.microsoft.com/office/drawing/2014/main" id="{9CED4D49-63FE-C57F-30D0-993CBF7D17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0750" y="1694857"/>
            <a:ext cx="7810500" cy="2886075"/>
          </a:xfrm>
          <a:prstGeom prst="rect">
            <a:avLst/>
          </a:prstGeom>
        </p:spPr>
      </p:pic>
      <p:sp>
        <p:nvSpPr>
          <p:cNvPr id="5" name="Rectangle 4">
            <a:extLst>
              <a:ext uri="{FF2B5EF4-FFF2-40B4-BE49-F238E27FC236}">
                <a16:creationId xmlns:a16="http://schemas.microsoft.com/office/drawing/2014/main" id="{0F94A147-1625-E6D9-10E9-0A4DCA7C7BEB}"/>
              </a:ext>
            </a:extLst>
          </p:cNvPr>
          <p:cNvSpPr/>
          <p:nvPr/>
        </p:nvSpPr>
        <p:spPr bwMode="gray">
          <a:xfrm>
            <a:off x="6889898" y="1800116"/>
            <a:ext cx="2934586" cy="2730800"/>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6" name="TextBox 10">
            <a:extLst>
              <a:ext uri="{FF2B5EF4-FFF2-40B4-BE49-F238E27FC236}">
                <a16:creationId xmlns:a16="http://schemas.microsoft.com/office/drawing/2014/main" id="{850185DF-2366-87AA-6DD5-258A887C8755}"/>
              </a:ext>
            </a:extLst>
          </p:cNvPr>
          <p:cNvSpPr txBox="1"/>
          <p:nvPr/>
        </p:nvSpPr>
        <p:spPr>
          <a:xfrm>
            <a:off x="582082" y="4530916"/>
            <a:ext cx="10580952" cy="125271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fontAlgn="base">
              <a:lnSpc>
                <a:spcPct val="150000"/>
              </a:lnSpc>
              <a:buFont typeface="+mj-lt"/>
              <a:buAutoNum type="arabicPeriod"/>
            </a:pPr>
            <a:r>
              <a:rPr lang="fr-FR" sz="1400" dirty="0"/>
              <a:t>Ligne de statut (</a:t>
            </a:r>
            <a:r>
              <a:rPr lang="fr-FR" sz="1400" i="1" dirty="0" err="1"/>
              <a:t>status</a:t>
            </a:r>
            <a:r>
              <a:rPr lang="fr-FR" sz="1400" i="1" dirty="0"/>
              <a:t> line</a:t>
            </a:r>
            <a:r>
              <a:rPr lang="fr-FR" sz="1400" dirty="0"/>
              <a:t>)</a:t>
            </a:r>
            <a:endParaRPr lang="fr-FR" sz="1400" i="1" dirty="0"/>
          </a:p>
          <a:p>
            <a:pPr marL="342900" indent="-342900" fontAlgn="base">
              <a:lnSpc>
                <a:spcPct val="150000"/>
              </a:lnSpc>
              <a:buFont typeface="+mj-lt"/>
              <a:buAutoNum type="arabicPeriod"/>
            </a:pPr>
            <a:r>
              <a:rPr lang="fr-FR" sz="1400" dirty="0"/>
              <a:t>En-têtes (headers) = métadonnées optionnelles décrivant le message (</a:t>
            </a:r>
            <a:r>
              <a:rPr lang="fr-FR" sz="1400" b="1" i="1" dirty="0"/>
              <a:t>Key: Value</a:t>
            </a:r>
            <a:r>
              <a:rPr lang="fr-FR" sz="1400" dirty="0"/>
              <a:t>)</a:t>
            </a:r>
          </a:p>
          <a:p>
            <a:pPr marL="342900" indent="-342900" fontAlgn="base">
              <a:lnSpc>
                <a:spcPct val="150000"/>
              </a:lnSpc>
              <a:buFont typeface="+mj-lt"/>
              <a:buAutoNum type="arabicPeriod"/>
            </a:pPr>
            <a:r>
              <a:rPr lang="fr-FR" sz="1400" dirty="0"/>
              <a:t>Ligne vide de séparation</a:t>
            </a:r>
          </a:p>
          <a:p>
            <a:pPr marL="342900" indent="-342900" fontAlgn="base">
              <a:lnSpc>
                <a:spcPct val="150000"/>
              </a:lnSpc>
              <a:buFont typeface="+mj-lt"/>
              <a:buAutoNum type="arabicPeriod"/>
            </a:pPr>
            <a:r>
              <a:rPr lang="fr-FR" sz="1400" dirty="0"/>
              <a:t>Corps (body)</a:t>
            </a:r>
          </a:p>
        </p:txBody>
      </p:sp>
    </p:spTree>
    <p:extLst>
      <p:ext uri="{BB962C8B-B14F-4D97-AF65-F5344CB8AC3E}">
        <p14:creationId xmlns:p14="http://schemas.microsoft.com/office/powerpoint/2010/main" val="186457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27B88-9614-A477-F579-8F6C9B94A019}"/>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F8BB1C5D-4509-5104-D671-864AD8F326EC}"/>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Structures d’une réponse </a:t>
            </a:r>
            <a:endParaRPr lang="fr-FR" sz="3600" noProof="0" dirty="0"/>
          </a:p>
        </p:txBody>
      </p:sp>
      <p:sp>
        <p:nvSpPr>
          <p:cNvPr id="3" name="Espace réservé du numéro de diapositive 2">
            <a:extLst>
              <a:ext uri="{FF2B5EF4-FFF2-40B4-BE49-F238E27FC236}">
                <a16:creationId xmlns:a16="http://schemas.microsoft.com/office/drawing/2014/main" id="{F37E2C9F-2C4D-9003-F178-894DCEBBB203}"/>
              </a:ext>
            </a:extLst>
          </p:cNvPr>
          <p:cNvSpPr>
            <a:spLocks noGrp="1"/>
          </p:cNvSpPr>
          <p:nvPr>
            <p:ph type="sldNum" sz="quarter" idx="10"/>
          </p:nvPr>
        </p:nvSpPr>
        <p:spPr/>
        <p:txBody>
          <a:bodyPr/>
          <a:lstStyle/>
          <a:p>
            <a:fld id="{525A3C56-E491-49B2-93F3-63532DF516BC}" type="slidenum">
              <a:rPr lang="en-CA" smtClean="0"/>
              <a:t>27</a:t>
            </a:fld>
            <a:endParaRPr lang="en-CA"/>
          </a:p>
        </p:txBody>
      </p:sp>
      <p:sp>
        <p:nvSpPr>
          <p:cNvPr id="7" name="ZoneTexte 6">
            <a:extLst>
              <a:ext uri="{FF2B5EF4-FFF2-40B4-BE49-F238E27FC236}">
                <a16:creationId xmlns:a16="http://schemas.microsoft.com/office/drawing/2014/main" id="{F181075B-9FBF-31FD-8345-BF3344D97F9B}"/>
              </a:ext>
            </a:extLst>
          </p:cNvPr>
          <p:cNvSpPr txBox="1"/>
          <p:nvPr/>
        </p:nvSpPr>
        <p:spPr>
          <a:xfrm>
            <a:off x="2230081" y="2731162"/>
            <a:ext cx="7731838" cy="2800767"/>
          </a:xfrm>
          <a:prstGeom prst="rect">
            <a:avLst/>
          </a:prstGeom>
          <a:noFill/>
          <a:ln>
            <a:solidFill>
              <a:schemeClr val="tx1"/>
            </a:solidFill>
          </a:ln>
        </p:spPr>
        <p:txBody>
          <a:bodyPr wrap="square">
            <a:spAutoFit/>
          </a:bodyPr>
          <a:lstStyle/>
          <a:p>
            <a:r>
              <a:rPr lang="en-US" sz="1600" dirty="0">
                <a:latin typeface="Courier New" panose="02070309020205020404" pitchFamily="49" charset="0"/>
                <a:cs typeface="Courier New" panose="02070309020205020404" pitchFamily="49" charset="0"/>
              </a:rPr>
              <a:t>HTTP/1.1 201 Created</a:t>
            </a:r>
          </a:p>
          <a:p>
            <a:r>
              <a:rPr lang="en-US" sz="1600" dirty="0">
                <a:latin typeface="Courier New" panose="02070309020205020404" pitchFamily="49" charset="0"/>
                <a:cs typeface="Courier New" panose="02070309020205020404" pitchFamily="49" charset="0"/>
              </a:rPr>
              <a:t>Content-Type: application/</a:t>
            </a:r>
            <a:r>
              <a:rPr lang="en-US" sz="1600" dirty="0" err="1">
                <a:latin typeface="Courier New" panose="02070309020205020404" pitchFamily="49" charset="0"/>
                <a:cs typeface="Courier New" panose="02070309020205020404" pitchFamily="49" charset="0"/>
              </a:rPr>
              <a:t>json</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Location: http://example.com/users/123</a:t>
            </a:r>
          </a:p>
          <a:p>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"message": "New user created",</a:t>
            </a:r>
          </a:p>
          <a:p>
            <a:r>
              <a:rPr lang="en-US" sz="1600" dirty="0">
                <a:latin typeface="Courier New" panose="02070309020205020404" pitchFamily="49" charset="0"/>
                <a:cs typeface="Courier New" panose="02070309020205020404" pitchFamily="49" charset="0"/>
              </a:rPr>
              <a:t>  "user": {</a:t>
            </a:r>
          </a:p>
          <a:p>
            <a:r>
              <a:rPr lang="en-US" sz="1600" dirty="0">
                <a:latin typeface="Courier New" panose="02070309020205020404" pitchFamily="49" charset="0"/>
                <a:cs typeface="Courier New" panose="02070309020205020404" pitchFamily="49" charset="0"/>
              </a:rPr>
              <a:t>    "id": 123, "</a:t>
            </a:r>
            <a:r>
              <a:rPr lang="en-US" sz="1600" dirty="0" err="1">
                <a:latin typeface="Courier New" panose="02070309020205020404" pitchFamily="49" charset="0"/>
                <a:cs typeface="Courier New" panose="02070309020205020404" pitchFamily="49" charset="0"/>
              </a:rPr>
              <a:t>firstName</a:t>
            </a:r>
            <a:r>
              <a:rPr lang="en-US" sz="1600" dirty="0">
                <a:latin typeface="Courier New" panose="02070309020205020404" pitchFamily="49" charset="0"/>
                <a:cs typeface="Courier New" panose="02070309020205020404" pitchFamily="49" charset="0"/>
              </a:rPr>
              <a:t>": "Example", "</a:t>
            </a:r>
            <a:r>
              <a:rPr lang="en-US" sz="1600" dirty="0" err="1">
                <a:latin typeface="Courier New" panose="02070309020205020404" pitchFamily="49" charset="0"/>
                <a:cs typeface="Courier New" panose="02070309020205020404" pitchFamily="49" charset="0"/>
              </a:rPr>
              <a:t>lastName</a:t>
            </a:r>
            <a:r>
              <a:rPr lang="en-US" sz="1600" dirty="0">
                <a:latin typeface="Courier New" panose="02070309020205020404" pitchFamily="49" charset="0"/>
                <a:cs typeface="Courier New" panose="02070309020205020404" pitchFamily="49" charset="0"/>
              </a:rPr>
              <a:t>": "Person",</a:t>
            </a:r>
          </a:p>
          <a:p>
            <a:r>
              <a:rPr lang="en-US" sz="1600" dirty="0">
                <a:latin typeface="Courier New" panose="02070309020205020404" pitchFamily="49" charset="0"/>
                <a:cs typeface="Courier New" panose="02070309020205020404" pitchFamily="49" charset="0"/>
              </a:rPr>
              <a:t>    "email": "bsmth@example.com"</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a:t>
            </a:r>
            <a:endParaRPr lang="fr-FR" sz="1600" dirty="0">
              <a:latin typeface="Courier New" panose="02070309020205020404" pitchFamily="49" charset="0"/>
              <a:cs typeface="Courier New" panose="02070309020205020404" pitchFamily="49" charset="0"/>
            </a:endParaRPr>
          </a:p>
        </p:txBody>
      </p:sp>
      <p:sp>
        <p:nvSpPr>
          <p:cNvPr id="21" name="Rectangle 20">
            <a:extLst>
              <a:ext uri="{FF2B5EF4-FFF2-40B4-BE49-F238E27FC236}">
                <a16:creationId xmlns:a16="http://schemas.microsoft.com/office/drawing/2014/main" id="{7482CC6D-DFF5-31B5-A3AB-F1F371DF8AEE}"/>
              </a:ext>
            </a:extLst>
          </p:cNvPr>
          <p:cNvSpPr/>
          <p:nvPr/>
        </p:nvSpPr>
        <p:spPr bwMode="gray">
          <a:xfrm>
            <a:off x="3382421" y="2762774"/>
            <a:ext cx="1467349" cy="224975"/>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2" name="Connecteur droit avec flèche 21">
            <a:extLst>
              <a:ext uri="{FF2B5EF4-FFF2-40B4-BE49-F238E27FC236}">
                <a16:creationId xmlns:a16="http://schemas.microsoft.com/office/drawing/2014/main" id="{B5CF8125-4C67-BD3F-A579-54581F5BEAE8}"/>
              </a:ext>
            </a:extLst>
          </p:cNvPr>
          <p:cNvCxnSpPr>
            <a:cxnSpLocks/>
            <a:stCxn id="25" idx="2"/>
            <a:endCxn id="26" idx="0"/>
          </p:cNvCxnSpPr>
          <p:nvPr/>
        </p:nvCxnSpPr>
        <p:spPr bwMode="gray">
          <a:xfrm>
            <a:off x="1330122" y="2016623"/>
            <a:ext cx="1467349" cy="752644"/>
          </a:xfrm>
          <a:prstGeom prst="straightConnector1">
            <a:avLst/>
          </a:prstGeom>
          <a:noFill/>
          <a:ln w="38100">
            <a:solidFill>
              <a:schemeClr val="accent1"/>
            </a:solidFill>
            <a:round/>
            <a:headEnd/>
            <a:tailEnd type="triangle"/>
          </a:ln>
          <a:effectLst/>
        </p:spPr>
      </p:cxnSp>
      <p:sp>
        <p:nvSpPr>
          <p:cNvPr id="25" name="ZoneTexte 24">
            <a:extLst>
              <a:ext uri="{FF2B5EF4-FFF2-40B4-BE49-F238E27FC236}">
                <a16:creationId xmlns:a16="http://schemas.microsoft.com/office/drawing/2014/main" id="{95735ACE-EB77-F97C-51B4-800CFBC47055}"/>
              </a:ext>
            </a:extLst>
          </p:cNvPr>
          <p:cNvSpPr txBox="1"/>
          <p:nvPr/>
        </p:nvSpPr>
        <p:spPr>
          <a:xfrm>
            <a:off x="584285" y="1761642"/>
            <a:ext cx="1491673" cy="254981"/>
          </a:xfrm>
          <a:prstGeom prst="rect">
            <a:avLst/>
          </a:prstGeom>
        </p:spPr>
        <p:txBody>
          <a:bodyPr vert="horz" wrap="square" lIns="0" tIns="0" rIns="0" bIns="0" rtlCol="0" anchor="t" anchorCtr="0">
            <a:normAutofit lnSpcReduction="10000"/>
          </a:bodyPr>
          <a:lstStyle/>
          <a:p>
            <a:pPr algn="ctr"/>
            <a:r>
              <a:rPr lang="fr-FR" b="1" dirty="0">
                <a:solidFill>
                  <a:srgbClr val="5236AB"/>
                </a:solidFill>
              </a:rPr>
              <a:t>Protocole</a:t>
            </a:r>
          </a:p>
        </p:txBody>
      </p:sp>
      <p:sp>
        <p:nvSpPr>
          <p:cNvPr id="26" name="Rectangle 25">
            <a:extLst>
              <a:ext uri="{FF2B5EF4-FFF2-40B4-BE49-F238E27FC236}">
                <a16:creationId xmlns:a16="http://schemas.microsoft.com/office/drawing/2014/main" id="{187EA34E-B5E2-32B3-6302-7EEC12926868}"/>
              </a:ext>
            </a:extLst>
          </p:cNvPr>
          <p:cNvSpPr/>
          <p:nvPr/>
        </p:nvSpPr>
        <p:spPr bwMode="gray">
          <a:xfrm>
            <a:off x="2266950" y="2769267"/>
            <a:ext cx="1061041" cy="218482"/>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9" name="Connecteur droit avec flèche 28">
            <a:extLst>
              <a:ext uri="{FF2B5EF4-FFF2-40B4-BE49-F238E27FC236}">
                <a16:creationId xmlns:a16="http://schemas.microsoft.com/office/drawing/2014/main" id="{922D9CAF-6D5C-0E59-6DE4-87A7EB249466}"/>
              </a:ext>
            </a:extLst>
          </p:cNvPr>
          <p:cNvCxnSpPr>
            <a:cxnSpLocks/>
            <a:stCxn id="2" idx="2"/>
            <a:endCxn id="21" idx="0"/>
          </p:cNvCxnSpPr>
          <p:nvPr/>
        </p:nvCxnSpPr>
        <p:spPr bwMode="gray">
          <a:xfrm flipH="1">
            <a:off x="4116096" y="2016624"/>
            <a:ext cx="152794" cy="746150"/>
          </a:xfrm>
          <a:prstGeom prst="straightConnector1">
            <a:avLst/>
          </a:prstGeom>
          <a:noFill/>
          <a:ln w="38100">
            <a:solidFill>
              <a:schemeClr val="accent1"/>
            </a:solidFill>
            <a:round/>
            <a:headEnd/>
            <a:tailEnd type="triangle"/>
          </a:ln>
          <a:effectLst/>
        </p:spPr>
      </p:cxnSp>
      <p:sp>
        <p:nvSpPr>
          <p:cNvPr id="32" name="ZoneTexte 31">
            <a:extLst>
              <a:ext uri="{FF2B5EF4-FFF2-40B4-BE49-F238E27FC236}">
                <a16:creationId xmlns:a16="http://schemas.microsoft.com/office/drawing/2014/main" id="{AF41810B-AD22-7BB7-EDBC-4F0A51B5B1F5}"/>
              </a:ext>
            </a:extLst>
          </p:cNvPr>
          <p:cNvSpPr txBox="1"/>
          <p:nvPr/>
        </p:nvSpPr>
        <p:spPr>
          <a:xfrm>
            <a:off x="8859539" y="1526419"/>
            <a:ext cx="2890559" cy="1488133"/>
          </a:xfrm>
          <a:prstGeom prst="rect">
            <a:avLst/>
          </a:prstGeom>
        </p:spPr>
        <p:txBody>
          <a:bodyPr vert="horz" wrap="square" lIns="0" tIns="0" rIns="0" bIns="0" rtlCol="0" anchor="t" anchorCtr="0">
            <a:normAutofit/>
          </a:bodyPr>
          <a:lstStyle/>
          <a:p>
            <a:r>
              <a:rPr lang="fr-FR" b="1" u="sng" dirty="0">
                <a:solidFill>
                  <a:srgbClr val="5236AB"/>
                </a:solidFill>
              </a:rPr>
              <a:t>Headers</a:t>
            </a:r>
          </a:p>
          <a:p>
            <a:pPr marL="342900" indent="-342900">
              <a:buFont typeface="+mj-lt"/>
              <a:buAutoNum type="arabicPeriod"/>
            </a:pPr>
            <a:r>
              <a:rPr lang="fr-FR" b="1" dirty="0">
                <a:solidFill>
                  <a:srgbClr val="5236AB"/>
                </a:solidFill>
              </a:rPr>
              <a:t>Type de contenu</a:t>
            </a:r>
          </a:p>
          <a:p>
            <a:pPr marL="342900" indent="-342900">
              <a:buFont typeface="+mj-lt"/>
              <a:buAutoNum type="arabicPeriod"/>
            </a:pPr>
            <a:r>
              <a:rPr lang="fr-FR" b="1" dirty="0">
                <a:solidFill>
                  <a:srgbClr val="5236AB"/>
                </a:solidFill>
              </a:rPr>
              <a:t>Localisation</a:t>
            </a:r>
          </a:p>
          <a:p>
            <a:r>
              <a:rPr lang="fr-FR" b="1" dirty="0">
                <a:solidFill>
                  <a:srgbClr val="5236AB"/>
                </a:solidFill>
              </a:rPr>
              <a:t>	</a:t>
            </a:r>
          </a:p>
        </p:txBody>
      </p:sp>
      <p:cxnSp>
        <p:nvCxnSpPr>
          <p:cNvPr id="33" name="Connecteur droit avec flèche 32">
            <a:extLst>
              <a:ext uri="{FF2B5EF4-FFF2-40B4-BE49-F238E27FC236}">
                <a16:creationId xmlns:a16="http://schemas.microsoft.com/office/drawing/2014/main" id="{DBD21022-9D97-3B2F-175E-20D0747D232F}"/>
              </a:ext>
            </a:extLst>
          </p:cNvPr>
          <p:cNvCxnSpPr>
            <a:cxnSpLocks/>
          </p:cNvCxnSpPr>
          <p:nvPr/>
        </p:nvCxnSpPr>
        <p:spPr bwMode="gray">
          <a:xfrm flipH="1">
            <a:off x="6436020" y="2170274"/>
            <a:ext cx="2202180" cy="858621"/>
          </a:xfrm>
          <a:prstGeom prst="straightConnector1">
            <a:avLst/>
          </a:prstGeom>
          <a:noFill/>
          <a:ln w="38100">
            <a:solidFill>
              <a:schemeClr val="accent1"/>
            </a:solidFill>
            <a:round/>
            <a:headEnd/>
            <a:tailEnd type="triangle"/>
          </a:ln>
          <a:effectLst/>
        </p:spPr>
      </p:cxnSp>
      <p:sp>
        <p:nvSpPr>
          <p:cNvPr id="36" name="Rectangle 35">
            <a:extLst>
              <a:ext uri="{FF2B5EF4-FFF2-40B4-BE49-F238E27FC236}">
                <a16:creationId xmlns:a16="http://schemas.microsoft.com/office/drawing/2014/main" id="{5EC0EC28-0D17-49D0-9DE3-A3B8D87C5670}"/>
              </a:ext>
            </a:extLst>
          </p:cNvPr>
          <p:cNvSpPr/>
          <p:nvPr/>
        </p:nvSpPr>
        <p:spPr bwMode="gray">
          <a:xfrm>
            <a:off x="2266950" y="3043238"/>
            <a:ext cx="7578508" cy="472364"/>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9" name="ZoneTexte 8">
            <a:extLst>
              <a:ext uri="{FF2B5EF4-FFF2-40B4-BE49-F238E27FC236}">
                <a16:creationId xmlns:a16="http://schemas.microsoft.com/office/drawing/2014/main" id="{F0AC2593-11E5-E807-7998-94E1E534A1E4}"/>
              </a:ext>
            </a:extLst>
          </p:cNvPr>
          <p:cNvSpPr txBox="1"/>
          <p:nvPr/>
        </p:nvSpPr>
        <p:spPr>
          <a:xfrm>
            <a:off x="10560102" y="4209118"/>
            <a:ext cx="882073" cy="254981"/>
          </a:xfrm>
          <a:prstGeom prst="rect">
            <a:avLst/>
          </a:prstGeom>
        </p:spPr>
        <p:txBody>
          <a:bodyPr vert="horz" wrap="square" lIns="0" tIns="0" rIns="0" bIns="0" rtlCol="0" anchor="t" anchorCtr="0">
            <a:normAutofit lnSpcReduction="10000"/>
          </a:bodyPr>
          <a:lstStyle/>
          <a:p>
            <a:pPr algn="ctr"/>
            <a:r>
              <a:rPr lang="fr-FR" b="1" dirty="0">
                <a:solidFill>
                  <a:srgbClr val="5236AB"/>
                </a:solidFill>
              </a:rPr>
              <a:t>Body</a:t>
            </a:r>
          </a:p>
        </p:txBody>
      </p:sp>
      <p:sp>
        <p:nvSpPr>
          <p:cNvPr id="10" name="Rectangle 9">
            <a:extLst>
              <a:ext uri="{FF2B5EF4-FFF2-40B4-BE49-F238E27FC236}">
                <a16:creationId xmlns:a16="http://schemas.microsoft.com/office/drawing/2014/main" id="{B0FE239F-FDA4-AD82-AB0D-D5D4F774D2BA}"/>
              </a:ext>
            </a:extLst>
          </p:cNvPr>
          <p:cNvSpPr/>
          <p:nvPr/>
        </p:nvSpPr>
        <p:spPr bwMode="gray">
          <a:xfrm>
            <a:off x="2266950" y="3631429"/>
            <a:ext cx="7578508" cy="1844338"/>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14" name="Connecteur droit avec flèche 13">
            <a:extLst>
              <a:ext uri="{FF2B5EF4-FFF2-40B4-BE49-F238E27FC236}">
                <a16:creationId xmlns:a16="http://schemas.microsoft.com/office/drawing/2014/main" id="{6AC0C04D-35DA-098C-D9B4-DA09718FB7AE}"/>
              </a:ext>
            </a:extLst>
          </p:cNvPr>
          <p:cNvCxnSpPr>
            <a:cxnSpLocks/>
            <a:stCxn id="9" idx="1"/>
            <a:endCxn id="10" idx="3"/>
          </p:cNvCxnSpPr>
          <p:nvPr/>
        </p:nvCxnSpPr>
        <p:spPr bwMode="gray">
          <a:xfrm flipH="1">
            <a:off x="9845458" y="4336609"/>
            <a:ext cx="714644" cy="216989"/>
          </a:xfrm>
          <a:prstGeom prst="straightConnector1">
            <a:avLst/>
          </a:prstGeom>
          <a:noFill/>
          <a:ln w="38100">
            <a:solidFill>
              <a:schemeClr val="accent1"/>
            </a:solidFill>
            <a:round/>
            <a:headEnd/>
            <a:tailEnd type="triangle"/>
          </a:ln>
          <a:effectLst/>
        </p:spPr>
      </p:cxnSp>
      <p:sp>
        <p:nvSpPr>
          <p:cNvPr id="2" name="ZoneTexte 1">
            <a:extLst>
              <a:ext uri="{FF2B5EF4-FFF2-40B4-BE49-F238E27FC236}">
                <a16:creationId xmlns:a16="http://schemas.microsoft.com/office/drawing/2014/main" id="{D8019013-8E35-F500-9165-FFD8C91A8EB8}"/>
              </a:ext>
            </a:extLst>
          </p:cNvPr>
          <p:cNvSpPr txBox="1"/>
          <p:nvPr/>
        </p:nvSpPr>
        <p:spPr>
          <a:xfrm>
            <a:off x="2365580" y="1761643"/>
            <a:ext cx="3806619" cy="254981"/>
          </a:xfrm>
          <a:prstGeom prst="rect">
            <a:avLst/>
          </a:prstGeom>
        </p:spPr>
        <p:txBody>
          <a:bodyPr vert="horz" wrap="square" lIns="0" tIns="0" rIns="0" bIns="0" rtlCol="0" anchor="t" anchorCtr="0">
            <a:normAutofit fontScale="92500" lnSpcReduction="10000"/>
          </a:bodyPr>
          <a:lstStyle/>
          <a:p>
            <a:pPr algn="ctr"/>
            <a:r>
              <a:rPr lang="fr-FR" b="1" dirty="0">
                <a:solidFill>
                  <a:srgbClr val="5236AB"/>
                </a:solidFill>
              </a:rPr>
              <a:t>Code de statut + « </a:t>
            </a:r>
            <a:r>
              <a:rPr lang="fr-FR" b="1" dirty="0" err="1">
                <a:solidFill>
                  <a:srgbClr val="5236AB"/>
                </a:solidFill>
              </a:rPr>
              <a:t>reason</a:t>
            </a:r>
            <a:r>
              <a:rPr lang="fr-FR" b="1" dirty="0">
                <a:solidFill>
                  <a:srgbClr val="5236AB"/>
                </a:solidFill>
              </a:rPr>
              <a:t> phrase »</a:t>
            </a:r>
          </a:p>
        </p:txBody>
      </p:sp>
    </p:spTree>
    <p:extLst>
      <p:ext uri="{BB962C8B-B14F-4D97-AF65-F5344CB8AC3E}">
        <p14:creationId xmlns:p14="http://schemas.microsoft.com/office/powerpoint/2010/main" val="548251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p:bldP spid="26" grpId="0" animBg="1"/>
      <p:bldP spid="32" grpId="0"/>
      <p:bldP spid="36" grpId="0" animBg="1"/>
      <p:bldP spid="9" grpId="0"/>
      <p:bldP spid="10" grpId="0" animBg="1"/>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65BA5-5362-9D9E-74C9-A1FB3939FEB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B228AEAD-C1AC-BF44-6BD2-B8F61F7691B2}"/>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Codes de statut</a:t>
            </a:r>
            <a:endParaRPr lang="fr-FR" sz="3600" noProof="0" dirty="0"/>
          </a:p>
        </p:txBody>
      </p:sp>
      <p:sp>
        <p:nvSpPr>
          <p:cNvPr id="3" name="Espace réservé du numéro de diapositive 2">
            <a:extLst>
              <a:ext uri="{FF2B5EF4-FFF2-40B4-BE49-F238E27FC236}">
                <a16:creationId xmlns:a16="http://schemas.microsoft.com/office/drawing/2014/main" id="{B7A74138-FDD6-1973-0433-8E6AE871AC8A}"/>
              </a:ext>
            </a:extLst>
          </p:cNvPr>
          <p:cNvSpPr>
            <a:spLocks noGrp="1"/>
          </p:cNvSpPr>
          <p:nvPr>
            <p:ph type="sldNum" sz="quarter" idx="10"/>
          </p:nvPr>
        </p:nvSpPr>
        <p:spPr/>
        <p:txBody>
          <a:bodyPr/>
          <a:lstStyle/>
          <a:p>
            <a:fld id="{525A3C56-E491-49B2-93F3-63532DF516BC}" type="slidenum">
              <a:rPr lang="en-CA" smtClean="0"/>
              <a:t>28</a:t>
            </a:fld>
            <a:endParaRPr lang="en-CA"/>
          </a:p>
        </p:txBody>
      </p:sp>
      <p:sp>
        <p:nvSpPr>
          <p:cNvPr id="5" name="TextBox 10">
            <a:extLst>
              <a:ext uri="{FF2B5EF4-FFF2-40B4-BE49-F238E27FC236}">
                <a16:creationId xmlns:a16="http://schemas.microsoft.com/office/drawing/2014/main" id="{1044C97B-A205-4F7B-8899-B747801B3FE0}"/>
              </a:ext>
            </a:extLst>
          </p:cNvPr>
          <p:cNvSpPr txBox="1"/>
          <p:nvPr/>
        </p:nvSpPr>
        <p:spPr>
          <a:xfrm>
            <a:off x="843742" y="1708265"/>
            <a:ext cx="10580952" cy="3811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fontAlgn="base">
              <a:lnSpc>
                <a:spcPct val="200000"/>
              </a:lnSpc>
              <a:buFont typeface="Arial" panose="020B0604020202020204" pitchFamily="34" charset="0"/>
              <a:buChar char="•"/>
            </a:pPr>
            <a:r>
              <a:rPr lang="fr-FR" sz="1400" dirty="0"/>
              <a:t>Universels et standardisés</a:t>
            </a:r>
          </a:p>
          <a:p>
            <a:pPr marL="171450" indent="-171450" fontAlgn="base">
              <a:lnSpc>
                <a:spcPct val="200000"/>
              </a:lnSpc>
              <a:buFont typeface="Arial" panose="020B0604020202020204" pitchFamily="34" charset="0"/>
              <a:buChar char="•"/>
            </a:pPr>
            <a:r>
              <a:rPr lang="fr-FR" sz="1400" dirty="0"/>
              <a:t>Indique si la requête à réussi, échoué (ainsi que la cause) ou nécessite une action supplémentaire</a:t>
            </a:r>
          </a:p>
          <a:p>
            <a:pPr marL="171450" indent="-171450" fontAlgn="base">
              <a:lnSpc>
                <a:spcPct val="200000"/>
              </a:lnSpc>
              <a:buFont typeface="Arial" panose="020B0604020202020204" pitchFamily="34" charset="0"/>
              <a:buChar char="•"/>
            </a:pPr>
            <a:r>
              <a:rPr lang="fr-FR" sz="1400" dirty="0"/>
              <a:t>Code numérique à 3 chiffres</a:t>
            </a:r>
          </a:p>
          <a:p>
            <a:pPr marL="171450" indent="-171450" fontAlgn="base">
              <a:lnSpc>
                <a:spcPct val="200000"/>
              </a:lnSpc>
              <a:buFont typeface="Arial" panose="020B0604020202020204" pitchFamily="34" charset="0"/>
              <a:buChar char="•"/>
            </a:pPr>
            <a:r>
              <a:rPr lang="fr-FR" sz="1400" b="1" dirty="0"/>
              <a:t>5 catégories (spécifiées par le premier digit)</a:t>
            </a:r>
          </a:p>
          <a:p>
            <a:pPr marL="628650" lvl="1" indent="-171450" fontAlgn="base">
              <a:lnSpc>
                <a:spcPct val="200000"/>
              </a:lnSpc>
              <a:buFont typeface="Arial" panose="020B0604020202020204" pitchFamily="34" charset="0"/>
              <a:buChar char="•"/>
            </a:pPr>
            <a:r>
              <a:rPr lang="fr-FR" sz="1400" b="1" dirty="0"/>
              <a:t>1XX</a:t>
            </a:r>
            <a:r>
              <a:rPr lang="fr-FR" sz="1400" dirty="0"/>
              <a:t> : Information (réponse provisoire durant le traitement de la requête)</a:t>
            </a:r>
          </a:p>
          <a:p>
            <a:pPr marL="628650" lvl="1" indent="-171450" fontAlgn="base">
              <a:lnSpc>
                <a:spcPct val="200000"/>
              </a:lnSpc>
              <a:buFont typeface="Arial" panose="020B0604020202020204" pitchFamily="34" charset="0"/>
              <a:buChar char="•"/>
            </a:pPr>
            <a:r>
              <a:rPr lang="fr-FR" sz="1400" b="1" dirty="0"/>
              <a:t>2XX</a:t>
            </a:r>
            <a:r>
              <a:rPr lang="fr-FR" sz="1400" dirty="0"/>
              <a:t> : Succès </a:t>
            </a:r>
          </a:p>
          <a:p>
            <a:pPr marL="628650" lvl="1" indent="-171450" fontAlgn="base">
              <a:lnSpc>
                <a:spcPct val="200000"/>
              </a:lnSpc>
              <a:buFont typeface="Arial" panose="020B0604020202020204" pitchFamily="34" charset="0"/>
              <a:buChar char="•"/>
            </a:pPr>
            <a:r>
              <a:rPr lang="fr-FR" sz="1400" b="1" dirty="0"/>
              <a:t>3XX</a:t>
            </a:r>
            <a:r>
              <a:rPr lang="fr-FR" sz="1400" dirty="0"/>
              <a:t> : Redirection (nécessite une action supplémentaire)</a:t>
            </a:r>
          </a:p>
          <a:p>
            <a:pPr marL="628650" lvl="1" indent="-171450" fontAlgn="base">
              <a:lnSpc>
                <a:spcPct val="200000"/>
              </a:lnSpc>
              <a:buFont typeface="Arial" panose="020B0604020202020204" pitchFamily="34" charset="0"/>
              <a:buChar char="•"/>
            </a:pPr>
            <a:r>
              <a:rPr lang="fr-FR" sz="1400" b="1" dirty="0"/>
              <a:t>4XX</a:t>
            </a:r>
            <a:r>
              <a:rPr lang="fr-FR" sz="1400" dirty="0"/>
              <a:t> : Erreur côté client</a:t>
            </a:r>
          </a:p>
          <a:p>
            <a:pPr marL="628650" lvl="1" indent="-171450" fontAlgn="base">
              <a:lnSpc>
                <a:spcPct val="200000"/>
              </a:lnSpc>
              <a:buFont typeface="Arial" panose="020B0604020202020204" pitchFamily="34" charset="0"/>
              <a:buChar char="•"/>
            </a:pPr>
            <a:r>
              <a:rPr lang="fr-FR" sz="1400" b="1" dirty="0"/>
              <a:t>5XX</a:t>
            </a:r>
            <a:r>
              <a:rPr lang="fr-FR" sz="1400" dirty="0"/>
              <a:t> : Erreur côté serveur</a:t>
            </a:r>
          </a:p>
        </p:txBody>
      </p:sp>
    </p:spTree>
    <p:extLst>
      <p:ext uri="{BB962C8B-B14F-4D97-AF65-F5344CB8AC3E}">
        <p14:creationId xmlns:p14="http://schemas.microsoft.com/office/powerpoint/2010/main" val="282722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FC934-B42E-E370-428B-E553FAEF80B6}"/>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D3F104AF-C3F9-A26A-3472-E7CF2F6ADA43}"/>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Protocole HTTP – Codes les plus courants</a:t>
            </a:r>
            <a:endParaRPr lang="fr-FR" sz="3600" noProof="0" dirty="0"/>
          </a:p>
        </p:txBody>
      </p:sp>
      <p:sp>
        <p:nvSpPr>
          <p:cNvPr id="3" name="Espace réservé du numéro de diapositive 2">
            <a:extLst>
              <a:ext uri="{FF2B5EF4-FFF2-40B4-BE49-F238E27FC236}">
                <a16:creationId xmlns:a16="http://schemas.microsoft.com/office/drawing/2014/main" id="{C4AB29D0-8B92-1CD8-F2BD-752FA80E302D}"/>
              </a:ext>
            </a:extLst>
          </p:cNvPr>
          <p:cNvSpPr>
            <a:spLocks noGrp="1"/>
          </p:cNvSpPr>
          <p:nvPr>
            <p:ph type="sldNum" sz="quarter" idx="10"/>
          </p:nvPr>
        </p:nvSpPr>
        <p:spPr/>
        <p:txBody>
          <a:bodyPr/>
          <a:lstStyle/>
          <a:p>
            <a:fld id="{525A3C56-E491-49B2-93F3-63532DF516BC}" type="slidenum">
              <a:rPr lang="en-CA" smtClean="0"/>
              <a:t>29</a:t>
            </a:fld>
            <a:endParaRPr lang="en-CA"/>
          </a:p>
        </p:txBody>
      </p:sp>
      <p:graphicFrame>
        <p:nvGraphicFramePr>
          <p:cNvPr id="4" name="Tableau 3">
            <a:extLst>
              <a:ext uri="{FF2B5EF4-FFF2-40B4-BE49-F238E27FC236}">
                <a16:creationId xmlns:a16="http://schemas.microsoft.com/office/drawing/2014/main" id="{BA26ADBC-1F76-ABD2-7CA7-251E1975B0E0}"/>
              </a:ext>
            </a:extLst>
          </p:cNvPr>
          <p:cNvGraphicFramePr>
            <a:graphicFrameLocks noGrp="1"/>
          </p:cNvGraphicFramePr>
          <p:nvPr>
            <p:extLst>
              <p:ext uri="{D42A27DB-BD31-4B8C-83A1-F6EECF244321}">
                <p14:modId xmlns:p14="http://schemas.microsoft.com/office/powerpoint/2010/main" val="1942351150"/>
              </p:ext>
            </p:extLst>
          </p:nvPr>
        </p:nvGraphicFramePr>
        <p:xfrm>
          <a:off x="891540" y="1565085"/>
          <a:ext cx="10057967" cy="5120640"/>
        </p:xfrm>
        <a:graphic>
          <a:graphicData uri="http://schemas.openxmlformats.org/drawingml/2006/table">
            <a:tbl>
              <a:tblPr firstRow="1" bandRow="1">
                <a:tableStyleId>{5C22544A-7EE6-4342-B048-85BDC9FD1C3A}</a:tableStyleId>
              </a:tblPr>
              <a:tblGrid>
                <a:gridCol w="1478280">
                  <a:extLst>
                    <a:ext uri="{9D8B030D-6E8A-4147-A177-3AD203B41FA5}">
                      <a16:colId xmlns:a16="http://schemas.microsoft.com/office/drawing/2014/main" val="3072294022"/>
                    </a:ext>
                  </a:extLst>
                </a:gridCol>
                <a:gridCol w="1977223">
                  <a:extLst>
                    <a:ext uri="{9D8B030D-6E8A-4147-A177-3AD203B41FA5}">
                      <a16:colId xmlns:a16="http://schemas.microsoft.com/office/drawing/2014/main" val="230364360"/>
                    </a:ext>
                  </a:extLst>
                </a:gridCol>
                <a:gridCol w="6602464">
                  <a:extLst>
                    <a:ext uri="{9D8B030D-6E8A-4147-A177-3AD203B41FA5}">
                      <a16:colId xmlns:a16="http://schemas.microsoft.com/office/drawing/2014/main" val="862336008"/>
                    </a:ext>
                  </a:extLst>
                </a:gridCol>
              </a:tblGrid>
              <a:tr h="370840">
                <a:tc>
                  <a:txBody>
                    <a:bodyPr/>
                    <a:lstStyle/>
                    <a:p>
                      <a:r>
                        <a:rPr lang="fr-FR" dirty="0"/>
                        <a:t>Code HTTP</a:t>
                      </a:r>
                    </a:p>
                  </a:txBody>
                  <a:tcPr/>
                </a:tc>
                <a:tc>
                  <a:txBody>
                    <a:bodyPr/>
                    <a:lstStyle/>
                    <a:p>
                      <a:r>
                        <a:rPr lang="fr-FR" dirty="0"/>
                        <a:t>Message</a:t>
                      </a:r>
                    </a:p>
                  </a:txBody>
                  <a:tcPr/>
                </a:tc>
                <a:tc>
                  <a:txBody>
                    <a:bodyPr/>
                    <a:lstStyle/>
                    <a:p>
                      <a:r>
                        <a:rPr lang="fr-FR" dirty="0"/>
                        <a:t>Description</a:t>
                      </a:r>
                    </a:p>
                  </a:txBody>
                  <a:tcPr/>
                </a:tc>
                <a:extLst>
                  <a:ext uri="{0D108BD9-81ED-4DB2-BD59-A6C34878D82A}">
                    <a16:rowId xmlns:a16="http://schemas.microsoft.com/office/drawing/2014/main" val="3587025586"/>
                  </a:ext>
                </a:extLst>
              </a:tr>
              <a:tr h="370840">
                <a:tc>
                  <a:txBody>
                    <a:bodyPr/>
                    <a:lstStyle/>
                    <a:p>
                      <a:r>
                        <a:rPr lang="fr-FR" sz="1600" b="1" dirty="0"/>
                        <a:t>200</a:t>
                      </a:r>
                    </a:p>
                  </a:txBody>
                  <a:tcPr/>
                </a:tc>
                <a:tc>
                  <a:txBody>
                    <a:bodyPr/>
                    <a:lstStyle/>
                    <a:p>
                      <a:r>
                        <a:rPr lang="fr-FR" sz="1600" dirty="0"/>
                        <a:t>OK</a:t>
                      </a:r>
                    </a:p>
                  </a:txBody>
                  <a:tcPr/>
                </a:tc>
                <a:tc>
                  <a:txBody>
                    <a:bodyPr/>
                    <a:lstStyle/>
                    <a:p>
                      <a:r>
                        <a:rPr lang="fr-FR" sz="1600" dirty="0"/>
                        <a:t>Requête traitée avec succès. Le contenu de la réponse dépend de la méthode HTTP de la requête. Le plus fréquent.</a:t>
                      </a:r>
                    </a:p>
                  </a:txBody>
                  <a:tcPr/>
                </a:tc>
                <a:extLst>
                  <a:ext uri="{0D108BD9-81ED-4DB2-BD59-A6C34878D82A}">
                    <a16:rowId xmlns:a16="http://schemas.microsoft.com/office/drawing/2014/main" val="2748912389"/>
                  </a:ext>
                </a:extLst>
              </a:tr>
              <a:tr h="370840">
                <a:tc>
                  <a:txBody>
                    <a:bodyPr/>
                    <a:lstStyle/>
                    <a:p>
                      <a:r>
                        <a:rPr lang="fr-FR" sz="1600" dirty="0"/>
                        <a:t>201</a:t>
                      </a:r>
                    </a:p>
                  </a:txBody>
                  <a:tcPr/>
                </a:tc>
                <a:tc>
                  <a:txBody>
                    <a:bodyPr/>
                    <a:lstStyle/>
                    <a:p>
                      <a:r>
                        <a:rPr lang="fr-FR" sz="1600" dirty="0"/>
                        <a:t>CREATED</a:t>
                      </a:r>
                    </a:p>
                  </a:txBody>
                  <a:tcPr/>
                </a:tc>
                <a:tc>
                  <a:txBody>
                    <a:bodyPr/>
                    <a:lstStyle/>
                    <a:p>
                      <a:r>
                        <a:rPr lang="fr-FR" sz="1600" dirty="0"/>
                        <a:t>Ressource créée avec succès.</a:t>
                      </a:r>
                    </a:p>
                  </a:txBody>
                  <a:tcPr/>
                </a:tc>
                <a:extLst>
                  <a:ext uri="{0D108BD9-81ED-4DB2-BD59-A6C34878D82A}">
                    <a16:rowId xmlns:a16="http://schemas.microsoft.com/office/drawing/2014/main" val="4157374393"/>
                  </a:ext>
                </a:extLst>
              </a:tr>
              <a:tr h="370840">
                <a:tc>
                  <a:txBody>
                    <a:bodyPr/>
                    <a:lstStyle/>
                    <a:p>
                      <a:r>
                        <a:rPr lang="fr-FR" sz="1600" dirty="0"/>
                        <a:t>204</a:t>
                      </a:r>
                    </a:p>
                  </a:txBody>
                  <a:tcPr/>
                </a:tc>
                <a:tc>
                  <a:txBody>
                    <a:bodyPr/>
                    <a:lstStyle/>
                    <a:p>
                      <a:r>
                        <a:rPr lang="fr-FR" sz="1600" dirty="0"/>
                        <a:t>NO CONTENT</a:t>
                      </a:r>
                    </a:p>
                  </a:txBody>
                  <a:tcPr/>
                </a:tc>
                <a:tc>
                  <a:txBody>
                    <a:bodyPr/>
                    <a:lstStyle/>
                    <a:p>
                      <a:r>
                        <a:rPr lang="fr-FR" sz="1600" dirty="0"/>
                        <a:t>Succès sans contenu en retour. Souvent après un DELETE ou PUT.</a:t>
                      </a:r>
                    </a:p>
                  </a:txBody>
                  <a:tcPr/>
                </a:tc>
                <a:extLst>
                  <a:ext uri="{0D108BD9-81ED-4DB2-BD59-A6C34878D82A}">
                    <a16:rowId xmlns:a16="http://schemas.microsoft.com/office/drawing/2014/main" val="1859756797"/>
                  </a:ext>
                </a:extLst>
              </a:tr>
              <a:tr h="370840">
                <a:tc>
                  <a:txBody>
                    <a:bodyPr/>
                    <a:lstStyle/>
                    <a:p>
                      <a:r>
                        <a:rPr lang="fr-FR" sz="1600" b="1" dirty="0"/>
                        <a:t>400</a:t>
                      </a:r>
                    </a:p>
                  </a:txBody>
                  <a:tcPr/>
                </a:tc>
                <a:tc>
                  <a:txBody>
                    <a:bodyPr/>
                    <a:lstStyle/>
                    <a:p>
                      <a:r>
                        <a:rPr lang="fr-FR" sz="1600" dirty="0"/>
                        <a:t>BAD REQUEST</a:t>
                      </a:r>
                    </a:p>
                  </a:txBody>
                  <a:tcPr/>
                </a:tc>
                <a:tc>
                  <a:txBody>
                    <a:bodyPr/>
                    <a:lstStyle/>
                    <a:p>
                      <a:r>
                        <a:rPr lang="fr-FR" sz="1600" dirty="0"/>
                        <a:t>Requête invalide (données incorrectes, format JSON cassé, etc.).</a:t>
                      </a:r>
                    </a:p>
                  </a:txBody>
                  <a:tcPr/>
                </a:tc>
                <a:extLst>
                  <a:ext uri="{0D108BD9-81ED-4DB2-BD59-A6C34878D82A}">
                    <a16:rowId xmlns:a16="http://schemas.microsoft.com/office/drawing/2014/main" val="4111292109"/>
                  </a:ext>
                </a:extLst>
              </a:tr>
              <a:tr h="370840">
                <a:tc>
                  <a:txBody>
                    <a:bodyPr/>
                    <a:lstStyle/>
                    <a:p>
                      <a:r>
                        <a:rPr lang="fr-FR" sz="1600" dirty="0"/>
                        <a:t>401</a:t>
                      </a:r>
                    </a:p>
                  </a:txBody>
                  <a:tcPr/>
                </a:tc>
                <a:tc>
                  <a:txBody>
                    <a:bodyPr/>
                    <a:lstStyle/>
                    <a:p>
                      <a:r>
                        <a:rPr lang="fr-FR" sz="1600" dirty="0"/>
                        <a:t>UNAUTHORIZED</a:t>
                      </a:r>
                    </a:p>
                  </a:txBody>
                  <a:tcPr/>
                </a:tc>
                <a:tc>
                  <a:txBody>
                    <a:bodyPr/>
                    <a:lstStyle/>
                    <a:p>
                      <a:r>
                        <a:rPr lang="fr-FR" sz="1600" b="1" dirty="0"/>
                        <a:t>Authentification *</a:t>
                      </a:r>
                      <a:r>
                        <a:rPr lang="fr-FR" sz="1600" dirty="0"/>
                        <a:t> manquante.</a:t>
                      </a:r>
                    </a:p>
                  </a:txBody>
                  <a:tcPr/>
                </a:tc>
                <a:extLst>
                  <a:ext uri="{0D108BD9-81ED-4DB2-BD59-A6C34878D82A}">
                    <a16:rowId xmlns:a16="http://schemas.microsoft.com/office/drawing/2014/main" val="815454407"/>
                  </a:ext>
                </a:extLst>
              </a:tr>
              <a:tr h="370840">
                <a:tc>
                  <a:txBody>
                    <a:bodyPr/>
                    <a:lstStyle/>
                    <a:p>
                      <a:r>
                        <a:rPr lang="fr-FR" sz="1600" dirty="0"/>
                        <a:t>403</a:t>
                      </a:r>
                    </a:p>
                  </a:txBody>
                  <a:tcPr/>
                </a:tc>
                <a:tc>
                  <a:txBody>
                    <a:bodyPr/>
                    <a:lstStyle/>
                    <a:p>
                      <a:r>
                        <a:rPr lang="fr-FR" sz="1600" dirty="0"/>
                        <a:t>FORBIDDEN</a:t>
                      </a:r>
                    </a:p>
                  </a:txBody>
                  <a:tcPr/>
                </a:tc>
                <a:tc>
                  <a:txBody>
                    <a:bodyPr/>
                    <a:lstStyle/>
                    <a:p>
                      <a:r>
                        <a:rPr lang="fr-FR" sz="1600" b="0" dirty="0"/>
                        <a:t>Authentifié</a:t>
                      </a:r>
                      <a:r>
                        <a:rPr lang="fr-FR" sz="1600" dirty="0"/>
                        <a:t> mais pas </a:t>
                      </a:r>
                      <a:r>
                        <a:rPr lang="fr-FR" sz="1600" b="1" dirty="0"/>
                        <a:t>autorisé</a:t>
                      </a:r>
                      <a:r>
                        <a:rPr lang="fr-FR" sz="1600" dirty="0"/>
                        <a:t> *</a:t>
                      </a:r>
                    </a:p>
                  </a:txBody>
                  <a:tcPr/>
                </a:tc>
                <a:extLst>
                  <a:ext uri="{0D108BD9-81ED-4DB2-BD59-A6C34878D82A}">
                    <a16:rowId xmlns:a16="http://schemas.microsoft.com/office/drawing/2014/main" val="2339239139"/>
                  </a:ext>
                </a:extLst>
              </a:tr>
              <a:tr h="370840">
                <a:tc>
                  <a:txBody>
                    <a:bodyPr/>
                    <a:lstStyle/>
                    <a:p>
                      <a:r>
                        <a:rPr lang="fr-FR" sz="1600" b="1" dirty="0"/>
                        <a:t>404</a:t>
                      </a:r>
                    </a:p>
                  </a:txBody>
                  <a:tcPr/>
                </a:tc>
                <a:tc>
                  <a:txBody>
                    <a:bodyPr/>
                    <a:lstStyle/>
                    <a:p>
                      <a:r>
                        <a:rPr lang="fr-FR" sz="1600" dirty="0"/>
                        <a:t>NOT FOUND</a:t>
                      </a:r>
                    </a:p>
                  </a:txBody>
                  <a:tcPr/>
                </a:tc>
                <a:tc>
                  <a:txBody>
                    <a:bodyPr/>
                    <a:lstStyle/>
                    <a:p>
                      <a:r>
                        <a:rPr lang="fr-FR" sz="1600" dirty="0"/>
                        <a:t>Ressource non trouvée (URL fausse ou mauvais identifiant de ressource).</a:t>
                      </a:r>
                    </a:p>
                  </a:txBody>
                  <a:tcPr/>
                </a:tc>
                <a:extLst>
                  <a:ext uri="{0D108BD9-81ED-4DB2-BD59-A6C34878D82A}">
                    <a16:rowId xmlns:a16="http://schemas.microsoft.com/office/drawing/2014/main" val="1104830727"/>
                  </a:ext>
                </a:extLst>
              </a:tr>
              <a:tr h="370840">
                <a:tc>
                  <a:txBody>
                    <a:bodyPr/>
                    <a:lstStyle/>
                    <a:p>
                      <a:r>
                        <a:rPr lang="fr-FR" sz="1600" b="1" dirty="0"/>
                        <a:t>500</a:t>
                      </a:r>
                    </a:p>
                  </a:txBody>
                  <a:tcPr/>
                </a:tc>
                <a:tc>
                  <a:txBody>
                    <a:bodyPr/>
                    <a:lstStyle/>
                    <a:p>
                      <a:r>
                        <a:rPr lang="fr-FR" sz="1600" dirty="0"/>
                        <a:t>INTERNAL SERVER ERROR</a:t>
                      </a:r>
                    </a:p>
                  </a:txBody>
                  <a:tcPr/>
                </a:tc>
                <a:tc>
                  <a:txBody>
                    <a:bodyPr/>
                    <a:lstStyle/>
                    <a:p>
                      <a:r>
                        <a:rPr lang="fr-FR" sz="1600" dirty="0"/>
                        <a:t>Erreur interne du serveur. </a:t>
                      </a:r>
                      <a:r>
                        <a:rPr lang="fr-FR" sz="1600" b="1" dirty="0"/>
                        <a:t>Erreur générique</a:t>
                      </a:r>
                      <a:r>
                        <a:rPr lang="fr-FR" sz="1600" dirty="0"/>
                        <a:t>.</a:t>
                      </a:r>
                    </a:p>
                  </a:txBody>
                  <a:tcPr/>
                </a:tc>
                <a:extLst>
                  <a:ext uri="{0D108BD9-81ED-4DB2-BD59-A6C34878D82A}">
                    <a16:rowId xmlns:a16="http://schemas.microsoft.com/office/drawing/2014/main" val="2222035979"/>
                  </a:ext>
                </a:extLst>
              </a:tr>
              <a:tr h="370840">
                <a:tc>
                  <a:txBody>
                    <a:bodyPr/>
                    <a:lstStyle/>
                    <a:p>
                      <a:r>
                        <a:rPr lang="fr-FR" sz="1600" dirty="0"/>
                        <a:t>503</a:t>
                      </a:r>
                    </a:p>
                  </a:txBody>
                  <a:tcPr/>
                </a:tc>
                <a:tc>
                  <a:txBody>
                    <a:bodyPr/>
                    <a:lstStyle/>
                    <a:p>
                      <a:r>
                        <a:rPr lang="fr-FR" sz="1600" dirty="0"/>
                        <a:t>SERVICE UNAVAILABLE</a:t>
                      </a:r>
                    </a:p>
                  </a:txBody>
                  <a:tcPr/>
                </a:tc>
                <a:tc>
                  <a:txBody>
                    <a:bodyPr/>
                    <a:lstStyle/>
                    <a:p>
                      <a:r>
                        <a:rPr lang="fr-FR" sz="1600" dirty="0"/>
                        <a:t>Service temporairement indisponible ou en maintenance</a:t>
                      </a:r>
                    </a:p>
                  </a:txBody>
                  <a:tcPr/>
                </a:tc>
                <a:extLst>
                  <a:ext uri="{0D108BD9-81ED-4DB2-BD59-A6C34878D82A}">
                    <a16:rowId xmlns:a16="http://schemas.microsoft.com/office/drawing/2014/main" val="899255290"/>
                  </a:ext>
                </a:extLst>
              </a:tr>
              <a:tr h="370840">
                <a:tc>
                  <a:txBody>
                    <a:bodyPr/>
                    <a:lstStyle/>
                    <a:p>
                      <a:r>
                        <a:rPr lang="fr-FR" sz="1600" dirty="0"/>
                        <a:t>504</a:t>
                      </a:r>
                    </a:p>
                  </a:txBody>
                  <a:tcPr/>
                </a:tc>
                <a:tc>
                  <a:txBody>
                    <a:bodyPr/>
                    <a:lstStyle/>
                    <a:p>
                      <a:r>
                        <a:rPr lang="fr-FR" sz="1600" dirty="0"/>
                        <a:t>GATEWAY TIMEOUT</a:t>
                      </a:r>
                    </a:p>
                  </a:txBody>
                  <a:tcPr/>
                </a:tc>
                <a:tc>
                  <a:txBody>
                    <a:bodyPr/>
                    <a:lstStyle/>
                    <a:p>
                      <a:r>
                        <a:rPr lang="fr-FR" sz="1600" dirty="0"/>
                        <a:t>Temps d'attente écoulé d'une réponse d'un serveur à un serveur intermédiaire. </a:t>
                      </a:r>
                      <a:r>
                        <a:rPr lang="fr-FR" sz="1600" b="1" dirty="0"/>
                        <a:t>Timeout</a:t>
                      </a:r>
                      <a:r>
                        <a:rPr lang="fr-FR" sz="1600" dirty="0"/>
                        <a:t>.</a:t>
                      </a:r>
                    </a:p>
                  </a:txBody>
                  <a:tcPr/>
                </a:tc>
                <a:extLst>
                  <a:ext uri="{0D108BD9-81ED-4DB2-BD59-A6C34878D82A}">
                    <a16:rowId xmlns:a16="http://schemas.microsoft.com/office/drawing/2014/main" val="1254091191"/>
                  </a:ext>
                </a:extLst>
              </a:tr>
            </a:tbl>
          </a:graphicData>
        </a:graphic>
      </p:graphicFrame>
    </p:spTree>
    <p:extLst>
      <p:ext uri="{BB962C8B-B14F-4D97-AF65-F5344CB8AC3E}">
        <p14:creationId xmlns:p14="http://schemas.microsoft.com/office/powerpoint/2010/main" val="40258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CF9B1-9F24-383A-F75D-1A6D78A55580}"/>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533FB2F9-9695-7312-9CFE-76F93AEF66C5}"/>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Protocole HTTP – A vous de jouer !</a:t>
            </a:r>
            <a:endParaRPr lang="fr-FR" sz="3600" noProof="0" dirty="0"/>
          </a:p>
        </p:txBody>
      </p:sp>
      <p:sp>
        <p:nvSpPr>
          <p:cNvPr id="2" name="TextBox 10">
            <a:extLst>
              <a:ext uri="{FF2B5EF4-FFF2-40B4-BE49-F238E27FC236}">
                <a16:creationId xmlns:a16="http://schemas.microsoft.com/office/drawing/2014/main" id="{729A4E10-F10E-F29F-6F89-2126EC70CE91}"/>
              </a:ext>
            </a:extLst>
          </p:cNvPr>
          <p:cNvSpPr txBox="1"/>
          <p:nvPr/>
        </p:nvSpPr>
        <p:spPr>
          <a:xfrm>
            <a:off x="865514" y="1456521"/>
            <a:ext cx="10934601" cy="540147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r>
              <a:rPr lang="fr-FR" b="1" noProof="0" dirty="0"/>
              <a:t>Déterminez le/les codes adéquates : </a:t>
            </a:r>
            <a:endParaRPr lang="fr-FR" dirty="0"/>
          </a:p>
          <a:p>
            <a:pPr marL="285750" indent="-285750" fontAlgn="base">
              <a:buFont typeface="Arial" panose="020B0604020202020204" pitchFamily="34" charset="0"/>
              <a:buChar char="•"/>
            </a:pPr>
            <a:endParaRPr lang="fr-FR" dirty="0"/>
          </a:p>
          <a:p>
            <a:pPr marL="285750" indent="-285750" fontAlgn="base">
              <a:lnSpc>
                <a:spcPct val="150000"/>
              </a:lnSpc>
              <a:buFont typeface="Arial" panose="020B0604020202020204" pitchFamily="34" charset="0"/>
              <a:buChar char="•"/>
            </a:pPr>
            <a:r>
              <a:rPr lang="fr-FR" dirty="0"/>
              <a:t>Le client récupère la liste des produits. Tout fonctionne. </a:t>
            </a:r>
            <a:r>
              <a:rPr lang="fr-FR" b="1" dirty="0">
                <a:solidFill>
                  <a:schemeClr val="accent1"/>
                </a:solidFill>
              </a:rPr>
              <a:t>200 Ok</a:t>
            </a:r>
          </a:p>
          <a:p>
            <a:pPr marL="285750" indent="-285750" fontAlgn="base">
              <a:lnSpc>
                <a:spcPct val="150000"/>
              </a:lnSpc>
              <a:buFont typeface="Arial" panose="020B0604020202020204" pitchFamily="34" charset="0"/>
              <a:buChar char="•"/>
            </a:pPr>
            <a:r>
              <a:rPr lang="fr-FR" dirty="0"/>
              <a:t>Le produit demandé n’existe pas. </a:t>
            </a:r>
            <a:r>
              <a:rPr lang="fr-FR" b="1" dirty="0">
                <a:solidFill>
                  <a:schemeClr val="accent1"/>
                </a:solidFill>
              </a:rPr>
              <a:t>404 Not </a:t>
            </a:r>
            <a:r>
              <a:rPr lang="fr-FR" b="1" dirty="0" err="1">
                <a:solidFill>
                  <a:schemeClr val="accent1"/>
                </a:solidFill>
              </a:rPr>
              <a:t>Found</a:t>
            </a:r>
            <a:endParaRPr lang="fr-FR" b="1" dirty="0">
              <a:solidFill>
                <a:schemeClr val="accent1"/>
              </a:solidFill>
            </a:endParaRPr>
          </a:p>
          <a:p>
            <a:pPr marL="285750" indent="-285750" fontAlgn="base">
              <a:lnSpc>
                <a:spcPct val="150000"/>
              </a:lnSpc>
              <a:buFont typeface="Arial" panose="020B0604020202020204" pitchFamily="34" charset="0"/>
              <a:buChar char="•"/>
            </a:pPr>
            <a:r>
              <a:rPr lang="fr-FR" dirty="0"/>
              <a:t>Le serveur reçoit une demande « </a:t>
            </a:r>
            <a:r>
              <a:rPr lang="fr-FR" b="1" dirty="0">
                <a:latin typeface="Courier New" panose="02070309020205020404" pitchFamily="49" charset="0"/>
                <a:cs typeface="Courier New" panose="02070309020205020404" pitchFamily="49" charset="0"/>
              </a:rPr>
              <a:t>POST /</a:t>
            </a:r>
            <a:r>
              <a:rPr lang="fr-FR" b="1" dirty="0" err="1">
                <a:latin typeface="Courier New" panose="02070309020205020404" pitchFamily="49" charset="0"/>
                <a:cs typeface="Courier New" panose="02070309020205020404" pitchFamily="49" charset="0"/>
              </a:rPr>
              <a:t>users</a:t>
            </a:r>
            <a:r>
              <a:rPr lang="fr-FR" b="1" dirty="0">
                <a:latin typeface="Courier New" panose="02070309020205020404" pitchFamily="49" charset="0"/>
                <a:cs typeface="Courier New" panose="02070309020205020404" pitchFamily="49" charset="0"/>
              </a:rPr>
              <a:t> </a:t>
            </a:r>
            <a:r>
              <a:rPr lang="fr-FR" dirty="0"/>
              <a:t>» et crée l’utilisateur correctement. </a:t>
            </a:r>
            <a:r>
              <a:rPr lang="fr-FR" b="1" dirty="0">
                <a:solidFill>
                  <a:schemeClr val="accent1"/>
                </a:solidFill>
              </a:rPr>
              <a:t>201 </a:t>
            </a:r>
            <a:r>
              <a:rPr lang="fr-FR" b="1" dirty="0" err="1">
                <a:solidFill>
                  <a:schemeClr val="accent1"/>
                </a:solidFill>
              </a:rPr>
              <a:t>Created</a:t>
            </a:r>
            <a:endParaRPr lang="fr-FR" b="1" dirty="0">
              <a:solidFill>
                <a:schemeClr val="accent1"/>
              </a:solidFill>
            </a:endParaRPr>
          </a:p>
          <a:p>
            <a:pPr marL="285750" indent="-285750" fontAlgn="base">
              <a:lnSpc>
                <a:spcPct val="150000"/>
              </a:lnSpc>
              <a:buFont typeface="Arial" panose="020B0604020202020204" pitchFamily="34" charset="0"/>
              <a:buChar char="•"/>
            </a:pPr>
            <a:r>
              <a:rPr lang="fr-FR" dirty="0"/>
              <a:t>Le client demande un produit par ID, et le produit existe. </a:t>
            </a:r>
            <a:r>
              <a:rPr lang="fr-FR" b="1" dirty="0">
                <a:solidFill>
                  <a:schemeClr val="accent1"/>
                </a:solidFill>
              </a:rPr>
              <a:t>200 Ok</a:t>
            </a:r>
          </a:p>
          <a:p>
            <a:pPr marL="285750" indent="-285750" fontAlgn="base">
              <a:lnSpc>
                <a:spcPct val="150000"/>
              </a:lnSpc>
              <a:buFont typeface="Arial" panose="020B0604020202020204" pitchFamily="34" charset="0"/>
              <a:buChar char="•"/>
            </a:pPr>
            <a:r>
              <a:rPr lang="fr-FR" dirty="0"/>
              <a:t>Champ obligatoire manquant. </a:t>
            </a:r>
            <a:r>
              <a:rPr lang="fr-FR" b="1" dirty="0">
                <a:solidFill>
                  <a:schemeClr val="accent1"/>
                </a:solidFill>
              </a:rPr>
              <a:t>400 Bad </a:t>
            </a:r>
            <a:r>
              <a:rPr lang="fr-FR" b="1" dirty="0" err="1">
                <a:solidFill>
                  <a:schemeClr val="accent1"/>
                </a:solidFill>
              </a:rPr>
              <a:t>Request</a:t>
            </a:r>
            <a:endParaRPr lang="fr-FR" b="1" dirty="0">
              <a:solidFill>
                <a:schemeClr val="accent1"/>
              </a:solidFill>
            </a:endParaRPr>
          </a:p>
          <a:p>
            <a:pPr marL="285750" indent="-285750" fontAlgn="base">
              <a:lnSpc>
                <a:spcPct val="150000"/>
              </a:lnSpc>
              <a:buFont typeface="Arial" panose="020B0604020202020204" pitchFamily="34" charset="0"/>
              <a:buChar char="•"/>
            </a:pPr>
            <a:r>
              <a:rPr lang="fr-FR" dirty="0"/>
              <a:t>Le client appelle un service mais celui-ci est désactivé. </a:t>
            </a:r>
            <a:r>
              <a:rPr lang="fr-FR" b="1" dirty="0">
                <a:solidFill>
                  <a:schemeClr val="accent1"/>
                </a:solidFill>
              </a:rPr>
              <a:t>503 Service Unavailable</a:t>
            </a:r>
          </a:p>
          <a:p>
            <a:pPr marL="285750" indent="-285750" fontAlgn="base">
              <a:lnSpc>
                <a:spcPct val="150000"/>
              </a:lnSpc>
              <a:buFont typeface="Arial" panose="020B0604020202020204" pitchFamily="34" charset="0"/>
              <a:buChar char="•"/>
            </a:pPr>
            <a:r>
              <a:rPr lang="fr-FR" dirty="0"/>
              <a:t>Le client supprime un élément « </a:t>
            </a:r>
            <a:r>
              <a:rPr lang="fr-FR" b="1" dirty="0">
                <a:latin typeface="Courier New" panose="02070309020205020404" pitchFamily="49" charset="0"/>
                <a:cs typeface="Courier New" panose="02070309020205020404" pitchFamily="49" charset="0"/>
              </a:rPr>
              <a:t>DELETE /</a:t>
            </a:r>
            <a:r>
              <a:rPr lang="fr-FR" b="1" dirty="0" err="1">
                <a:latin typeface="Courier New" panose="02070309020205020404" pitchFamily="49" charset="0"/>
                <a:cs typeface="Courier New" panose="02070309020205020404" pitchFamily="49" charset="0"/>
              </a:rPr>
              <a:t>users</a:t>
            </a:r>
            <a:r>
              <a:rPr lang="fr-FR" b="1" dirty="0">
                <a:latin typeface="Courier New" panose="02070309020205020404" pitchFamily="49" charset="0"/>
                <a:cs typeface="Courier New" panose="02070309020205020404" pitchFamily="49" charset="0"/>
              </a:rPr>
              <a:t>/12 »</a:t>
            </a:r>
            <a:r>
              <a:rPr lang="fr-FR" dirty="0"/>
              <a:t> en succès, rien à renvoyer. </a:t>
            </a:r>
            <a:r>
              <a:rPr lang="fr-FR" b="1" dirty="0">
                <a:solidFill>
                  <a:schemeClr val="accent1"/>
                </a:solidFill>
              </a:rPr>
              <a:t>204 No Content</a:t>
            </a:r>
          </a:p>
          <a:p>
            <a:pPr marL="285750" indent="-285750" fontAlgn="base">
              <a:lnSpc>
                <a:spcPct val="150000"/>
              </a:lnSpc>
              <a:buFont typeface="Arial" panose="020B0604020202020204" pitchFamily="34" charset="0"/>
              <a:buChar char="•"/>
            </a:pPr>
            <a:r>
              <a:rPr lang="fr-FR" dirty="0"/>
              <a:t>Le client appelle un service A qui à son tour appelle un service B. Le service B ne répond pas dans le délai imparti. </a:t>
            </a:r>
            <a:r>
              <a:rPr lang="fr-FR" b="1" dirty="0">
                <a:solidFill>
                  <a:schemeClr val="accent1"/>
                </a:solidFill>
              </a:rPr>
              <a:t>500 </a:t>
            </a:r>
            <a:r>
              <a:rPr lang="fr-FR" b="1" dirty="0" err="1">
                <a:solidFill>
                  <a:schemeClr val="accent1"/>
                </a:solidFill>
              </a:rPr>
              <a:t>Internal</a:t>
            </a:r>
            <a:r>
              <a:rPr lang="fr-FR" b="1" dirty="0">
                <a:solidFill>
                  <a:schemeClr val="accent1"/>
                </a:solidFill>
              </a:rPr>
              <a:t> Server </a:t>
            </a:r>
            <a:r>
              <a:rPr lang="fr-FR" b="1" dirty="0" err="1">
                <a:solidFill>
                  <a:schemeClr val="accent1"/>
                </a:solidFill>
              </a:rPr>
              <a:t>Error</a:t>
            </a:r>
            <a:r>
              <a:rPr lang="fr-FR" b="1" dirty="0">
                <a:solidFill>
                  <a:schemeClr val="accent1"/>
                </a:solidFill>
              </a:rPr>
              <a:t> </a:t>
            </a:r>
            <a:r>
              <a:rPr lang="fr-FR" dirty="0"/>
              <a:t>ou </a:t>
            </a:r>
            <a:r>
              <a:rPr lang="fr-FR" b="1" dirty="0">
                <a:solidFill>
                  <a:schemeClr val="accent1"/>
                </a:solidFill>
              </a:rPr>
              <a:t>504 Gateway Timeout </a:t>
            </a:r>
          </a:p>
          <a:p>
            <a:pPr marL="285750" indent="-285750" fontAlgn="base">
              <a:lnSpc>
                <a:spcPct val="150000"/>
              </a:lnSpc>
              <a:buFont typeface="Arial" panose="020B0604020202020204" pitchFamily="34" charset="0"/>
              <a:buChar char="•"/>
            </a:pPr>
            <a:r>
              <a:rPr lang="fr-FR" dirty="0"/>
              <a:t>Le client envoie une requête GET sur une URL inexistante. </a:t>
            </a:r>
            <a:r>
              <a:rPr lang="fr-FR" b="1" dirty="0">
                <a:solidFill>
                  <a:schemeClr val="accent1"/>
                </a:solidFill>
              </a:rPr>
              <a:t>404 Not </a:t>
            </a:r>
            <a:r>
              <a:rPr lang="fr-FR" b="1" dirty="0" err="1">
                <a:solidFill>
                  <a:schemeClr val="accent1"/>
                </a:solidFill>
              </a:rPr>
              <a:t>Found</a:t>
            </a:r>
            <a:endParaRPr lang="fr-FR" b="1" dirty="0">
              <a:solidFill>
                <a:schemeClr val="accent1"/>
              </a:solidFill>
            </a:endParaRPr>
          </a:p>
          <a:p>
            <a:pPr fontAlgn="base">
              <a:lnSpc>
                <a:spcPct val="150000"/>
              </a:lnSpc>
            </a:pPr>
            <a:endParaRPr lang="fr-FR" b="1" dirty="0">
              <a:solidFill>
                <a:schemeClr val="accent1"/>
              </a:solidFill>
            </a:endParaRPr>
          </a:p>
          <a:p>
            <a:pPr marL="285750" indent="-285750" fontAlgn="base">
              <a:buFont typeface="Arial" panose="020B0604020202020204" pitchFamily="34" charset="0"/>
              <a:buChar char="•"/>
            </a:pPr>
            <a:endParaRPr lang="fr-FR" dirty="0"/>
          </a:p>
        </p:txBody>
      </p:sp>
      <p:sp>
        <p:nvSpPr>
          <p:cNvPr id="3" name="Espace réservé du numéro de diapositive 2">
            <a:extLst>
              <a:ext uri="{FF2B5EF4-FFF2-40B4-BE49-F238E27FC236}">
                <a16:creationId xmlns:a16="http://schemas.microsoft.com/office/drawing/2014/main" id="{C43EAA10-6B02-B3F5-1826-786F4947FD09}"/>
              </a:ext>
            </a:extLst>
          </p:cNvPr>
          <p:cNvSpPr>
            <a:spLocks noGrp="1"/>
          </p:cNvSpPr>
          <p:nvPr>
            <p:ph type="sldNum" sz="quarter" idx="10"/>
          </p:nvPr>
        </p:nvSpPr>
        <p:spPr/>
        <p:txBody>
          <a:bodyPr/>
          <a:lstStyle/>
          <a:p>
            <a:fld id="{525A3C56-E491-49B2-93F3-63532DF516BC}" type="slidenum">
              <a:rPr lang="en-CA" smtClean="0"/>
              <a:t>30</a:t>
            </a:fld>
            <a:endParaRPr lang="en-CA"/>
          </a:p>
        </p:txBody>
      </p:sp>
      <p:sp>
        <p:nvSpPr>
          <p:cNvPr id="5" name="Rectangle 4">
            <a:extLst>
              <a:ext uri="{FF2B5EF4-FFF2-40B4-BE49-F238E27FC236}">
                <a16:creationId xmlns:a16="http://schemas.microsoft.com/office/drawing/2014/main" id="{8A67DECF-D9F0-5811-7217-DAF839809056}"/>
              </a:ext>
            </a:extLst>
          </p:cNvPr>
          <p:cNvSpPr/>
          <p:nvPr/>
        </p:nvSpPr>
        <p:spPr bwMode="gray">
          <a:xfrm>
            <a:off x="6760028" y="2034257"/>
            <a:ext cx="838201"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6" name="Rectangle 5">
            <a:extLst>
              <a:ext uri="{FF2B5EF4-FFF2-40B4-BE49-F238E27FC236}">
                <a16:creationId xmlns:a16="http://schemas.microsoft.com/office/drawing/2014/main" id="{84F94F2B-9CFB-DEE8-E5FA-46037C6EE7D3}"/>
              </a:ext>
            </a:extLst>
          </p:cNvPr>
          <p:cNvSpPr/>
          <p:nvPr/>
        </p:nvSpPr>
        <p:spPr bwMode="gray">
          <a:xfrm>
            <a:off x="4495800" y="2447914"/>
            <a:ext cx="1839686"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7" name="Rectangle 6">
            <a:extLst>
              <a:ext uri="{FF2B5EF4-FFF2-40B4-BE49-F238E27FC236}">
                <a16:creationId xmlns:a16="http://schemas.microsoft.com/office/drawing/2014/main" id="{BA50CFF3-6904-832F-E1EB-F843FB3C8A0E}"/>
              </a:ext>
            </a:extLst>
          </p:cNvPr>
          <p:cNvSpPr/>
          <p:nvPr/>
        </p:nvSpPr>
        <p:spPr bwMode="gray">
          <a:xfrm>
            <a:off x="9742714" y="2839799"/>
            <a:ext cx="1839686"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9" name="Rectangle 8">
            <a:extLst>
              <a:ext uri="{FF2B5EF4-FFF2-40B4-BE49-F238E27FC236}">
                <a16:creationId xmlns:a16="http://schemas.microsoft.com/office/drawing/2014/main" id="{5B2DFBDD-FBBF-64C3-DFCE-5220297BA9F9}"/>
              </a:ext>
            </a:extLst>
          </p:cNvPr>
          <p:cNvSpPr/>
          <p:nvPr/>
        </p:nvSpPr>
        <p:spPr bwMode="gray">
          <a:xfrm>
            <a:off x="6809013" y="3373199"/>
            <a:ext cx="1839686"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0" name="Rectangle 9">
            <a:extLst>
              <a:ext uri="{FF2B5EF4-FFF2-40B4-BE49-F238E27FC236}">
                <a16:creationId xmlns:a16="http://schemas.microsoft.com/office/drawing/2014/main" id="{E007BE76-CC8C-8244-89CB-C1A0142B23A1}"/>
              </a:ext>
            </a:extLst>
          </p:cNvPr>
          <p:cNvSpPr/>
          <p:nvPr/>
        </p:nvSpPr>
        <p:spPr bwMode="gray">
          <a:xfrm>
            <a:off x="4180115" y="3732427"/>
            <a:ext cx="1937657"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1" name="Rectangle 10">
            <a:extLst>
              <a:ext uri="{FF2B5EF4-FFF2-40B4-BE49-F238E27FC236}">
                <a16:creationId xmlns:a16="http://schemas.microsoft.com/office/drawing/2014/main" id="{58680472-48C6-1776-6F5B-C66F24072152}"/>
              </a:ext>
            </a:extLst>
          </p:cNvPr>
          <p:cNvSpPr/>
          <p:nvPr/>
        </p:nvSpPr>
        <p:spPr bwMode="gray">
          <a:xfrm>
            <a:off x="6760028" y="4130549"/>
            <a:ext cx="2590799"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2" name="Rectangle 11">
            <a:extLst>
              <a:ext uri="{FF2B5EF4-FFF2-40B4-BE49-F238E27FC236}">
                <a16:creationId xmlns:a16="http://schemas.microsoft.com/office/drawing/2014/main" id="{3D8319F8-0E31-718F-81B6-F747B0419503}"/>
              </a:ext>
            </a:extLst>
          </p:cNvPr>
          <p:cNvSpPr/>
          <p:nvPr/>
        </p:nvSpPr>
        <p:spPr bwMode="gray">
          <a:xfrm>
            <a:off x="9742714" y="4489671"/>
            <a:ext cx="2057401"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3" name="Rectangle 12">
            <a:extLst>
              <a:ext uri="{FF2B5EF4-FFF2-40B4-BE49-F238E27FC236}">
                <a16:creationId xmlns:a16="http://schemas.microsoft.com/office/drawing/2014/main" id="{7C3FFED5-080E-8DFE-72AA-B1D9AB81728F}"/>
              </a:ext>
            </a:extLst>
          </p:cNvPr>
          <p:cNvSpPr/>
          <p:nvPr/>
        </p:nvSpPr>
        <p:spPr bwMode="gray">
          <a:xfrm>
            <a:off x="2438399" y="5295213"/>
            <a:ext cx="6411687"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4" name="Rectangle 13">
            <a:extLst>
              <a:ext uri="{FF2B5EF4-FFF2-40B4-BE49-F238E27FC236}">
                <a16:creationId xmlns:a16="http://schemas.microsoft.com/office/drawing/2014/main" id="{A08CF102-7986-559B-09A5-07231C563A0E}"/>
              </a:ext>
            </a:extLst>
          </p:cNvPr>
          <p:cNvSpPr/>
          <p:nvPr/>
        </p:nvSpPr>
        <p:spPr bwMode="gray">
          <a:xfrm>
            <a:off x="7179128" y="5737936"/>
            <a:ext cx="3184073" cy="359228"/>
          </a:xfrm>
          <a:prstGeom prst="rect">
            <a:avLst/>
          </a:prstGeom>
          <a:solidFill>
            <a:schemeClr val="bg1"/>
          </a:solidFill>
          <a:ln w="9525" algn="ctr">
            <a:solidFill>
              <a:schemeClr val="bg1"/>
            </a:solidFill>
            <a:miter lim="800000"/>
            <a:headEnd/>
            <a:tailEnd/>
          </a:ln>
          <a:effectLst/>
        </p:spPr>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1147609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0" nodeType="clickEffect">
                                  <p:stCondLst>
                                    <p:cond delay="0"/>
                                  </p:stCondLst>
                                  <p:childTnLst>
                                    <p:set>
                                      <p:cBhvr>
                                        <p:cTn id="66" dur="1" fill="hold">
                                          <p:stCondLst>
                                            <p:cond delay="0"/>
                                          </p:stCondLst>
                                        </p:cTn>
                                        <p:tgtEl>
                                          <p:spTgt spid="13"/>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0" nodeType="clickEffect">
                                  <p:stCondLst>
                                    <p:cond delay="0"/>
                                  </p:stCondLst>
                                  <p:childTnLst>
                                    <p:set>
                                      <p:cBhvr>
                                        <p:cTn id="74"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P spid="1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F3FA4-FA3F-9475-DD7A-656011DD5078}"/>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E563AD94-A47B-CCF3-AB22-63BA22584AAD}"/>
              </a:ext>
            </a:extLst>
          </p:cNvPr>
          <p:cNvSpPr>
            <a:spLocks noGrp="1"/>
          </p:cNvSpPr>
          <p:nvPr>
            <p:ph type="sldNum" sz="quarter" idx="10"/>
          </p:nvPr>
        </p:nvSpPr>
        <p:spPr/>
        <p:txBody>
          <a:bodyPr/>
          <a:lstStyle/>
          <a:p>
            <a:fld id="{525A3C56-E491-49B2-93F3-63532DF516BC}" type="slidenum">
              <a:rPr lang="en-CA" smtClean="0"/>
              <a:t>31</a:t>
            </a:fld>
            <a:endParaRPr lang="en-CA"/>
          </a:p>
        </p:txBody>
      </p:sp>
      <p:sp>
        <p:nvSpPr>
          <p:cNvPr id="2" name="Titre 1">
            <a:extLst>
              <a:ext uri="{FF2B5EF4-FFF2-40B4-BE49-F238E27FC236}">
                <a16:creationId xmlns:a16="http://schemas.microsoft.com/office/drawing/2014/main" id="{2DA94597-EF64-3C60-8588-5F9E42CD49C3}"/>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JSON (JavaScript Object Notation) - Généralités</a:t>
            </a:r>
            <a:endParaRPr lang="fr-FR" sz="3600" noProof="0" dirty="0"/>
          </a:p>
        </p:txBody>
      </p:sp>
      <p:sp>
        <p:nvSpPr>
          <p:cNvPr id="4" name="TextBox 10">
            <a:extLst>
              <a:ext uri="{FF2B5EF4-FFF2-40B4-BE49-F238E27FC236}">
                <a16:creationId xmlns:a16="http://schemas.microsoft.com/office/drawing/2014/main" id="{47AE062C-3357-6E6A-CFDC-25756251BE6D}"/>
              </a:ext>
            </a:extLst>
          </p:cNvPr>
          <p:cNvSpPr txBox="1"/>
          <p:nvPr/>
        </p:nvSpPr>
        <p:spPr>
          <a:xfrm>
            <a:off x="843742" y="1708265"/>
            <a:ext cx="10580952" cy="251844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fontAlgn="base">
              <a:lnSpc>
                <a:spcPct val="200000"/>
              </a:lnSpc>
              <a:buFont typeface="Arial" panose="020B0604020202020204" pitchFamily="34" charset="0"/>
              <a:buChar char="•"/>
            </a:pPr>
            <a:r>
              <a:rPr lang="fr-FR" sz="1400" dirty="0"/>
              <a:t>Format </a:t>
            </a:r>
            <a:r>
              <a:rPr lang="fr-FR" sz="1400" b="1" dirty="0"/>
              <a:t>texte </a:t>
            </a:r>
            <a:r>
              <a:rPr lang="fr-FR" sz="1400" dirty="0"/>
              <a:t>de type </a:t>
            </a:r>
            <a:r>
              <a:rPr lang="fr-FR" sz="1400" b="1" dirty="0"/>
              <a:t>clé-valeur</a:t>
            </a:r>
            <a:r>
              <a:rPr lang="fr-FR" sz="1400" dirty="0"/>
              <a:t>, </a:t>
            </a:r>
            <a:r>
              <a:rPr lang="fr-FR" sz="1400" b="1" dirty="0"/>
              <a:t>léger</a:t>
            </a:r>
            <a:r>
              <a:rPr lang="fr-FR" sz="1400" dirty="0"/>
              <a:t> et </a:t>
            </a:r>
            <a:r>
              <a:rPr lang="fr-FR" sz="1400" b="1" dirty="0"/>
              <a:t>universel</a:t>
            </a:r>
            <a:r>
              <a:rPr lang="fr-FR" sz="1400" dirty="0"/>
              <a:t> pour représenter des données.</a:t>
            </a:r>
          </a:p>
          <a:p>
            <a:pPr marL="171450" indent="-171450" fontAlgn="base">
              <a:lnSpc>
                <a:spcPct val="200000"/>
              </a:lnSpc>
              <a:buFont typeface="Arial" panose="020B0604020202020204" pitchFamily="34" charset="0"/>
              <a:buChar char="•"/>
            </a:pPr>
            <a:r>
              <a:rPr lang="fr-FR" sz="1400" dirty="0"/>
              <a:t>Indépendant du langage : utilisé en Java, Python, .NET, PHP, JavaScript, mobile, IoT…</a:t>
            </a:r>
          </a:p>
          <a:p>
            <a:pPr marL="171450" indent="-171450" fontAlgn="base">
              <a:lnSpc>
                <a:spcPct val="200000"/>
              </a:lnSpc>
              <a:buFont typeface="Arial" panose="020B0604020202020204" pitchFamily="34" charset="0"/>
              <a:buChar char="•"/>
            </a:pPr>
            <a:r>
              <a:rPr lang="fr-FR" sz="1400" dirty="0"/>
              <a:t>Format privilégié dans les échanges entre API REST, Front / Back et la configuration.</a:t>
            </a:r>
          </a:p>
          <a:p>
            <a:pPr marL="171450" indent="-171450" fontAlgn="base">
              <a:lnSpc>
                <a:spcPct val="200000"/>
              </a:lnSpc>
              <a:buFont typeface="Arial" panose="020B0604020202020204" pitchFamily="34" charset="0"/>
              <a:buChar char="•"/>
            </a:pPr>
            <a:r>
              <a:rPr lang="fr-FR" sz="1400" dirty="0"/>
              <a:t>Pas de commentaire !</a:t>
            </a:r>
          </a:p>
          <a:p>
            <a:pPr marL="171450" indent="-171450" fontAlgn="base">
              <a:lnSpc>
                <a:spcPct val="200000"/>
              </a:lnSpc>
              <a:buFont typeface="Arial" panose="020B0604020202020204" pitchFamily="34" charset="0"/>
              <a:buChar char="•"/>
            </a:pPr>
            <a:r>
              <a:rPr lang="fr-FR" sz="1400" dirty="0"/>
              <a:t>Indentation sans importance.</a:t>
            </a:r>
          </a:p>
          <a:p>
            <a:pPr marL="171450" indent="-171450" fontAlgn="base">
              <a:lnSpc>
                <a:spcPct val="200000"/>
              </a:lnSpc>
              <a:buFont typeface="Arial" panose="020B0604020202020204" pitchFamily="34" charset="0"/>
              <a:buChar char="•"/>
            </a:pPr>
            <a:endParaRPr lang="fr-FR" sz="1400" dirty="0"/>
          </a:p>
        </p:txBody>
      </p:sp>
      <p:sp>
        <p:nvSpPr>
          <p:cNvPr id="10" name="ZoneTexte 9">
            <a:extLst>
              <a:ext uri="{FF2B5EF4-FFF2-40B4-BE49-F238E27FC236}">
                <a16:creationId xmlns:a16="http://schemas.microsoft.com/office/drawing/2014/main" id="{3D8C999D-76A1-F317-1BB7-FD69F0D2ECEF}"/>
              </a:ext>
            </a:extLst>
          </p:cNvPr>
          <p:cNvSpPr txBox="1"/>
          <p:nvPr/>
        </p:nvSpPr>
        <p:spPr>
          <a:xfrm>
            <a:off x="2849526" y="3530009"/>
            <a:ext cx="3246474" cy="1318438"/>
          </a:xfrm>
          <a:prstGeom prst="rect">
            <a:avLst/>
          </a:prstGeom>
        </p:spPr>
        <p:txBody>
          <a:bodyPr vert="horz" wrap="square" lIns="0" tIns="0" rIns="0" bIns="0" rtlCol="0" anchor="t" anchorCtr="0">
            <a:normAutofit/>
          </a:bodyPr>
          <a:lstStyle/>
          <a:p>
            <a:pPr algn="l"/>
            <a:endParaRPr lang="fr-FR" dirty="0"/>
          </a:p>
        </p:txBody>
      </p:sp>
      <p:sp>
        <p:nvSpPr>
          <p:cNvPr id="12" name="ZoneTexte 11">
            <a:extLst>
              <a:ext uri="{FF2B5EF4-FFF2-40B4-BE49-F238E27FC236}">
                <a16:creationId xmlns:a16="http://schemas.microsoft.com/office/drawing/2014/main" id="{E055B701-17C0-795C-4515-2ECFE6450905}"/>
              </a:ext>
            </a:extLst>
          </p:cNvPr>
          <p:cNvSpPr txBox="1"/>
          <p:nvPr/>
        </p:nvSpPr>
        <p:spPr>
          <a:xfrm>
            <a:off x="2721935" y="4401879"/>
            <a:ext cx="3615070" cy="1456661"/>
          </a:xfrm>
          <a:prstGeom prst="rect">
            <a:avLst/>
          </a:prstGeom>
        </p:spPr>
        <p:txBody>
          <a:bodyPr vert="horz" wrap="square" lIns="0" tIns="0" rIns="0" bIns="0" rtlCol="0" anchor="t" anchorCtr="0">
            <a:normAutofit/>
          </a:bodyPr>
          <a:lstStyle/>
          <a:p>
            <a:pPr algn="l"/>
            <a:endParaRPr lang="fr-FR" dirty="0"/>
          </a:p>
        </p:txBody>
      </p:sp>
      <p:sp>
        <p:nvSpPr>
          <p:cNvPr id="17" name="Rectangle 7">
            <a:extLst>
              <a:ext uri="{FF2B5EF4-FFF2-40B4-BE49-F238E27FC236}">
                <a16:creationId xmlns:a16="http://schemas.microsoft.com/office/drawing/2014/main" id="{1C79AAA2-0B01-F4D5-C6D0-73BAF9BF892D}"/>
              </a:ext>
            </a:extLst>
          </p:cNvPr>
          <p:cNvSpPr>
            <a:spLocks noChangeArrowheads="1"/>
          </p:cNvSpPr>
          <p:nvPr/>
        </p:nvSpPr>
        <p:spPr bwMode="auto">
          <a:xfrm>
            <a:off x="2907516" y="3918629"/>
            <a:ext cx="5852831" cy="24622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"id": 123,</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firstname</a:t>
            </a:r>
            <a:r>
              <a:rPr lang="fr-FR" altLang="fr-FR" sz="1400" dirty="0">
                <a:latin typeface="Courier New" panose="02070309020205020404" pitchFamily="49" charset="0"/>
                <a:cs typeface="Courier New" panose="02070309020205020404" pitchFamily="49" charset="0"/>
              </a:rPr>
              <a:t>": "Alice",</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"active": </a:t>
            </a:r>
            <a:r>
              <a:rPr lang="fr-FR" altLang="fr-FR" sz="1400" dirty="0" err="1">
                <a:latin typeface="Courier New" panose="02070309020205020404" pitchFamily="49" charset="0"/>
                <a:cs typeface="Courier New" panose="02070309020205020404" pitchFamily="49" charset="0"/>
              </a:rPr>
              <a:t>true</a:t>
            </a:r>
            <a:r>
              <a:rPr lang="fr-FR" altLang="fr-FR" sz="1400" dirty="0">
                <a:latin typeface="Courier New" panose="02070309020205020404" pitchFamily="49" charset="0"/>
                <a:cs typeface="Courier New" panose="02070309020205020404" pitchFamily="49" charset="0"/>
              </a:rPr>
              <a:t>,</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address</a:t>
            </a:r>
            <a:r>
              <a:rPr lang="fr-FR" altLang="fr-FR" sz="1400" dirty="0">
                <a:latin typeface="Courier New" panose="02070309020205020404" pitchFamily="49" charset="0"/>
                <a:cs typeface="Courier New" panose="02070309020205020404" pitchFamily="49" charset="0"/>
              </a:rPr>
              <a:t>": { "city": "Paris", "zip": "75012" },</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orders</a:t>
            </a:r>
            <a:r>
              <a:rPr lang="fr-FR" altLang="fr-FR" sz="1400" dirty="0">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 "</a:t>
            </a:r>
            <a:r>
              <a:rPr lang="fr-FR" altLang="fr-FR" sz="1400" dirty="0" err="1">
                <a:latin typeface="Courier New" panose="02070309020205020404" pitchFamily="49" charset="0"/>
                <a:cs typeface="Courier New" panose="02070309020205020404" pitchFamily="49" charset="0"/>
              </a:rPr>
              <a:t>orderId</a:t>
            </a:r>
            <a:r>
              <a:rPr lang="fr-FR" altLang="fr-FR" sz="1400" dirty="0">
                <a:latin typeface="Courier New" panose="02070309020205020404" pitchFamily="49" charset="0"/>
                <a:cs typeface="Courier New" panose="02070309020205020404" pitchFamily="49" charset="0"/>
              </a:rPr>
              <a:t>": 1, "total": 49.90 },</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 "</a:t>
            </a:r>
            <a:r>
              <a:rPr lang="fr-FR" altLang="fr-FR" sz="1400" dirty="0" err="1">
                <a:latin typeface="Courier New" panose="02070309020205020404" pitchFamily="49" charset="0"/>
                <a:cs typeface="Courier New" panose="02070309020205020404" pitchFamily="49" charset="0"/>
              </a:rPr>
              <a:t>orderId</a:t>
            </a:r>
            <a:r>
              <a:rPr lang="fr-FR" altLang="fr-FR" sz="1400" dirty="0">
                <a:latin typeface="Courier New" panose="02070309020205020404" pitchFamily="49" charset="0"/>
                <a:cs typeface="Courier New" panose="02070309020205020404" pitchFamily="49" charset="0"/>
              </a:rPr>
              <a:t>": 2, "total": 19.99 }</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p>
          <a:p>
            <a:pPr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lastname</a:t>
            </a:r>
            <a:r>
              <a:rPr lang="fr-FR" altLang="fr-FR" sz="1400" dirty="0">
                <a:latin typeface="Courier New" panose="02070309020205020404" pitchFamily="49" charset="0"/>
                <a:cs typeface="Courier New" panose="02070309020205020404" pitchFamily="49" charset="0"/>
              </a:rPr>
              <a:t>": </a:t>
            </a:r>
            <a:r>
              <a:rPr lang="fr-FR" altLang="fr-FR" sz="1400" dirty="0" err="1">
                <a:latin typeface="Courier New" panose="02070309020205020404" pitchFamily="49" charset="0"/>
                <a:cs typeface="Courier New" panose="02070309020205020404" pitchFamily="49" charset="0"/>
              </a:rPr>
              <a:t>null</a:t>
            </a:r>
            <a:r>
              <a:rPr lang="fr-FR" altLang="fr-FR" sz="1400" dirty="0">
                <a:latin typeface="Courier New" panose="02070309020205020404" pitchFamily="49" charset="0"/>
                <a:cs typeface="Courier New" panose="02070309020205020404" pitchFamily="49" charset="0"/>
              </a:rPr>
              <a:t>,</a:t>
            </a:r>
          </a:p>
          <a:p>
            <a:pPr lvl="0" eaLnBrk="0" fontAlgn="base" hangingPunct="0">
              <a:spcBef>
                <a:spcPct val="0"/>
              </a:spcBef>
              <a:spcAft>
                <a:spcPct val="0"/>
              </a:spcAft>
            </a:pPr>
            <a:r>
              <a:rPr lang="fr-FR" altLang="fr-FR" sz="1400" dirty="0">
                <a:latin typeface="Courier New" panose="02070309020205020404" pitchFamily="49" charset="0"/>
                <a:cs typeface="Courier New" panose="02070309020205020404" pitchFamily="49" charset="0"/>
              </a:rPr>
              <a:t>}</a:t>
            </a:r>
          </a:p>
        </p:txBody>
      </p:sp>
      <p:cxnSp>
        <p:nvCxnSpPr>
          <p:cNvPr id="20" name="Connecteur droit avec flèche 19">
            <a:extLst>
              <a:ext uri="{FF2B5EF4-FFF2-40B4-BE49-F238E27FC236}">
                <a16:creationId xmlns:a16="http://schemas.microsoft.com/office/drawing/2014/main" id="{CA3D8F5F-CEF9-D90F-857C-ABDC6AF0FA51}"/>
              </a:ext>
            </a:extLst>
          </p:cNvPr>
          <p:cNvCxnSpPr>
            <a:cxnSpLocks/>
            <a:stCxn id="21" idx="3"/>
          </p:cNvCxnSpPr>
          <p:nvPr/>
        </p:nvCxnSpPr>
        <p:spPr bwMode="gray">
          <a:xfrm>
            <a:off x="2114964" y="4248333"/>
            <a:ext cx="1020090" cy="11211"/>
          </a:xfrm>
          <a:prstGeom prst="straightConnector1">
            <a:avLst/>
          </a:prstGeom>
          <a:noFill/>
          <a:ln w="38100">
            <a:solidFill>
              <a:schemeClr val="accent1"/>
            </a:solidFill>
            <a:round/>
            <a:headEnd/>
            <a:tailEnd type="triangle"/>
          </a:ln>
          <a:effectLst/>
        </p:spPr>
      </p:cxnSp>
      <p:sp>
        <p:nvSpPr>
          <p:cNvPr id="21" name="ZoneTexte 20">
            <a:extLst>
              <a:ext uri="{FF2B5EF4-FFF2-40B4-BE49-F238E27FC236}">
                <a16:creationId xmlns:a16="http://schemas.microsoft.com/office/drawing/2014/main" id="{BC7C4BF5-27C7-58A9-C7AD-755C6726A3F3}"/>
              </a:ext>
            </a:extLst>
          </p:cNvPr>
          <p:cNvSpPr txBox="1"/>
          <p:nvPr/>
        </p:nvSpPr>
        <p:spPr>
          <a:xfrm>
            <a:off x="1119106" y="4120842"/>
            <a:ext cx="995858" cy="254981"/>
          </a:xfrm>
          <a:prstGeom prst="rect">
            <a:avLst/>
          </a:prstGeom>
        </p:spPr>
        <p:txBody>
          <a:bodyPr vert="horz" wrap="square" lIns="0" tIns="0" rIns="0" bIns="0" rtlCol="0" anchor="t" anchorCtr="0">
            <a:normAutofit/>
          </a:bodyPr>
          <a:lstStyle/>
          <a:p>
            <a:r>
              <a:rPr lang="fr-FR" sz="1600" b="1" dirty="0">
                <a:solidFill>
                  <a:srgbClr val="5236AB"/>
                </a:solidFill>
              </a:rPr>
              <a:t>Nombre</a:t>
            </a:r>
          </a:p>
        </p:txBody>
      </p:sp>
      <p:sp>
        <p:nvSpPr>
          <p:cNvPr id="30" name="ZoneTexte 29">
            <a:extLst>
              <a:ext uri="{FF2B5EF4-FFF2-40B4-BE49-F238E27FC236}">
                <a16:creationId xmlns:a16="http://schemas.microsoft.com/office/drawing/2014/main" id="{4B0BEDDC-85CE-E457-BFF5-A8601FAEDE97}"/>
              </a:ext>
            </a:extLst>
          </p:cNvPr>
          <p:cNvSpPr txBox="1"/>
          <p:nvPr/>
        </p:nvSpPr>
        <p:spPr>
          <a:xfrm>
            <a:off x="1120784" y="4360350"/>
            <a:ext cx="989714" cy="254981"/>
          </a:xfrm>
          <a:prstGeom prst="rect">
            <a:avLst/>
          </a:prstGeom>
        </p:spPr>
        <p:txBody>
          <a:bodyPr vert="horz" wrap="square" lIns="0" tIns="0" rIns="0" bIns="0" rtlCol="0" anchor="t" anchorCtr="0">
            <a:normAutofit/>
          </a:bodyPr>
          <a:lstStyle/>
          <a:p>
            <a:r>
              <a:rPr lang="fr-FR" sz="1600" b="1" dirty="0">
                <a:solidFill>
                  <a:srgbClr val="5236AB"/>
                </a:solidFill>
              </a:rPr>
              <a:t>Texte</a:t>
            </a:r>
          </a:p>
        </p:txBody>
      </p:sp>
      <p:cxnSp>
        <p:nvCxnSpPr>
          <p:cNvPr id="33" name="Connecteur droit avec flèche 32">
            <a:extLst>
              <a:ext uri="{FF2B5EF4-FFF2-40B4-BE49-F238E27FC236}">
                <a16:creationId xmlns:a16="http://schemas.microsoft.com/office/drawing/2014/main" id="{14387970-3F83-F9D2-EB2B-DACBADDD3361}"/>
              </a:ext>
            </a:extLst>
          </p:cNvPr>
          <p:cNvCxnSpPr>
            <a:cxnSpLocks/>
            <a:stCxn id="30" idx="3"/>
          </p:cNvCxnSpPr>
          <p:nvPr/>
        </p:nvCxnSpPr>
        <p:spPr bwMode="gray">
          <a:xfrm flipV="1">
            <a:off x="2110498" y="4487840"/>
            <a:ext cx="1015216" cy="1"/>
          </a:xfrm>
          <a:prstGeom prst="straightConnector1">
            <a:avLst/>
          </a:prstGeom>
          <a:noFill/>
          <a:ln w="38100">
            <a:solidFill>
              <a:schemeClr val="accent1"/>
            </a:solidFill>
            <a:round/>
            <a:headEnd/>
            <a:tailEnd type="triangle"/>
          </a:ln>
          <a:effectLst/>
        </p:spPr>
      </p:cxnSp>
      <p:sp>
        <p:nvSpPr>
          <p:cNvPr id="35" name="ZoneTexte 34">
            <a:extLst>
              <a:ext uri="{FF2B5EF4-FFF2-40B4-BE49-F238E27FC236}">
                <a16:creationId xmlns:a16="http://schemas.microsoft.com/office/drawing/2014/main" id="{CE03FE88-B182-A552-046F-BDBD5DEABCCD}"/>
              </a:ext>
            </a:extLst>
          </p:cNvPr>
          <p:cNvSpPr txBox="1"/>
          <p:nvPr/>
        </p:nvSpPr>
        <p:spPr>
          <a:xfrm>
            <a:off x="1127473" y="4599858"/>
            <a:ext cx="983025" cy="254981"/>
          </a:xfrm>
          <a:prstGeom prst="rect">
            <a:avLst/>
          </a:prstGeom>
        </p:spPr>
        <p:txBody>
          <a:bodyPr vert="horz" wrap="square" lIns="0" tIns="0" rIns="0" bIns="0" rtlCol="0" anchor="t" anchorCtr="0">
            <a:normAutofit/>
          </a:bodyPr>
          <a:lstStyle/>
          <a:p>
            <a:r>
              <a:rPr lang="fr-FR" sz="1600" b="1" dirty="0">
                <a:solidFill>
                  <a:srgbClr val="5236AB"/>
                </a:solidFill>
              </a:rPr>
              <a:t>Booléen</a:t>
            </a:r>
          </a:p>
        </p:txBody>
      </p:sp>
      <p:cxnSp>
        <p:nvCxnSpPr>
          <p:cNvPr id="39" name="Connecteur droit avec flèche 38">
            <a:extLst>
              <a:ext uri="{FF2B5EF4-FFF2-40B4-BE49-F238E27FC236}">
                <a16:creationId xmlns:a16="http://schemas.microsoft.com/office/drawing/2014/main" id="{07277FA2-6A11-CA6A-FA6C-09F668788318}"/>
              </a:ext>
            </a:extLst>
          </p:cNvPr>
          <p:cNvCxnSpPr>
            <a:cxnSpLocks/>
            <a:stCxn id="35" idx="3"/>
          </p:cNvCxnSpPr>
          <p:nvPr/>
        </p:nvCxnSpPr>
        <p:spPr bwMode="gray">
          <a:xfrm>
            <a:off x="2110498" y="4727349"/>
            <a:ext cx="1015216" cy="0"/>
          </a:xfrm>
          <a:prstGeom prst="straightConnector1">
            <a:avLst/>
          </a:prstGeom>
          <a:noFill/>
          <a:ln w="38100">
            <a:solidFill>
              <a:schemeClr val="accent1"/>
            </a:solidFill>
            <a:round/>
            <a:headEnd/>
            <a:tailEnd type="triangle"/>
          </a:ln>
          <a:effectLst/>
        </p:spPr>
      </p:cxnSp>
      <p:sp>
        <p:nvSpPr>
          <p:cNvPr id="44" name="ZoneTexte 43">
            <a:extLst>
              <a:ext uri="{FF2B5EF4-FFF2-40B4-BE49-F238E27FC236}">
                <a16:creationId xmlns:a16="http://schemas.microsoft.com/office/drawing/2014/main" id="{3E786B8C-F1CD-2F6F-A752-FD3FD0735BAF}"/>
              </a:ext>
            </a:extLst>
          </p:cNvPr>
          <p:cNvSpPr txBox="1"/>
          <p:nvPr/>
        </p:nvSpPr>
        <p:spPr>
          <a:xfrm>
            <a:off x="9602470" y="4249681"/>
            <a:ext cx="953400" cy="254981"/>
          </a:xfrm>
          <a:prstGeom prst="rect">
            <a:avLst/>
          </a:prstGeom>
        </p:spPr>
        <p:txBody>
          <a:bodyPr vert="horz" wrap="square" lIns="0" tIns="0" rIns="0" bIns="0" rtlCol="0" anchor="t" anchorCtr="0">
            <a:normAutofit/>
          </a:bodyPr>
          <a:lstStyle/>
          <a:p>
            <a:pPr algn="ctr"/>
            <a:r>
              <a:rPr lang="fr-FR" sz="1600" b="1" dirty="0">
                <a:solidFill>
                  <a:srgbClr val="5236AB"/>
                </a:solidFill>
              </a:rPr>
              <a:t>Objets</a:t>
            </a:r>
          </a:p>
        </p:txBody>
      </p:sp>
      <p:cxnSp>
        <p:nvCxnSpPr>
          <p:cNvPr id="45" name="Connecteur droit avec flèche 44">
            <a:extLst>
              <a:ext uri="{FF2B5EF4-FFF2-40B4-BE49-F238E27FC236}">
                <a16:creationId xmlns:a16="http://schemas.microsoft.com/office/drawing/2014/main" id="{7ED5AFAE-BEA8-B5C3-6652-70123FCAFC5F}"/>
              </a:ext>
            </a:extLst>
          </p:cNvPr>
          <p:cNvCxnSpPr>
            <a:cxnSpLocks/>
            <a:stCxn id="44" idx="1"/>
          </p:cNvCxnSpPr>
          <p:nvPr/>
        </p:nvCxnSpPr>
        <p:spPr bwMode="gray">
          <a:xfrm flipH="1">
            <a:off x="8222244" y="4377172"/>
            <a:ext cx="1380226" cy="524652"/>
          </a:xfrm>
          <a:prstGeom prst="straightConnector1">
            <a:avLst/>
          </a:prstGeom>
          <a:noFill/>
          <a:ln w="38100">
            <a:solidFill>
              <a:schemeClr val="accent1"/>
            </a:solidFill>
            <a:round/>
            <a:headEnd/>
            <a:tailEnd type="triangle"/>
          </a:ln>
          <a:effectLst/>
        </p:spPr>
      </p:cxnSp>
      <p:cxnSp>
        <p:nvCxnSpPr>
          <p:cNvPr id="49" name="Connecteur droit avec flèche 48">
            <a:extLst>
              <a:ext uri="{FF2B5EF4-FFF2-40B4-BE49-F238E27FC236}">
                <a16:creationId xmlns:a16="http://schemas.microsoft.com/office/drawing/2014/main" id="{80C4DCF3-F1EB-443D-4FD1-4656AE341D76}"/>
              </a:ext>
            </a:extLst>
          </p:cNvPr>
          <p:cNvCxnSpPr>
            <a:cxnSpLocks/>
            <a:stCxn id="44" idx="1"/>
          </p:cNvCxnSpPr>
          <p:nvPr/>
        </p:nvCxnSpPr>
        <p:spPr bwMode="gray">
          <a:xfrm flipH="1" flipV="1">
            <a:off x="3193044" y="4104442"/>
            <a:ext cx="6409426" cy="272730"/>
          </a:xfrm>
          <a:prstGeom prst="straightConnector1">
            <a:avLst/>
          </a:prstGeom>
          <a:noFill/>
          <a:ln w="38100">
            <a:solidFill>
              <a:schemeClr val="accent1"/>
            </a:solidFill>
            <a:round/>
            <a:headEnd/>
            <a:tailEnd type="triangle"/>
          </a:ln>
          <a:effectLst/>
        </p:spPr>
      </p:cxnSp>
      <p:sp>
        <p:nvSpPr>
          <p:cNvPr id="52" name="ZoneTexte 51">
            <a:extLst>
              <a:ext uri="{FF2B5EF4-FFF2-40B4-BE49-F238E27FC236}">
                <a16:creationId xmlns:a16="http://schemas.microsoft.com/office/drawing/2014/main" id="{A18864A8-76F6-3E68-9913-9F417E1611AF}"/>
              </a:ext>
            </a:extLst>
          </p:cNvPr>
          <p:cNvSpPr txBox="1"/>
          <p:nvPr/>
        </p:nvSpPr>
        <p:spPr>
          <a:xfrm>
            <a:off x="9470065" y="5155871"/>
            <a:ext cx="1756149" cy="290478"/>
          </a:xfrm>
          <a:prstGeom prst="rect">
            <a:avLst/>
          </a:prstGeom>
        </p:spPr>
        <p:txBody>
          <a:bodyPr vert="horz" wrap="square" lIns="0" tIns="0" rIns="0" bIns="0" rtlCol="0" anchor="t" anchorCtr="0">
            <a:normAutofit/>
          </a:bodyPr>
          <a:lstStyle/>
          <a:p>
            <a:pPr algn="ctr"/>
            <a:r>
              <a:rPr lang="fr-FR" sz="1600" b="1" dirty="0">
                <a:solidFill>
                  <a:srgbClr val="5236AB"/>
                </a:solidFill>
              </a:rPr>
              <a:t>Liste / tableau</a:t>
            </a:r>
          </a:p>
        </p:txBody>
      </p:sp>
      <p:cxnSp>
        <p:nvCxnSpPr>
          <p:cNvPr id="53" name="Connecteur droit avec flèche 52">
            <a:extLst>
              <a:ext uri="{FF2B5EF4-FFF2-40B4-BE49-F238E27FC236}">
                <a16:creationId xmlns:a16="http://schemas.microsoft.com/office/drawing/2014/main" id="{2AC9824A-760E-F979-4049-6B15EABE8D81}"/>
              </a:ext>
            </a:extLst>
          </p:cNvPr>
          <p:cNvCxnSpPr>
            <a:cxnSpLocks/>
            <a:stCxn id="52" idx="1"/>
          </p:cNvCxnSpPr>
          <p:nvPr/>
        </p:nvCxnSpPr>
        <p:spPr bwMode="gray">
          <a:xfrm flipH="1" flipV="1">
            <a:off x="4467225" y="5255139"/>
            <a:ext cx="5002840" cy="45971"/>
          </a:xfrm>
          <a:prstGeom prst="straightConnector1">
            <a:avLst/>
          </a:prstGeom>
          <a:noFill/>
          <a:ln w="38100">
            <a:solidFill>
              <a:schemeClr val="accent1"/>
            </a:solidFill>
            <a:round/>
            <a:headEnd/>
            <a:tailEnd type="triangle"/>
          </a:ln>
          <a:effectLst/>
        </p:spPr>
      </p:cxnSp>
      <p:sp>
        <p:nvSpPr>
          <p:cNvPr id="60" name="ZoneTexte 59">
            <a:extLst>
              <a:ext uri="{FF2B5EF4-FFF2-40B4-BE49-F238E27FC236}">
                <a16:creationId xmlns:a16="http://schemas.microsoft.com/office/drawing/2014/main" id="{E0D989DA-DFE1-04B0-041D-444464D8729E}"/>
              </a:ext>
            </a:extLst>
          </p:cNvPr>
          <p:cNvSpPr txBox="1"/>
          <p:nvPr/>
        </p:nvSpPr>
        <p:spPr>
          <a:xfrm>
            <a:off x="9470065" y="5853041"/>
            <a:ext cx="1502736" cy="290478"/>
          </a:xfrm>
          <a:prstGeom prst="rect">
            <a:avLst/>
          </a:prstGeom>
        </p:spPr>
        <p:txBody>
          <a:bodyPr vert="horz" wrap="square" lIns="0" tIns="0" rIns="0" bIns="0" rtlCol="0" anchor="t" anchorCtr="0">
            <a:normAutofit/>
          </a:bodyPr>
          <a:lstStyle/>
          <a:p>
            <a:pPr algn="ctr"/>
            <a:r>
              <a:rPr lang="fr-FR" sz="1600" b="1" dirty="0">
                <a:solidFill>
                  <a:srgbClr val="5236AB"/>
                </a:solidFill>
              </a:rPr>
              <a:t>Champ </a:t>
            </a:r>
            <a:r>
              <a:rPr lang="fr-FR" sz="1600" b="1" dirty="0" err="1">
                <a:solidFill>
                  <a:srgbClr val="5236AB"/>
                </a:solidFill>
              </a:rPr>
              <a:t>null</a:t>
            </a:r>
            <a:endParaRPr lang="fr-FR" sz="1600" b="1" dirty="0">
              <a:solidFill>
                <a:srgbClr val="5236AB"/>
              </a:solidFill>
            </a:endParaRPr>
          </a:p>
        </p:txBody>
      </p:sp>
      <p:cxnSp>
        <p:nvCxnSpPr>
          <p:cNvPr id="61" name="Connecteur droit avec flèche 60">
            <a:extLst>
              <a:ext uri="{FF2B5EF4-FFF2-40B4-BE49-F238E27FC236}">
                <a16:creationId xmlns:a16="http://schemas.microsoft.com/office/drawing/2014/main" id="{E8B5861A-987D-CD4F-9FC0-7812BDD89E6C}"/>
              </a:ext>
            </a:extLst>
          </p:cNvPr>
          <p:cNvCxnSpPr>
            <a:cxnSpLocks/>
            <a:stCxn id="60" idx="1"/>
          </p:cNvCxnSpPr>
          <p:nvPr/>
        </p:nvCxnSpPr>
        <p:spPr bwMode="gray">
          <a:xfrm flipH="1">
            <a:off x="4905375" y="5998280"/>
            <a:ext cx="4564690" cy="35428"/>
          </a:xfrm>
          <a:prstGeom prst="straightConnector1">
            <a:avLst/>
          </a:prstGeom>
          <a:noFill/>
          <a:ln w="38100">
            <a:solidFill>
              <a:schemeClr val="accent1"/>
            </a:solidFill>
            <a:round/>
            <a:headEnd/>
            <a:tailEnd type="triangle"/>
          </a:ln>
          <a:effectLst/>
        </p:spPr>
      </p:cxnSp>
      <p:pic>
        <p:nvPicPr>
          <p:cNvPr id="1034" name="Picture 10" descr="Fichier json - Icônes interface gratuites">
            <a:extLst>
              <a:ext uri="{FF2B5EF4-FFF2-40B4-BE49-F238E27FC236}">
                <a16:creationId xmlns:a16="http://schemas.microsoft.com/office/drawing/2014/main" id="{A084A388-E9E0-611F-C796-4A36708DE4A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46666" y="1854930"/>
            <a:ext cx="1665870" cy="166587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Parse JSON Statham · ProgrammerHumor.io">
            <a:extLst>
              <a:ext uri="{FF2B5EF4-FFF2-40B4-BE49-F238E27FC236}">
                <a16:creationId xmlns:a16="http://schemas.microsoft.com/office/drawing/2014/main" id="{4469BB66-02E8-B6D7-4F0B-94C90163D61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88495" y="1937662"/>
            <a:ext cx="1860240" cy="149077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9" name="Tableau 78">
            <a:extLst>
              <a:ext uri="{FF2B5EF4-FFF2-40B4-BE49-F238E27FC236}">
                <a16:creationId xmlns:a16="http://schemas.microsoft.com/office/drawing/2014/main" id="{625CA76D-7980-D59D-FF04-DECBCDB52751}"/>
              </a:ext>
            </a:extLst>
          </p:cNvPr>
          <p:cNvGraphicFramePr>
            <a:graphicFrameLocks noGrp="1"/>
          </p:cNvGraphicFramePr>
          <p:nvPr>
            <p:extLst>
              <p:ext uri="{D42A27DB-BD31-4B8C-83A1-F6EECF244321}">
                <p14:modId xmlns:p14="http://schemas.microsoft.com/office/powerpoint/2010/main" val="2671417737"/>
              </p:ext>
            </p:extLst>
          </p:nvPr>
        </p:nvGraphicFramePr>
        <p:xfrm>
          <a:off x="7946666" y="1429142"/>
          <a:ext cx="3605619" cy="2355846"/>
        </p:xfrm>
        <a:graphic>
          <a:graphicData uri="http://schemas.openxmlformats.org/drawingml/2006/table">
            <a:tbl>
              <a:tblPr firstRow="1" bandRow="1">
                <a:tableStyleId>{5C22544A-7EE6-4342-B048-85BDC9FD1C3A}</a:tableStyleId>
              </a:tblPr>
              <a:tblGrid>
                <a:gridCol w="1277225">
                  <a:extLst>
                    <a:ext uri="{9D8B030D-6E8A-4147-A177-3AD203B41FA5}">
                      <a16:colId xmlns:a16="http://schemas.microsoft.com/office/drawing/2014/main" val="3072294022"/>
                    </a:ext>
                  </a:extLst>
                </a:gridCol>
                <a:gridCol w="2328394">
                  <a:extLst>
                    <a:ext uri="{9D8B030D-6E8A-4147-A177-3AD203B41FA5}">
                      <a16:colId xmlns:a16="http://schemas.microsoft.com/office/drawing/2014/main" val="862336008"/>
                    </a:ext>
                  </a:extLst>
                </a:gridCol>
              </a:tblGrid>
              <a:tr h="333288">
                <a:tc>
                  <a:txBody>
                    <a:bodyPr/>
                    <a:lstStyle/>
                    <a:p>
                      <a:r>
                        <a:rPr lang="fr-FR" sz="1050" dirty="0"/>
                        <a:t>Type</a:t>
                      </a:r>
                    </a:p>
                  </a:txBody>
                  <a:tcPr/>
                </a:tc>
                <a:tc>
                  <a:txBody>
                    <a:bodyPr/>
                    <a:lstStyle/>
                    <a:p>
                      <a:r>
                        <a:rPr lang="fr-FR" sz="1050" dirty="0"/>
                        <a:t>Format / exemple</a:t>
                      </a:r>
                    </a:p>
                  </a:txBody>
                  <a:tcPr/>
                </a:tc>
                <a:extLst>
                  <a:ext uri="{0D108BD9-81ED-4DB2-BD59-A6C34878D82A}">
                    <a16:rowId xmlns:a16="http://schemas.microsoft.com/office/drawing/2014/main" val="3587025586"/>
                  </a:ext>
                </a:extLst>
              </a:tr>
              <a:tr h="356118">
                <a:tc>
                  <a:txBody>
                    <a:bodyPr/>
                    <a:lstStyle/>
                    <a:p>
                      <a:r>
                        <a:rPr lang="fr-FR" sz="1000" b="1" dirty="0"/>
                        <a:t>Nombre</a:t>
                      </a:r>
                    </a:p>
                  </a:txBody>
                  <a:tcPr/>
                </a:tc>
                <a:tc>
                  <a:txBody>
                    <a:bodyPr/>
                    <a:lstStyle/>
                    <a:p>
                      <a:r>
                        <a:rPr lang="fr-FR" sz="1000" i="1" dirty="0"/>
                        <a:t>42</a:t>
                      </a:r>
                      <a:r>
                        <a:rPr lang="fr-FR" sz="1000" dirty="0"/>
                        <a:t> (sans guillemets)</a:t>
                      </a:r>
                    </a:p>
                  </a:txBody>
                  <a:tcPr/>
                </a:tc>
                <a:extLst>
                  <a:ext uri="{0D108BD9-81ED-4DB2-BD59-A6C34878D82A}">
                    <a16:rowId xmlns:a16="http://schemas.microsoft.com/office/drawing/2014/main" val="2748912389"/>
                  </a:ext>
                </a:extLst>
              </a:tr>
              <a:tr h="333288">
                <a:tc>
                  <a:txBody>
                    <a:bodyPr/>
                    <a:lstStyle/>
                    <a:p>
                      <a:r>
                        <a:rPr lang="fr-FR" sz="1000" b="1" dirty="0"/>
                        <a:t>Texte</a:t>
                      </a:r>
                    </a:p>
                  </a:txBody>
                  <a:tcPr/>
                </a:tc>
                <a:tc>
                  <a:txBody>
                    <a:bodyPr/>
                    <a:lstStyle/>
                    <a:p>
                      <a:r>
                        <a:rPr lang="fr-FR" altLang="fr-FR" sz="1000" b="1" i="1" dirty="0">
                          <a:latin typeface="Courier New" panose="02070309020205020404" pitchFamily="49" charset="0"/>
                          <a:cs typeface="Courier New" panose="02070309020205020404" pitchFamily="49" charset="0"/>
                        </a:rPr>
                        <a:t>"</a:t>
                      </a:r>
                      <a:r>
                        <a:rPr lang="fr-FR" sz="1000" b="1" i="1" dirty="0"/>
                        <a:t>valeur</a:t>
                      </a:r>
                      <a:r>
                        <a:rPr lang="fr-FR" altLang="fr-FR" sz="1000" b="1" i="1" dirty="0">
                          <a:latin typeface="Courier New" panose="02070309020205020404" pitchFamily="49" charset="0"/>
                          <a:cs typeface="Courier New" panose="02070309020205020404" pitchFamily="49" charset="0"/>
                        </a:rPr>
                        <a:t>"</a:t>
                      </a:r>
                      <a:r>
                        <a:rPr lang="fr-FR" sz="1000" b="1" i="1" dirty="0"/>
                        <a:t> </a:t>
                      </a:r>
                      <a:r>
                        <a:rPr lang="fr-FR" sz="1000" dirty="0"/>
                        <a:t>(avec guillemets)</a:t>
                      </a:r>
                    </a:p>
                  </a:txBody>
                  <a:tcPr/>
                </a:tc>
                <a:extLst>
                  <a:ext uri="{0D108BD9-81ED-4DB2-BD59-A6C34878D82A}">
                    <a16:rowId xmlns:a16="http://schemas.microsoft.com/office/drawing/2014/main" val="4157374393"/>
                  </a:ext>
                </a:extLst>
              </a:tr>
              <a:tr h="333288">
                <a:tc>
                  <a:txBody>
                    <a:bodyPr/>
                    <a:lstStyle/>
                    <a:p>
                      <a:r>
                        <a:rPr lang="fr-FR" sz="1000" b="1" dirty="0"/>
                        <a:t>Booléen</a:t>
                      </a:r>
                    </a:p>
                  </a:txBody>
                  <a:tcPr/>
                </a:tc>
                <a:tc>
                  <a:txBody>
                    <a:bodyPr/>
                    <a:lstStyle/>
                    <a:p>
                      <a:r>
                        <a:rPr lang="fr-FR" sz="1000" b="1" i="1" dirty="0" err="1"/>
                        <a:t>true</a:t>
                      </a:r>
                      <a:r>
                        <a:rPr lang="fr-FR" sz="1000" dirty="0"/>
                        <a:t> / </a:t>
                      </a:r>
                      <a:r>
                        <a:rPr lang="fr-FR" sz="1000" b="1" i="1" dirty="0"/>
                        <a:t>false</a:t>
                      </a:r>
                      <a:r>
                        <a:rPr lang="fr-FR" sz="1000" dirty="0"/>
                        <a:t> (sans guillemets)</a:t>
                      </a:r>
                    </a:p>
                  </a:txBody>
                  <a:tcPr/>
                </a:tc>
                <a:extLst>
                  <a:ext uri="{0D108BD9-81ED-4DB2-BD59-A6C34878D82A}">
                    <a16:rowId xmlns:a16="http://schemas.microsoft.com/office/drawing/2014/main" val="1859756797"/>
                  </a:ext>
                </a:extLst>
              </a:tr>
              <a:tr h="333288">
                <a:tc>
                  <a:txBody>
                    <a:bodyPr/>
                    <a:lstStyle/>
                    <a:p>
                      <a:r>
                        <a:rPr lang="fr-FR" sz="1000" b="1" dirty="0"/>
                        <a:t>Tableau / liste</a:t>
                      </a:r>
                    </a:p>
                  </a:txBody>
                  <a:tcPr/>
                </a:tc>
                <a:tc>
                  <a:txBody>
                    <a:bodyPr/>
                    <a:lstStyle/>
                    <a:p>
                      <a:r>
                        <a:rPr lang="fr-FR" sz="1000" b="1" i="1" dirty="0"/>
                        <a:t>[…]</a:t>
                      </a:r>
                    </a:p>
                  </a:txBody>
                  <a:tcPr/>
                </a:tc>
                <a:extLst>
                  <a:ext uri="{0D108BD9-81ED-4DB2-BD59-A6C34878D82A}">
                    <a16:rowId xmlns:a16="http://schemas.microsoft.com/office/drawing/2014/main" val="4111292109"/>
                  </a:ext>
                </a:extLst>
              </a:tr>
              <a:tr h="333288">
                <a:tc>
                  <a:txBody>
                    <a:bodyPr/>
                    <a:lstStyle/>
                    <a:p>
                      <a:r>
                        <a:rPr lang="fr-FR" sz="1000" b="1" dirty="0"/>
                        <a:t>Objet</a:t>
                      </a:r>
                    </a:p>
                  </a:txBody>
                  <a:tcPr/>
                </a:tc>
                <a:tc>
                  <a:txBody>
                    <a:bodyPr/>
                    <a:lstStyle/>
                    <a:p>
                      <a:r>
                        <a:rPr lang="fr-FR" sz="1000" b="0" i="1" dirty="0"/>
                        <a:t>{…}</a:t>
                      </a:r>
                    </a:p>
                  </a:txBody>
                  <a:tcPr/>
                </a:tc>
                <a:extLst>
                  <a:ext uri="{0D108BD9-81ED-4DB2-BD59-A6C34878D82A}">
                    <a16:rowId xmlns:a16="http://schemas.microsoft.com/office/drawing/2014/main" val="815454407"/>
                  </a:ext>
                </a:extLst>
              </a:tr>
              <a:tr h="333288">
                <a:tc>
                  <a:txBody>
                    <a:bodyPr/>
                    <a:lstStyle/>
                    <a:p>
                      <a:r>
                        <a:rPr lang="fr-FR" sz="1000" b="1" dirty="0" err="1"/>
                        <a:t>null</a:t>
                      </a:r>
                      <a:endParaRPr lang="fr-FR" sz="1000" b="1" dirty="0"/>
                    </a:p>
                  </a:txBody>
                  <a:tcPr/>
                </a:tc>
                <a:tc>
                  <a:txBody>
                    <a:bodyPr/>
                    <a:lstStyle/>
                    <a:p>
                      <a:r>
                        <a:rPr lang="fr-FR" sz="1000" b="1" i="1" dirty="0" err="1"/>
                        <a:t>null</a:t>
                      </a:r>
                      <a:r>
                        <a:rPr lang="fr-FR" sz="1000" dirty="0"/>
                        <a:t> ou champ absent</a:t>
                      </a:r>
                    </a:p>
                  </a:txBody>
                  <a:tcPr/>
                </a:tc>
                <a:extLst>
                  <a:ext uri="{0D108BD9-81ED-4DB2-BD59-A6C34878D82A}">
                    <a16:rowId xmlns:a16="http://schemas.microsoft.com/office/drawing/2014/main" val="1817901338"/>
                  </a:ext>
                </a:extLst>
              </a:tr>
            </a:tbl>
          </a:graphicData>
        </a:graphic>
      </p:graphicFrame>
    </p:spTree>
    <p:extLst>
      <p:ext uri="{BB962C8B-B14F-4D97-AF65-F5344CB8AC3E}">
        <p14:creationId xmlns:p14="http://schemas.microsoft.com/office/powerpoint/2010/main" val="128889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0" grpId="0"/>
      <p:bldP spid="35" grpId="0"/>
      <p:bldP spid="44" grpId="0"/>
      <p:bldP spid="52" grpId="0"/>
      <p:bldP spid="6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9FDE8-4D43-6D69-7B33-749BE67B1DED}"/>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D385BFB6-44ED-188A-7ECC-7A5AFB154414}"/>
              </a:ext>
            </a:extLst>
          </p:cNvPr>
          <p:cNvSpPr>
            <a:spLocks noGrp="1"/>
          </p:cNvSpPr>
          <p:nvPr>
            <p:ph type="title"/>
          </p:nvPr>
        </p:nvSpPr>
        <p:spPr/>
        <p:txBody>
          <a:bodyPr/>
          <a:lstStyle/>
          <a:p>
            <a:r>
              <a:rPr lang="fr-FR" noProof="0" dirty="0"/>
              <a:t>API REST</a:t>
            </a:r>
          </a:p>
        </p:txBody>
      </p:sp>
      <p:sp>
        <p:nvSpPr>
          <p:cNvPr id="2" name="Espace réservé du numéro de diapositive 1">
            <a:extLst>
              <a:ext uri="{FF2B5EF4-FFF2-40B4-BE49-F238E27FC236}">
                <a16:creationId xmlns:a16="http://schemas.microsoft.com/office/drawing/2014/main" id="{EC4187E1-9E3F-CBF3-B18D-2179AF6E3D05}"/>
              </a:ext>
            </a:extLst>
          </p:cNvPr>
          <p:cNvSpPr>
            <a:spLocks noGrp="1"/>
          </p:cNvSpPr>
          <p:nvPr>
            <p:ph type="sldNum" sz="quarter" idx="4"/>
          </p:nvPr>
        </p:nvSpPr>
        <p:spPr/>
        <p:txBody>
          <a:bodyPr/>
          <a:lstStyle/>
          <a:p>
            <a:fld id="{525A3C56-E491-49B2-93F3-63532DF516BC}" type="slidenum">
              <a:rPr lang="en-CA" smtClean="0"/>
              <a:t>32</a:t>
            </a:fld>
            <a:endParaRPr lang="en-CA"/>
          </a:p>
        </p:txBody>
      </p:sp>
    </p:spTree>
    <p:extLst>
      <p:ext uri="{BB962C8B-B14F-4D97-AF65-F5344CB8AC3E}">
        <p14:creationId xmlns:p14="http://schemas.microsoft.com/office/powerpoint/2010/main" val="2393323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A75D8-8964-873E-72B0-C97B807C2A21}"/>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01A969F-C594-7604-53C7-68A4197C3490}"/>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dirty="0"/>
              <a:t>API (Application </a:t>
            </a:r>
            <a:r>
              <a:rPr lang="fr-FR" dirty="0" err="1"/>
              <a:t>Programming</a:t>
            </a:r>
            <a:r>
              <a:rPr lang="fr-FR" dirty="0"/>
              <a:t> Interface) WEB - Généralités</a:t>
            </a:r>
            <a:endParaRPr lang="fr-FR" noProof="0" dirty="0"/>
          </a:p>
        </p:txBody>
      </p:sp>
      <p:sp>
        <p:nvSpPr>
          <p:cNvPr id="3" name="Espace réservé du numéro de diapositive 2">
            <a:extLst>
              <a:ext uri="{FF2B5EF4-FFF2-40B4-BE49-F238E27FC236}">
                <a16:creationId xmlns:a16="http://schemas.microsoft.com/office/drawing/2014/main" id="{44767092-D513-ABA9-B3AD-5A6068610374}"/>
              </a:ext>
            </a:extLst>
          </p:cNvPr>
          <p:cNvSpPr>
            <a:spLocks noGrp="1"/>
          </p:cNvSpPr>
          <p:nvPr>
            <p:ph type="sldNum" sz="quarter" idx="10"/>
          </p:nvPr>
        </p:nvSpPr>
        <p:spPr/>
        <p:txBody>
          <a:bodyPr/>
          <a:lstStyle/>
          <a:p>
            <a:fld id="{525A3C56-E491-49B2-93F3-63532DF516BC}" type="slidenum">
              <a:rPr lang="en-CA" smtClean="0"/>
              <a:t>33</a:t>
            </a:fld>
            <a:endParaRPr lang="en-CA"/>
          </a:p>
        </p:txBody>
      </p:sp>
      <p:sp>
        <p:nvSpPr>
          <p:cNvPr id="5" name="TextBox 10">
            <a:extLst>
              <a:ext uri="{FF2B5EF4-FFF2-40B4-BE49-F238E27FC236}">
                <a16:creationId xmlns:a16="http://schemas.microsoft.com/office/drawing/2014/main" id="{283D748D-EE3F-31ED-BD8A-462DBB6B4197}"/>
              </a:ext>
            </a:extLst>
          </p:cNvPr>
          <p:cNvSpPr txBox="1"/>
          <p:nvPr/>
        </p:nvSpPr>
        <p:spPr>
          <a:xfrm>
            <a:off x="843742" y="1708265"/>
            <a:ext cx="10580952" cy="92955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fontAlgn="base">
              <a:lnSpc>
                <a:spcPct val="150000"/>
              </a:lnSpc>
              <a:buFont typeface="Arial" panose="020B0604020202020204" pitchFamily="34" charset="0"/>
              <a:buChar char="•"/>
            </a:pPr>
            <a:r>
              <a:rPr lang="fr-FR" sz="1400" dirty="0"/>
              <a:t>Interface qui permet à deux applications ou services de communiquer entre eux.</a:t>
            </a:r>
          </a:p>
          <a:p>
            <a:pPr marL="171450" indent="-171450" fontAlgn="base">
              <a:lnSpc>
                <a:spcPct val="150000"/>
              </a:lnSpc>
              <a:buFont typeface="Arial" panose="020B0604020202020204" pitchFamily="34" charset="0"/>
              <a:buChar char="•"/>
            </a:pPr>
            <a:r>
              <a:rPr lang="fr-FR" sz="1400" dirty="0"/>
              <a:t>Le frontend, le mobile, un autre serveur, un IoT… peuvent interroger une API.</a:t>
            </a:r>
          </a:p>
          <a:p>
            <a:pPr marL="171450" indent="-171450" fontAlgn="base">
              <a:lnSpc>
                <a:spcPct val="150000"/>
              </a:lnSpc>
              <a:buFont typeface="Arial" panose="020B0604020202020204" pitchFamily="34" charset="0"/>
              <a:buChar char="•"/>
            </a:pPr>
            <a:r>
              <a:rPr lang="fr-FR" sz="1400" dirty="0"/>
              <a:t>Une API n’est pas une technologie mais une </a:t>
            </a:r>
            <a:r>
              <a:rPr lang="fr-FR" sz="1400" b="1" dirty="0"/>
              <a:t>interface conceptuelle</a:t>
            </a:r>
          </a:p>
        </p:txBody>
      </p:sp>
      <p:pic>
        <p:nvPicPr>
          <p:cNvPr id="4" name="Picture 10" descr="GraphQL APIs for backend devs. During my software development career I… |  by Liviu Costea | HackerNoon.com | Medium">
            <a:extLst>
              <a:ext uri="{FF2B5EF4-FFF2-40B4-BE49-F238E27FC236}">
                <a16:creationId xmlns:a16="http://schemas.microsoft.com/office/drawing/2014/main" id="{0C2BEB54-09BE-4B98-6318-87D22AA1D0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5558" y="2896110"/>
            <a:ext cx="4276795" cy="240653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C2CB41AF-16AA-FA95-F051-5F1D06D00C6A}"/>
              </a:ext>
            </a:extLst>
          </p:cNvPr>
          <p:cNvSpPr txBox="1"/>
          <p:nvPr/>
        </p:nvSpPr>
        <p:spPr>
          <a:xfrm>
            <a:off x="843742" y="3309494"/>
            <a:ext cx="6096000" cy="2960875"/>
          </a:xfrm>
          <a:prstGeom prst="rect">
            <a:avLst/>
          </a:prstGeom>
          <a:noFill/>
        </p:spPr>
        <p:txBody>
          <a:bodyPr wrap="square">
            <a:spAutoFit/>
          </a:bodyPr>
          <a:lstStyle/>
          <a:p>
            <a:pPr fontAlgn="base">
              <a:lnSpc>
                <a:spcPct val="150000"/>
              </a:lnSpc>
            </a:pPr>
            <a:r>
              <a:rPr lang="fr-FR" sz="1400" b="1" dirty="0"/>
              <a:t>Une API décrit :</a:t>
            </a:r>
          </a:p>
          <a:p>
            <a:pPr marL="285750" indent="-285750" fontAlgn="base">
              <a:lnSpc>
                <a:spcPct val="150000"/>
              </a:lnSpc>
              <a:buFont typeface="Arial" panose="020B0604020202020204" pitchFamily="34" charset="0"/>
              <a:buChar char="•"/>
            </a:pPr>
            <a:r>
              <a:rPr lang="fr-FR" sz="1400" dirty="0"/>
              <a:t>des points d’accès (</a:t>
            </a:r>
            <a:r>
              <a:rPr lang="fr-FR" sz="1400" b="1" dirty="0" err="1"/>
              <a:t>endpoints</a:t>
            </a:r>
            <a:r>
              <a:rPr lang="fr-FR" sz="1400" dirty="0"/>
              <a:t>)</a:t>
            </a:r>
          </a:p>
          <a:p>
            <a:pPr marL="285750" indent="-285750" fontAlgn="base">
              <a:lnSpc>
                <a:spcPct val="150000"/>
              </a:lnSpc>
              <a:buFont typeface="Arial" panose="020B0604020202020204" pitchFamily="34" charset="0"/>
              <a:buChar char="•"/>
            </a:pPr>
            <a:r>
              <a:rPr lang="fr-FR" sz="1400" dirty="0"/>
              <a:t>des entrées (</a:t>
            </a:r>
            <a:r>
              <a:rPr lang="fr-FR" sz="1400" b="1" dirty="0"/>
              <a:t>paramètres</a:t>
            </a:r>
            <a:r>
              <a:rPr lang="fr-FR" sz="1400" dirty="0"/>
              <a:t>)</a:t>
            </a:r>
          </a:p>
          <a:p>
            <a:pPr marL="285750" indent="-285750" fontAlgn="base">
              <a:lnSpc>
                <a:spcPct val="150000"/>
              </a:lnSpc>
              <a:buFont typeface="Arial" panose="020B0604020202020204" pitchFamily="34" charset="0"/>
              <a:buChar char="•"/>
            </a:pPr>
            <a:r>
              <a:rPr lang="fr-FR" sz="1400" dirty="0"/>
              <a:t>des sorties (données retournées)</a:t>
            </a:r>
          </a:p>
          <a:p>
            <a:pPr marL="285750" indent="-285750" fontAlgn="base">
              <a:lnSpc>
                <a:spcPct val="150000"/>
              </a:lnSpc>
              <a:buFont typeface="Arial" panose="020B0604020202020204" pitchFamily="34" charset="0"/>
              <a:buChar char="•"/>
            </a:pPr>
            <a:r>
              <a:rPr lang="fr-FR" sz="1400" dirty="0"/>
              <a:t>des règles (contraintes, droits, formats…)</a:t>
            </a:r>
          </a:p>
          <a:p>
            <a:pPr fontAlgn="base">
              <a:lnSpc>
                <a:spcPct val="150000"/>
              </a:lnSpc>
            </a:pPr>
            <a:r>
              <a:rPr lang="fr-FR" sz="1400" b="1" dirty="0"/>
              <a:t>Elle peut être utilisée pour : </a:t>
            </a:r>
          </a:p>
          <a:p>
            <a:pPr marL="285750" indent="-285750" fontAlgn="base">
              <a:lnSpc>
                <a:spcPct val="150000"/>
              </a:lnSpc>
              <a:buFont typeface="Arial" panose="020B0604020202020204" pitchFamily="34" charset="0"/>
              <a:buChar char="•"/>
            </a:pPr>
            <a:r>
              <a:rPr lang="fr-FR" sz="1400" dirty="0"/>
              <a:t>récupérer des données</a:t>
            </a:r>
          </a:p>
          <a:p>
            <a:pPr marL="285750" indent="-285750" fontAlgn="base">
              <a:lnSpc>
                <a:spcPct val="150000"/>
              </a:lnSpc>
              <a:buFont typeface="Arial" panose="020B0604020202020204" pitchFamily="34" charset="0"/>
              <a:buChar char="•"/>
            </a:pPr>
            <a:r>
              <a:rPr lang="fr-FR" sz="1400" dirty="0"/>
              <a:t>envoyer des données</a:t>
            </a:r>
          </a:p>
          <a:p>
            <a:pPr marL="285750" indent="-285750" fontAlgn="base">
              <a:lnSpc>
                <a:spcPct val="150000"/>
              </a:lnSpc>
              <a:buFont typeface="Arial" panose="020B0604020202020204" pitchFamily="34" charset="0"/>
              <a:buChar char="•"/>
            </a:pPr>
            <a:r>
              <a:rPr lang="fr-FR" sz="1400" dirty="0"/>
              <a:t>effectuer une action</a:t>
            </a:r>
          </a:p>
        </p:txBody>
      </p:sp>
      <p:sp>
        <p:nvSpPr>
          <p:cNvPr id="9" name="ZoneTexte 8">
            <a:extLst>
              <a:ext uri="{FF2B5EF4-FFF2-40B4-BE49-F238E27FC236}">
                <a16:creationId xmlns:a16="http://schemas.microsoft.com/office/drawing/2014/main" id="{B9926C91-0B34-B4B9-DD55-8B633D4179D4}"/>
              </a:ext>
            </a:extLst>
          </p:cNvPr>
          <p:cNvSpPr txBox="1"/>
          <p:nvPr/>
        </p:nvSpPr>
        <p:spPr>
          <a:xfrm>
            <a:off x="843742" y="2819766"/>
            <a:ext cx="6096000" cy="307777"/>
          </a:xfrm>
          <a:prstGeom prst="rect">
            <a:avLst/>
          </a:prstGeom>
          <a:noFill/>
        </p:spPr>
        <p:txBody>
          <a:bodyPr wrap="square">
            <a:spAutoFit/>
          </a:bodyPr>
          <a:lstStyle/>
          <a:p>
            <a:r>
              <a:rPr lang="fr-FR" sz="1400" dirty="0"/>
              <a:t>Et concrètement ?</a:t>
            </a:r>
          </a:p>
        </p:txBody>
      </p:sp>
      <p:pic>
        <p:nvPicPr>
          <p:cNvPr id="2052" name="Picture 4" descr="Interface de programmation applicative API : qu'est-ce que c'est ?">
            <a:extLst>
              <a:ext uri="{FF2B5EF4-FFF2-40B4-BE49-F238E27FC236}">
                <a16:creationId xmlns:a16="http://schemas.microsoft.com/office/drawing/2014/main" id="{C392A530-56CA-0C3A-9C65-EC4530A586B1}"/>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6382" b="20414"/>
          <a:stretch>
            <a:fillRect/>
          </a:stretch>
        </p:blipFill>
        <p:spPr bwMode="auto">
          <a:xfrm>
            <a:off x="5026083" y="3429000"/>
            <a:ext cx="6322175" cy="1765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9695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5ADFF-B935-AB86-7C08-75E62DBA298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1B969AFA-8D3F-34B2-E1C4-C2CD215B5AA0}"/>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API REST (</a:t>
            </a:r>
            <a:r>
              <a:rPr lang="fr-FR" noProof="0" dirty="0" err="1"/>
              <a:t>Representational</a:t>
            </a:r>
            <a:r>
              <a:rPr lang="fr-FR" noProof="0" dirty="0"/>
              <a:t> State Transfer) - Généralités</a:t>
            </a:r>
            <a:endParaRPr lang="fr-FR" sz="3600" noProof="0" dirty="0"/>
          </a:p>
        </p:txBody>
      </p:sp>
      <p:sp>
        <p:nvSpPr>
          <p:cNvPr id="3" name="Content Placeholder 3">
            <a:extLst>
              <a:ext uri="{FF2B5EF4-FFF2-40B4-BE49-F238E27FC236}">
                <a16:creationId xmlns:a16="http://schemas.microsoft.com/office/drawing/2014/main" id="{2DFA3B3B-954C-D685-859D-BD63A7E6C8F6}"/>
              </a:ext>
            </a:extLst>
          </p:cNvPr>
          <p:cNvSpPr>
            <a:spLocks noGrp="1"/>
          </p:cNvSpPr>
          <p:nvPr/>
        </p:nvSpPr>
        <p:spPr>
          <a:xfrm>
            <a:off x="475114" y="1588445"/>
            <a:ext cx="8987863" cy="1611533"/>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spcBef>
                <a:spcPts val="0"/>
              </a:spcBef>
            </a:pPr>
            <a:r>
              <a:rPr lang="en-US" sz="1200" dirty="0"/>
              <a:t>REST = </a:t>
            </a:r>
            <a:r>
              <a:rPr lang="en-US" sz="1200" dirty="0" err="1"/>
              <a:t>modèle</a:t>
            </a:r>
            <a:r>
              <a:rPr lang="en-US" sz="1200" dirty="0"/>
              <a:t> architectural pour </a:t>
            </a:r>
            <a:r>
              <a:rPr lang="en-US" sz="1200" b="1" dirty="0" err="1"/>
              <a:t>concevoir</a:t>
            </a:r>
            <a:r>
              <a:rPr lang="en-US" sz="1200" b="1" dirty="0"/>
              <a:t> des APIs simples</a:t>
            </a:r>
            <a:r>
              <a:rPr lang="en-US" sz="1200" dirty="0"/>
              <a:t>, </a:t>
            </a:r>
            <a:r>
              <a:rPr lang="en-US" sz="1200" b="1" dirty="0" err="1"/>
              <a:t>lisibles</a:t>
            </a:r>
            <a:r>
              <a:rPr lang="en-US" sz="1200" dirty="0"/>
              <a:t> et </a:t>
            </a:r>
            <a:r>
              <a:rPr lang="en-US" sz="1200" b="1" dirty="0" err="1"/>
              <a:t>standardisées</a:t>
            </a:r>
            <a:r>
              <a:rPr lang="en-US" sz="1200" dirty="0"/>
              <a:t>.</a:t>
            </a:r>
          </a:p>
          <a:p>
            <a:pPr>
              <a:lnSpc>
                <a:spcPct val="200000"/>
              </a:lnSpc>
              <a:spcBef>
                <a:spcPts val="0"/>
              </a:spcBef>
            </a:pPr>
            <a:r>
              <a:rPr lang="en-US" sz="1200" dirty="0"/>
              <a:t>Ensemble de </a:t>
            </a:r>
            <a:r>
              <a:rPr lang="en-US" sz="1200" dirty="0" err="1"/>
              <a:t>contraintes</a:t>
            </a:r>
            <a:r>
              <a:rPr lang="en-US" sz="1200" dirty="0"/>
              <a:t> </a:t>
            </a:r>
            <a:r>
              <a:rPr lang="en-US" sz="1200" dirty="0" err="1"/>
              <a:t>théorique</a:t>
            </a:r>
            <a:r>
              <a:rPr lang="en-US" sz="1200" dirty="0"/>
              <a:t>, pas un </a:t>
            </a:r>
            <a:r>
              <a:rPr lang="en-US" sz="1200" dirty="0" err="1"/>
              <a:t>protocole</a:t>
            </a:r>
            <a:r>
              <a:rPr lang="en-US" sz="1200" dirty="0"/>
              <a:t> !</a:t>
            </a:r>
          </a:p>
          <a:p>
            <a:pPr>
              <a:lnSpc>
                <a:spcPct val="200000"/>
              </a:lnSpc>
              <a:spcBef>
                <a:spcPts val="0"/>
              </a:spcBef>
            </a:pPr>
            <a:r>
              <a:rPr lang="en-US" sz="1200" dirty="0"/>
              <a:t>Très </a:t>
            </a:r>
            <a:r>
              <a:rPr lang="en-US" sz="1200" dirty="0" err="1"/>
              <a:t>utilisé</a:t>
            </a:r>
            <a:r>
              <a:rPr lang="en-US" sz="1200" dirty="0"/>
              <a:t> dans les API </a:t>
            </a:r>
            <a:r>
              <a:rPr lang="en-US" sz="1200" dirty="0" err="1"/>
              <a:t>modernes</a:t>
            </a:r>
            <a:r>
              <a:rPr lang="en-US" sz="1200" dirty="0"/>
              <a:t> car </a:t>
            </a:r>
            <a:r>
              <a:rPr lang="en-US" sz="1200" dirty="0" err="1"/>
              <a:t>universel</a:t>
            </a:r>
            <a:r>
              <a:rPr lang="en-US" sz="1200" dirty="0"/>
              <a:t> et facile à </a:t>
            </a:r>
            <a:r>
              <a:rPr lang="en-US" sz="1200" dirty="0" err="1"/>
              <a:t>consommer</a:t>
            </a:r>
            <a:r>
              <a:rPr lang="en-US" sz="1200" dirty="0"/>
              <a:t>.</a:t>
            </a:r>
          </a:p>
          <a:p>
            <a:pPr>
              <a:lnSpc>
                <a:spcPct val="200000"/>
              </a:lnSpc>
              <a:spcBef>
                <a:spcPts val="0"/>
              </a:spcBef>
            </a:pPr>
            <a:r>
              <a:rPr lang="fr-FR" sz="1200" b="1" dirty="0" err="1"/>
              <a:t>Stateless</a:t>
            </a:r>
            <a:r>
              <a:rPr lang="fr-FR" sz="1200" dirty="0"/>
              <a:t> : chaque requête doit contenir tout ce que le serveur doit savoir.</a:t>
            </a:r>
            <a:endParaRPr lang="en-US" sz="1200" dirty="0"/>
          </a:p>
        </p:txBody>
      </p:sp>
      <p:sp>
        <p:nvSpPr>
          <p:cNvPr id="2" name="Espace réservé du numéro de diapositive 1">
            <a:extLst>
              <a:ext uri="{FF2B5EF4-FFF2-40B4-BE49-F238E27FC236}">
                <a16:creationId xmlns:a16="http://schemas.microsoft.com/office/drawing/2014/main" id="{407AD238-B714-DF09-E59F-2ED31B526229}"/>
              </a:ext>
            </a:extLst>
          </p:cNvPr>
          <p:cNvSpPr>
            <a:spLocks noGrp="1"/>
          </p:cNvSpPr>
          <p:nvPr>
            <p:ph type="sldNum" sz="quarter" idx="10"/>
          </p:nvPr>
        </p:nvSpPr>
        <p:spPr/>
        <p:txBody>
          <a:bodyPr/>
          <a:lstStyle/>
          <a:p>
            <a:fld id="{525A3C56-E491-49B2-93F3-63532DF516BC}" type="slidenum">
              <a:rPr lang="en-CA" smtClean="0"/>
              <a:t>34</a:t>
            </a:fld>
            <a:endParaRPr lang="en-CA"/>
          </a:p>
        </p:txBody>
      </p:sp>
      <p:pic>
        <p:nvPicPr>
          <p:cNvPr id="3074" name="Picture 2" descr="31 API Memes for Developers" hidden="1">
            <a:extLst>
              <a:ext uri="{FF2B5EF4-FFF2-40B4-BE49-F238E27FC236}">
                <a16:creationId xmlns:a16="http://schemas.microsoft.com/office/drawing/2014/main" id="{58C131A7-A01F-F595-E800-548ECDC0D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4947" y="2325126"/>
            <a:ext cx="4002105" cy="3001579"/>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Rest API Architecture. REST API architecture refers to the… | by Ritu  Shikha | Medium">
            <a:extLst>
              <a:ext uri="{FF2B5EF4-FFF2-40B4-BE49-F238E27FC236}">
                <a16:creationId xmlns:a16="http://schemas.microsoft.com/office/drawing/2014/main" id="{99F8F82F-ED33-8293-BE6C-8A922BAF84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29" t="6013" r="8670"/>
          <a:stretch>
            <a:fillRect/>
          </a:stretch>
        </p:blipFill>
        <p:spPr bwMode="auto">
          <a:xfrm>
            <a:off x="7682503" y="1573979"/>
            <a:ext cx="4034383" cy="2745754"/>
          </a:xfrm>
          <a:prstGeom prst="rect">
            <a:avLst/>
          </a:prstGeom>
          <a:noFill/>
          <a:extLst>
            <a:ext uri="{909E8E84-426E-40DD-AFC4-6F175D3DCCD1}">
              <a14:hiddenFill xmlns:a14="http://schemas.microsoft.com/office/drawing/2010/main">
                <a:solidFill>
                  <a:srgbClr val="FFFFFF"/>
                </a:solidFill>
              </a14:hiddenFill>
            </a:ext>
          </a:extLst>
        </p:spPr>
      </p:pic>
      <p:sp>
        <p:nvSpPr>
          <p:cNvPr id="14" name="Content Placeholder 3">
            <a:extLst>
              <a:ext uri="{FF2B5EF4-FFF2-40B4-BE49-F238E27FC236}">
                <a16:creationId xmlns:a16="http://schemas.microsoft.com/office/drawing/2014/main" id="{71294F19-809A-13FF-1CBF-8538BAEA00FD}"/>
              </a:ext>
            </a:extLst>
          </p:cNvPr>
          <p:cNvSpPr>
            <a:spLocks noGrp="1"/>
          </p:cNvSpPr>
          <p:nvPr/>
        </p:nvSpPr>
        <p:spPr>
          <a:xfrm>
            <a:off x="475114" y="3429000"/>
            <a:ext cx="7349563" cy="274575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spcBef>
                <a:spcPts val="0"/>
              </a:spcBef>
              <a:buNone/>
            </a:pPr>
            <a:r>
              <a:rPr lang="en-US" sz="1200" b="1" dirty="0" err="1"/>
              <a:t>Concrètement</a:t>
            </a:r>
            <a:r>
              <a:rPr lang="en-US" sz="1200" dirty="0"/>
              <a:t> </a:t>
            </a:r>
            <a:r>
              <a:rPr lang="en-US" sz="1200" b="1" dirty="0"/>
              <a:t>:</a:t>
            </a:r>
            <a:r>
              <a:rPr lang="en-US" sz="1200" dirty="0"/>
              <a:t> </a:t>
            </a:r>
          </a:p>
          <a:p>
            <a:pPr>
              <a:lnSpc>
                <a:spcPct val="200000"/>
              </a:lnSpc>
              <a:spcBef>
                <a:spcPts val="0"/>
              </a:spcBef>
            </a:pPr>
            <a:r>
              <a:rPr lang="en-US" sz="1200" dirty="0"/>
              <a:t>Repose sur la notion de </a:t>
            </a:r>
            <a:r>
              <a:rPr lang="en-US" sz="1200" b="1" dirty="0" err="1"/>
              <a:t>ressources</a:t>
            </a:r>
            <a:r>
              <a:rPr lang="en-US" sz="1200" dirty="0"/>
              <a:t> (ex : </a:t>
            </a:r>
            <a:r>
              <a:rPr lang="en-US" sz="1200" i="1" dirty="0"/>
              <a:t>users</a:t>
            </a:r>
            <a:r>
              <a:rPr lang="en-US" sz="1200" dirty="0"/>
              <a:t>, </a:t>
            </a:r>
            <a:r>
              <a:rPr lang="en-US" sz="1200" i="1" dirty="0"/>
              <a:t>orders</a:t>
            </a:r>
            <a:r>
              <a:rPr lang="en-US" sz="1200" dirty="0"/>
              <a:t>, </a:t>
            </a:r>
            <a:r>
              <a:rPr lang="en-US" sz="1200" i="1" dirty="0"/>
              <a:t>products</a:t>
            </a:r>
            <a:r>
              <a:rPr lang="en-US" sz="1200" dirty="0"/>
              <a:t>) et (</a:t>
            </a:r>
            <a:r>
              <a:rPr lang="en-US" sz="1200" dirty="0" err="1"/>
              <a:t>souvent</a:t>
            </a:r>
            <a:r>
              <a:rPr lang="en-US" sz="1200" dirty="0"/>
              <a:t>) sur </a:t>
            </a:r>
            <a:r>
              <a:rPr lang="en-US" sz="1200" b="1" dirty="0"/>
              <a:t>HTTP</a:t>
            </a:r>
            <a:r>
              <a:rPr lang="en-US" sz="1200" dirty="0"/>
              <a:t>.</a:t>
            </a:r>
          </a:p>
          <a:p>
            <a:pPr>
              <a:lnSpc>
                <a:spcPct val="200000"/>
              </a:lnSpc>
              <a:spcBef>
                <a:spcPts val="0"/>
              </a:spcBef>
            </a:pPr>
            <a:r>
              <a:rPr lang="en-US" sz="1200" dirty="0" err="1"/>
              <a:t>Chaque</a:t>
            </a:r>
            <a:r>
              <a:rPr lang="en-US" sz="1200" dirty="0"/>
              <a:t> </a:t>
            </a:r>
            <a:r>
              <a:rPr lang="en-US" sz="1200" b="1" dirty="0"/>
              <a:t>endpoint</a:t>
            </a:r>
            <a:r>
              <a:rPr lang="en-US" sz="1200" dirty="0"/>
              <a:t> est </a:t>
            </a:r>
            <a:r>
              <a:rPr lang="en-US" sz="1200" dirty="0" err="1"/>
              <a:t>identifié</a:t>
            </a:r>
            <a:r>
              <a:rPr lang="en-US" sz="1200" dirty="0"/>
              <a:t> par </a:t>
            </a:r>
            <a:r>
              <a:rPr lang="en-US" sz="1200" dirty="0" err="1"/>
              <a:t>une</a:t>
            </a:r>
            <a:r>
              <a:rPr lang="en-US" sz="1200" dirty="0"/>
              <a:t> </a:t>
            </a:r>
            <a:r>
              <a:rPr lang="en-US" sz="1200" b="1" dirty="0"/>
              <a:t>URL</a:t>
            </a:r>
            <a:r>
              <a:rPr lang="en-US" sz="1200" dirty="0"/>
              <a:t> et (</a:t>
            </a:r>
            <a:r>
              <a:rPr lang="en-US" sz="1200" dirty="0" err="1"/>
              <a:t>souvent</a:t>
            </a:r>
            <a:r>
              <a:rPr lang="en-US" sz="1200" dirty="0"/>
              <a:t>) un </a:t>
            </a:r>
            <a:r>
              <a:rPr lang="en-US" sz="1200" b="1" dirty="0" err="1"/>
              <a:t>verbe</a:t>
            </a:r>
            <a:r>
              <a:rPr lang="en-US" sz="1200" b="1" dirty="0"/>
              <a:t> HTTP</a:t>
            </a:r>
            <a:r>
              <a:rPr lang="en-US" sz="1200" dirty="0"/>
              <a:t>.</a:t>
            </a:r>
          </a:p>
          <a:p>
            <a:pPr lvl="1">
              <a:lnSpc>
                <a:spcPct val="200000"/>
              </a:lnSpc>
              <a:spcBef>
                <a:spcPts val="0"/>
              </a:spcBef>
            </a:pPr>
            <a:r>
              <a:rPr lang="en-US" sz="1200" dirty="0">
                <a:latin typeface="Courier New" panose="02070309020205020404" pitchFamily="49" charset="0"/>
                <a:cs typeface="Courier New" panose="02070309020205020404" pitchFamily="49" charset="0"/>
              </a:rPr>
              <a:t>GET /products, DELETE /products/{id}</a:t>
            </a:r>
          </a:p>
          <a:p>
            <a:pPr>
              <a:lnSpc>
                <a:spcPct val="200000"/>
              </a:lnSpc>
              <a:spcBef>
                <a:spcPts val="0"/>
              </a:spcBef>
            </a:pPr>
            <a:r>
              <a:rPr lang="en-US" sz="1200" dirty="0">
                <a:cs typeface="Courier New" panose="02070309020205020404" pitchFamily="49" charset="0"/>
              </a:rPr>
              <a:t>Les URL </a:t>
            </a:r>
            <a:r>
              <a:rPr lang="en-US" sz="1200" dirty="0" err="1">
                <a:cs typeface="Courier New" panose="02070309020205020404" pitchFamily="49" charset="0"/>
              </a:rPr>
              <a:t>sont</a:t>
            </a:r>
            <a:r>
              <a:rPr lang="en-US" sz="1200" dirty="0">
                <a:cs typeface="Courier New" panose="02070309020205020404" pitchFamily="49" charset="0"/>
              </a:rPr>
              <a:t> </a:t>
            </a:r>
            <a:r>
              <a:rPr lang="en-US" sz="1200" dirty="0" err="1">
                <a:cs typeface="Courier New" panose="02070309020205020404" pitchFamily="49" charset="0"/>
              </a:rPr>
              <a:t>écrites</a:t>
            </a:r>
            <a:r>
              <a:rPr lang="en-US" sz="1200" dirty="0">
                <a:cs typeface="Courier New" panose="02070309020205020404" pitchFamily="49" charset="0"/>
              </a:rPr>
              <a:t> </a:t>
            </a:r>
            <a:r>
              <a:rPr lang="en-US" sz="1200" dirty="0" err="1">
                <a:cs typeface="Courier New" panose="02070309020205020404" pitchFamily="49" charset="0"/>
              </a:rPr>
              <a:t>en</a:t>
            </a:r>
            <a:r>
              <a:rPr lang="en-US" sz="1200" b="1" dirty="0">
                <a:cs typeface="Courier New" panose="02070309020205020404" pitchFamily="49" charset="0"/>
              </a:rPr>
              <a:t> </a:t>
            </a:r>
            <a:r>
              <a:rPr lang="fr-FR" sz="1200" dirty="0"/>
              <a:t>« </a:t>
            </a:r>
            <a:r>
              <a:rPr lang="en-US" sz="1200" b="1" dirty="0">
                <a:cs typeface="Courier New" panose="02070309020205020404" pitchFamily="49" charset="0"/>
              </a:rPr>
              <a:t>kebab-case</a:t>
            </a:r>
            <a:r>
              <a:rPr lang="fr-FR" sz="1200" b="1" dirty="0"/>
              <a:t> </a:t>
            </a:r>
            <a:r>
              <a:rPr lang="fr-FR" sz="1200" dirty="0"/>
              <a:t>».</a:t>
            </a:r>
            <a:endParaRPr lang="en-US" sz="1200" dirty="0"/>
          </a:p>
          <a:p>
            <a:pPr marL="0" indent="0">
              <a:lnSpc>
                <a:spcPct val="200000"/>
              </a:lnSpc>
              <a:spcBef>
                <a:spcPts val="0"/>
              </a:spcBef>
              <a:buNone/>
            </a:pPr>
            <a:endParaRPr lang="en-US" sz="1200" b="1" dirty="0"/>
          </a:p>
          <a:p>
            <a:pPr marL="0" indent="0">
              <a:lnSpc>
                <a:spcPct val="200000"/>
              </a:lnSpc>
              <a:spcBef>
                <a:spcPts val="0"/>
              </a:spcBef>
              <a:buNone/>
            </a:pPr>
            <a:r>
              <a:rPr lang="en-US" sz="1200" b="1" dirty="0"/>
              <a:t>HTTP</a:t>
            </a:r>
            <a:r>
              <a:rPr lang="en-US" sz="1200" dirty="0"/>
              <a:t> = transport de </a:t>
            </a:r>
            <a:r>
              <a:rPr lang="en-US" sz="1200" dirty="0" err="1"/>
              <a:t>l’information</a:t>
            </a:r>
            <a:r>
              <a:rPr lang="en-US" sz="1200" dirty="0"/>
              <a:t>, </a:t>
            </a:r>
            <a:r>
              <a:rPr lang="en-US" sz="1200" b="1" dirty="0"/>
              <a:t>REST</a:t>
            </a:r>
            <a:r>
              <a:rPr lang="en-US" sz="1200" dirty="0"/>
              <a:t> = structure et </a:t>
            </a:r>
            <a:r>
              <a:rPr lang="en-US" sz="1200" dirty="0" err="1"/>
              <a:t>accès</a:t>
            </a:r>
            <a:r>
              <a:rPr lang="en-US" sz="1200" dirty="0"/>
              <a:t> aux </a:t>
            </a:r>
            <a:r>
              <a:rPr lang="en-US" sz="1200" dirty="0" err="1"/>
              <a:t>ressources</a:t>
            </a:r>
            <a:endParaRPr lang="en-US" sz="1200" dirty="0"/>
          </a:p>
        </p:txBody>
      </p:sp>
      <p:pic>
        <p:nvPicPr>
          <p:cNvPr id="3086" name="Picture 14" descr="Différentes Cases : Camel, Pascal, Snake, Kebab et Upper ...">
            <a:extLst>
              <a:ext uri="{FF2B5EF4-FFF2-40B4-BE49-F238E27FC236}">
                <a16:creationId xmlns:a16="http://schemas.microsoft.com/office/drawing/2014/main" id="{5E1F564F-F1FF-CE87-54C5-A4220812BCE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8818" t="8621" r="10342" b="9762"/>
          <a:stretch>
            <a:fillRect/>
          </a:stretch>
        </p:blipFill>
        <p:spPr bwMode="auto">
          <a:xfrm>
            <a:off x="7506587" y="4485665"/>
            <a:ext cx="3066330" cy="2063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9531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subTnLst>
                                    <p:set>
                                      <p:cBhvr override="childStyle">
                                        <p:cTn dur="1" fill="hold" display="0" masterRel="nextClick" afterEffect="1"/>
                                        <p:tgtEl>
                                          <p:spTgt spid="307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8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C1660-FED5-872A-C005-986031AA4D45}"/>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71C6168D-A8ED-187D-104B-330D598AC4D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API REST – </a:t>
            </a:r>
            <a:r>
              <a:rPr lang="fr-FR" dirty="0"/>
              <a:t>Principaux t</a:t>
            </a:r>
            <a:r>
              <a:rPr lang="fr-FR" noProof="0" dirty="0" err="1"/>
              <a:t>ypes</a:t>
            </a:r>
            <a:r>
              <a:rPr lang="fr-FR" noProof="0" dirty="0"/>
              <a:t> de paramètres</a:t>
            </a:r>
            <a:endParaRPr lang="fr-FR" sz="3600" noProof="0" dirty="0"/>
          </a:p>
        </p:txBody>
      </p:sp>
      <p:sp>
        <p:nvSpPr>
          <p:cNvPr id="3" name="Content Placeholder 3">
            <a:extLst>
              <a:ext uri="{FF2B5EF4-FFF2-40B4-BE49-F238E27FC236}">
                <a16:creationId xmlns:a16="http://schemas.microsoft.com/office/drawing/2014/main" id="{62C5BBCF-7D9B-CFE2-59E2-A3176B0C9EAE}"/>
              </a:ext>
            </a:extLst>
          </p:cNvPr>
          <p:cNvSpPr>
            <a:spLocks noGrp="1"/>
          </p:cNvSpPr>
          <p:nvPr/>
        </p:nvSpPr>
        <p:spPr>
          <a:xfrm>
            <a:off x="765737" y="1588445"/>
            <a:ext cx="3863413" cy="10404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200" b="1" dirty="0"/>
              <a:t>Path Parameter</a:t>
            </a:r>
          </a:p>
          <a:p>
            <a:pPr>
              <a:lnSpc>
                <a:spcPct val="150000"/>
              </a:lnSpc>
              <a:spcBef>
                <a:spcPts val="0"/>
              </a:spcBef>
            </a:pPr>
            <a:r>
              <a:rPr lang="en-US" sz="1200" dirty="0"/>
              <a:t>Directement </a:t>
            </a:r>
            <a:r>
              <a:rPr lang="en-US" sz="1200" dirty="0" err="1"/>
              <a:t>intégré</a:t>
            </a:r>
            <a:r>
              <a:rPr lang="en-US" sz="1200" dirty="0"/>
              <a:t> dans </a:t>
            </a:r>
            <a:r>
              <a:rPr lang="en-US" sz="1200" dirty="0" err="1"/>
              <a:t>l’URL</a:t>
            </a:r>
            <a:endParaRPr lang="en-US" sz="1200" dirty="0"/>
          </a:p>
          <a:p>
            <a:pPr>
              <a:lnSpc>
                <a:spcPct val="150000"/>
              </a:lnSpc>
              <a:spcBef>
                <a:spcPts val="0"/>
              </a:spcBef>
            </a:pPr>
            <a:r>
              <a:rPr lang="en-US" sz="1200" dirty="0"/>
              <a:t>Identification de </a:t>
            </a:r>
            <a:r>
              <a:rPr lang="en-US" sz="1200" dirty="0" err="1"/>
              <a:t>ressources</a:t>
            </a:r>
            <a:endParaRPr lang="en-US" sz="1200" dirty="0"/>
          </a:p>
          <a:p>
            <a:pPr>
              <a:lnSpc>
                <a:spcPct val="150000"/>
              </a:lnSpc>
              <a:spcBef>
                <a:spcPts val="0"/>
              </a:spcBef>
            </a:pPr>
            <a:endParaRPr lang="en-US" sz="1200" dirty="0"/>
          </a:p>
          <a:p>
            <a:pPr marL="0" indent="0">
              <a:lnSpc>
                <a:spcPct val="150000"/>
              </a:lnSpc>
              <a:spcBef>
                <a:spcPts val="0"/>
              </a:spcBef>
              <a:buNone/>
            </a:pPr>
            <a:endParaRPr lang="en-US" sz="1200" dirty="0"/>
          </a:p>
        </p:txBody>
      </p:sp>
      <p:sp>
        <p:nvSpPr>
          <p:cNvPr id="2" name="Espace réservé du numéro de diapositive 1">
            <a:extLst>
              <a:ext uri="{FF2B5EF4-FFF2-40B4-BE49-F238E27FC236}">
                <a16:creationId xmlns:a16="http://schemas.microsoft.com/office/drawing/2014/main" id="{9C3368E4-D85C-BE5E-1CC0-C7B17435D6AB}"/>
              </a:ext>
            </a:extLst>
          </p:cNvPr>
          <p:cNvSpPr>
            <a:spLocks noGrp="1"/>
          </p:cNvSpPr>
          <p:nvPr>
            <p:ph type="sldNum" sz="quarter" idx="10"/>
          </p:nvPr>
        </p:nvSpPr>
        <p:spPr/>
        <p:txBody>
          <a:bodyPr/>
          <a:lstStyle/>
          <a:p>
            <a:fld id="{525A3C56-E491-49B2-93F3-63532DF516BC}" type="slidenum">
              <a:rPr lang="en-CA" smtClean="0"/>
              <a:t>35</a:t>
            </a:fld>
            <a:endParaRPr lang="en-CA"/>
          </a:p>
        </p:txBody>
      </p:sp>
      <p:pic>
        <p:nvPicPr>
          <p:cNvPr id="3074" name="Picture 2" descr="31 API Memes for Developers" hidden="1">
            <a:extLst>
              <a:ext uri="{FF2B5EF4-FFF2-40B4-BE49-F238E27FC236}">
                <a16:creationId xmlns:a16="http://schemas.microsoft.com/office/drawing/2014/main" id="{AD3EFDC0-F108-ADBF-CE2D-59EAA1C44D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4947" y="2325126"/>
            <a:ext cx="4002105" cy="3001579"/>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64FDB795-B2F3-97C3-C274-11DD7EF5154C}"/>
              </a:ext>
            </a:extLst>
          </p:cNvPr>
          <p:cNvSpPr txBox="1"/>
          <p:nvPr/>
        </p:nvSpPr>
        <p:spPr>
          <a:xfrm>
            <a:off x="5543549" y="1950793"/>
            <a:ext cx="6096000" cy="369332"/>
          </a:xfrm>
          <a:prstGeom prst="rect">
            <a:avLst/>
          </a:prstGeom>
          <a:noFill/>
        </p:spPr>
        <p:txBody>
          <a:bodyPr wrap="square">
            <a:spAutoFit/>
          </a:bodyPr>
          <a:lstStyle/>
          <a:p>
            <a:r>
              <a:rPr lang="en-US" b="1" dirty="0">
                <a:latin typeface="Courier New" panose="02070309020205020404" pitchFamily="49" charset="0"/>
                <a:cs typeface="Courier New" panose="02070309020205020404" pitchFamily="49" charset="0"/>
              </a:rPr>
              <a:t>GET /orders/987/items/12?sort-by=username</a:t>
            </a:r>
            <a:endParaRPr lang="fr-FR" b="1" dirty="0">
              <a:latin typeface="Courier New" panose="02070309020205020404" pitchFamily="49" charset="0"/>
              <a:cs typeface="Courier New" panose="02070309020205020404" pitchFamily="49" charset="0"/>
            </a:endParaRPr>
          </a:p>
        </p:txBody>
      </p:sp>
      <p:sp>
        <p:nvSpPr>
          <p:cNvPr id="11" name="Content Placeholder 3">
            <a:extLst>
              <a:ext uri="{FF2B5EF4-FFF2-40B4-BE49-F238E27FC236}">
                <a16:creationId xmlns:a16="http://schemas.microsoft.com/office/drawing/2014/main" id="{DFF4A0A5-678B-1FD1-7300-092B4C12E65F}"/>
              </a:ext>
            </a:extLst>
          </p:cNvPr>
          <p:cNvSpPr>
            <a:spLocks noGrp="1"/>
          </p:cNvSpPr>
          <p:nvPr/>
        </p:nvSpPr>
        <p:spPr>
          <a:xfrm>
            <a:off x="765736" y="2625807"/>
            <a:ext cx="4777813" cy="10404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200" b="1" dirty="0"/>
              <a:t>Query Parameter (</a:t>
            </a:r>
            <a:r>
              <a:rPr lang="en-US" sz="1200" b="1" dirty="0" err="1"/>
              <a:t>Paramètre</a:t>
            </a:r>
            <a:r>
              <a:rPr lang="en-US" sz="1200" b="1" dirty="0"/>
              <a:t> de </a:t>
            </a:r>
            <a:r>
              <a:rPr lang="en-US" sz="1200" b="1" dirty="0" err="1"/>
              <a:t>requête</a:t>
            </a:r>
            <a:r>
              <a:rPr lang="en-US" sz="1200" b="1" dirty="0"/>
              <a:t>)</a:t>
            </a:r>
          </a:p>
          <a:p>
            <a:pPr>
              <a:lnSpc>
                <a:spcPct val="150000"/>
              </a:lnSpc>
              <a:spcBef>
                <a:spcPts val="0"/>
              </a:spcBef>
            </a:pPr>
            <a:r>
              <a:rPr lang="fr-FR" sz="1200" dirty="0"/>
              <a:t>Couple de clé valeur («</a:t>
            </a:r>
            <a:r>
              <a:rPr lang="fr-FR" sz="1200" b="1" dirty="0"/>
              <a:t>clé=valeur</a:t>
            </a:r>
            <a:r>
              <a:rPr lang="fr-FR" sz="1200" dirty="0"/>
              <a:t>») après le « </a:t>
            </a:r>
            <a:r>
              <a:rPr lang="fr-FR" sz="1200" b="1" dirty="0"/>
              <a:t>? » </a:t>
            </a:r>
            <a:r>
              <a:rPr lang="fr-FR" sz="1200" dirty="0"/>
              <a:t>et séparés par un « </a:t>
            </a:r>
            <a:r>
              <a:rPr lang="fr-FR" sz="1200" b="1" dirty="0"/>
              <a:t>&amp;</a:t>
            </a:r>
            <a:r>
              <a:rPr lang="fr-FR" sz="1200" dirty="0"/>
              <a:t> »</a:t>
            </a:r>
          </a:p>
          <a:p>
            <a:pPr>
              <a:lnSpc>
                <a:spcPct val="150000"/>
              </a:lnSpc>
              <a:spcBef>
                <a:spcPts val="0"/>
              </a:spcBef>
            </a:pPr>
            <a:r>
              <a:rPr lang="fr-FR" sz="1200" dirty="0"/>
              <a:t>Filtrer, trier, paginer, recherches simples...</a:t>
            </a:r>
            <a:endParaRPr lang="en-US" sz="1200" dirty="0"/>
          </a:p>
          <a:p>
            <a:pPr>
              <a:lnSpc>
                <a:spcPct val="150000"/>
              </a:lnSpc>
              <a:spcBef>
                <a:spcPts val="0"/>
              </a:spcBef>
            </a:pPr>
            <a:endParaRPr lang="en-US" sz="1200" dirty="0"/>
          </a:p>
          <a:p>
            <a:pPr marL="0" indent="0">
              <a:lnSpc>
                <a:spcPct val="150000"/>
              </a:lnSpc>
              <a:spcBef>
                <a:spcPts val="0"/>
              </a:spcBef>
              <a:buNone/>
            </a:pPr>
            <a:endParaRPr lang="en-US" sz="1200" dirty="0"/>
          </a:p>
        </p:txBody>
      </p:sp>
      <p:sp>
        <p:nvSpPr>
          <p:cNvPr id="16" name="Rectangle 15">
            <a:extLst>
              <a:ext uri="{FF2B5EF4-FFF2-40B4-BE49-F238E27FC236}">
                <a16:creationId xmlns:a16="http://schemas.microsoft.com/office/drawing/2014/main" id="{991BB48A-DA78-7BF9-D81F-FC22DFEF5931}"/>
              </a:ext>
            </a:extLst>
          </p:cNvPr>
          <p:cNvSpPr/>
          <p:nvPr/>
        </p:nvSpPr>
        <p:spPr bwMode="gray">
          <a:xfrm>
            <a:off x="7267574" y="2016296"/>
            <a:ext cx="438150" cy="239341"/>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7" name="Rectangle 16">
            <a:extLst>
              <a:ext uri="{FF2B5EF4-FFF2-40B4-BE49-F238E27FC236}">
                <a16:creationId xmlns:a16="http://schemas.microsoft.com/office/drawing/2014/main" id="{0E37063D-86DF-4EE3-51BB-D267F6A79157}"/>
              </a:ext>
            </a:extLst>
          </p:cNvPr>
          <p:cNvSpPr/>
          <p:nvPr/>
        </p:nvSpPr>
        <p:spPr bwMode="gray">
          <a:xfrm>
            <a:off x="8629649" y="2016296"/>
            <a:ext cx="295275" cy="239341"/>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21" name="Content Placeholder 3">
            <a:extLst>
              <a:ext uri="{FF2B5EF4-FFF2-40B4-BE49-F238E27FC236}">
                <a16:creationId xmlns:a16="http://schemas.microsoft.com/office/drawing/2014/main" id="{6937898E-17D0-5731-97C4-06D53D1B3A01}"/>
              </a:ext>
            </a:extLst>
          </p:cNvPr>
          <p:cNvSpPr>
            <a:spLocks noGrp="1"/>
          </p:cNvSpPr>
          <p:nvPr/>
        </p:nvSpPr>
        <p:spPr>
          <a:xfrm>
            <a:off x="765735" y="3833554"/>
            <a:ext cx="6787589" cy="10404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200" b="1" dirty="0"/>
              <a:t>Header Parameter</a:t>
            </a:r>
          </a:p>
          <a:p>
            <a:pPr>
              <a:lnSpc>
                <a:spcPct val="150000"/>
              </a:lnSpc>
              <a:spcBef>
                <a:spcPts val="0"/>
              </a:spcBef>
            </a:pPr>
            <a:r>
              <a:rPr lang="fr-FR" sz="1200" dirty="0"/>
              <a:t>Métadonnées envoyées dans les en‑têtes HTTP (cf. section </a:t>
            </a:r>
            <a:r>
              <a:rPr lang="fr-FR" sz="1200" b="1" dirty="0"/>
              <a:t>Protocole HTTP</a:t>
            </a:r>
            <a:r>
              <a:rPr lang="fr-FR" sz="1200" dirty="0"/>
              <a:t>)</a:t>
            </a:r>
          </a:p>
          <a:p>
            <a:pPr>
              <a:lnSpc>
                <a:spcPct val="150000"/>
              </a:lnSpc>
              <a:spcBef>
                <a:spcPts val="0"/>
              </a:spcBef>
            </a:pPr>
            <a:r>
              <a:rPr lang="fr-FR" sz="1200" dirty="0"/>
              <a:t>Contexte, format, sécurité, …</a:t>
            </a:r>
            <a:endParaRPr lang="en-US" sz="1200" dirty="0"/>
          </a:p>
          <a:p>
            <a:pPr>
              <a:lnSpc>
                <a:spcPct val="150000"/>
              </a:lnSpc>
              <a:spcBef>
                <a:spcPts val="0"/>
              </a:spcBef>
            </a:pPr>
            <a:endParaRPr lang="en-US" sz="1200" dirty="0"/>
          </a:p>
          <a:p>
            <a:pPr marL="0" indent="0">
              <a:lnSpc>
                <a:spcPct val="150000"/>
              </a:lnSpc>
              <a:spcBef>
                <a:spcPts val="0"/>
              </a:spcBef>
              <a:buNone/>
            </a:pPr>
            <a:endParaRPr lang="en-US" sz="1200" dirty="0"/>
          </a:p>
        </p:txBody>
      </p:sp>
      <p:sp>
        <p:nvSpPr>
          <p:cNvPr id="23" name="Content Placeholder 3">
            <a:extLst>
              <a:ext uri="{FF2B5EF4-FFF2-40B4-BE49-F238E27FC236}">
                <a16:creationId xmlns:a16="http://schemas.microsoft.com/office/drawing/2014/main" id="{5CA18E88-2473-C764-30F6-4CB676189370}"/>
              </a:ext>
            </a:extLst>
          </p:cNvPr>
          <p:cNvSpPr>
            <a:spLocks noGrp="1"/>
          </p:cNvSpPr>
          <p:nvPr/>
        </p:nvSpPr>
        <p:spPr>
          <a:xfrm>
            <a:off x="765736" y="4874009"/>
            <a:ext cx="5835089" cy="10404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z="1200" b="1" dirty="0"/>
              <a:t>Body Parameter</a:t>
            </a:r>
          </a:p>
          <a:p>
            <a:pPr>
              <a:lnSpc>
                <a:spcPct val="150000"/>
              </a:lnSpc>
              <a:spcBef>
                <a:spcPts val="0"/>
              </a:spcBef>
            </a:pPr>
            <a:r>
              <a:rPr lang="fr-FR" sz="1200" dirty="0"/>
              <a:t>Données envoyées dans le </a:t>
            </a:r>
            <a:r>
              <a:rPr lang="fr-FR" sz="1200" b="1" dirty="0"/>
              <a:t>corps</a:t>
            </a:r>
            <a:r>
              <a:rPr lang="fr-FR" sz="1200" dirty="0"/>
              <a:t> de la requête (cf. section </a:t>
            </a:r>
            <a:r>
              <a:rPr lang="fr-FR" sz="1200" b="1" dirty="0"/>
              <a:t>Protocole HTTP</a:t>
            </a:r>
            <a:r>
              <a:rPr lang="fr-FR" sz="1200" dirty="0"/>
              <a:t>)</a:t>
            </a:r>
          </a:p>
          <a:p>
            <a:pPr>
              <a:lnSpc>
                <a:spcPct val="150000"/>
              </a:lnSpc>
              <a:spcBef>
                <a:spcPts val="0"/>
              </a:spcBef>
            </a:pPr>
            <a:r>
              <a:rPr lang="fr-FR" sz="1200" dirty="0"/>
              <a:t>Créer ou mettre à jour une ressource. Besoin d’envoyer des données complexes ou volumineuses (nombreux paramètres de recherche).</a:t>
            </a:r>
            <a:endParaRPr lang="en-US" sz="1200" dirty="0"/>
          </a:p>
          <a:p>
            <a:pPr>
              <a:lnSpc>
                <a:spcPct val="150000"/>
              </a:lnSpc>
              <a:spcBef>
                <a:spcPts val="0"/>
              </a:spcBef>
            </a:pPr>
            <a:endParaRPr lang="en-US" sz="1200" dirty="0"/>
          </a:p>
          <a:p>
            <a:pPr marL="0" indent="0">
              <a:lnSpc>
                <a:spcPct val="150000"/>
              </a:lnSpc>
              <a:spcBef>
                <a:spcPts val="0"/>
              </a:spcBef>
              <a:buNone/>
            </a:pPr>
            <a:endParaRPr lang="en-US" sz="1200" dirty="0"/>
          </a:p>
        </p:txBody>
      </p:sp>
      <p:sp>
        <p:nvSpPr>
          <p:cNvPr id="25" name="ZoneTexte 24">
            <a:extLst>
              <a:ext uri="{FF2B5EF4-FFF2-40B4-BE49-F238E27FC236}">
                <a16:creationId xmlns:a16="http://schemas.microsoft.com/office/drawing/2014/main" id="{FB584D83-294D-868A-09B7-9DA1061DD6EC}"/>
              </a:ext>
            </a:extLst>
          </p:cNvPr>
          <p:cNvSpPr txBox="1"/>
          <p:nvPr/>
        </p:nvSpPr>
        <p:spPr>
          <a:xfrm>
            <a:off x="5543549" y="3056575"/>
            <a:ext cx="6096000" cy="369332"/>
          </a:xfrm>
          <a:prstGeom prst="rect">
            <a:avLst/>
          </a:prstGeom>
          <a:noFill/>
        </p:spPr>
        <p:txBody>
          <a:bodyPr wrap="square">
            <a:spAutoFit/>
          </a:bodyPr>
          <a:lstStyle/>
          <a:p>
            <a:r>
              <a:rPr lang="en-US" b="1" dirty="0">
                <a:latin typeface="Courier New" panose="02070309020205020404" pitchFamily="49" charset="0"/>
                <a:cs typeface="Courier New" panose="02070309020205020404" pitchFamily="49" charset="0"/>
              </a:rPr>
              <a:t>GET /orders/987/items/12?sort-by=username</a:t>
            </a:r>
            <a:endParaRPr lang="fr-FR" b="1" dirty="0">
              <a:latin typeface="Courier New" panose="02070309020205020404" pitchFamily="49" charset="0"/>
              <a:cs typeface="Courier New" panose="02070309020205020404" pitchFamily="49" charset="0"/>
            </a:endParaRPr>
          </a:p>
        </p:txBody>
      </p:sp>
      <p:sp>
        <p:nvSpPr>
          <p:cNvPr id="26" name="Rectangle 25">
            <a:extLst>
              <a:ext uri="{FF2B5EF4-FFF2-40B4-BE49-F238E27FC236}">
                <a16:creationId xmlns:a16="http://schemas.microsoft.com/office/drawing/2014/main" id="{FF00FEEC-4635-2C98-D533-ED0A8547B6D8}"/>
              </a:ext>
            </a:extLst>
          </p:cNvPr>
          <p:cNvSpPr/>
          <p:nvPr/>
        </p:nvSpPr>
        <p:spPr bwMode="gray">
          <a:xfrm>
            <a:off x="9048748" y="3131603"/>
            <a:ext cx="2219325" cy="239341"/>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Tree>
    <p:extLst>
      <p:ext uri="{BB962C8B-B14F-4D97-AF65-F5344CB8AC3E}">
        <p14:creationId xmlns:p14="http://schemas.microsoft.com/office/powerpoint/2010/main" val="890692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subTnLst>
                                    <p:set>
                                      <p:cBhvr override="childStyle">
                                        <p:cTn dur="1" fill="hold" display="0" masterRel="nextClick" afterEffect="1"/>
                                        <p:tgtEl>
                                          <p:spTgt spid="307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P spid="16" grpId="0" animBg="1"/>
      <p:bldP spid="17" grpId="0" animBg="1"/>
      <p:bldP spid="21" grpId="0"/>
      <p:bldP spid="23" grpId="0"/>
      <p:bldP spid="25" grpId="0"/>
      <p:bldP spid="2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A76CC-16D3-9B69-F07E-EC0E8405061F}"/>
            </a:ext>
          </a:extLst>
        </p:cNvPr>
        <p:cNvGrpSpPr/>
        <p:nvPr/>
      </p:nvGrpSpPr>
      <p:grpSpPr>
        <a:xfrm>
          <a:off x="0" y="0"/>
          <a:ext cx="0" cy="0"/>
          <a:chOff x="0" y="0"/>
          <a:chExt cx="0" cy="0"/>
        </a:xfrm>
      </p:grpSpPr>
      <p:sp>
        <p:nvSpPr>
          <p:cNvPr id="27" name="Titre 1">
            <a:extLst>
              <a:ext uri="{FF2B5EF4-FFF2-40B4-BE49-F238E27FC236}">
                <a16:creationId xmlns:a16="http://schemas.microsoft.com/office/drawing/2014/main" id="{552AA8B3-041A-A812-1469-37BA1E7C45D1}"/>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noProof="0" dirty="0"/>
              <a:t>API REST – </a:t>
            </a:r>
            <a:r>
              <a:rPr lang="fr-FR" dirty="0"/>
              <a:t>A vous de jouer !</a:t>
            </a:r>
            <a:endParaRPr lang="fr-FR" sz="3600" noProof="0" dirty="0"/>
          </a:p>
        </p:txBody>
      </p:sp>
      <p:sp>
        <p:nvSpPr>
          <p:cNvPr id="2" name="Espace réservé du numéro de diapositive 1">
            <a:extLst>
              <a:ext uri="{FF2B5EF4-FFF2-40B4-BE49-F238E27FC236}">
                <a16:creationId xmlns:a16="http://schemas.microsoft.com/office/drawing/2014/main" id="{1FF960BA-735C-CAFC-EA9E-947438F06321}"/>
              </a:ext>
            </a:extLst>
          </p:cNvPr>
          <p:cNvSpPr>
            <a:spLocks noGrp="1"/>
          </p:cNvSpPr>
          <p:nvPr>
            <p:ph type="sldNum" sz="quarter" idx="10"/>
          </p:nvPr>
        </p:nvSpPr>
        <p:spPr/>
        <p:txBody>
          <a:bodyPr/>
          <a:lstStyle/>
          <a:p>
            <a:fld id="{525A3C56-E491-49B2-93F3-63532DF516BC}" type="slidenum">
              <a:rPr lang="en-CA" smtClean="0"/>
              <a:t>36</a:t>
            </a:fld>
            <a:endParaRPr lang="en-CA"/>
          </a:p>
        </p:txBody>
      </p:sp>
      <p:pic>
        <p:nvPicPr>
          <p:cNvPr id="3074" name="Picture 2" descr="31 API Memes for Developers" hidden="1">
            <a:extLst>
              <a:ext uri="{FF2B5EF4-FFF2-40B4-BE49-F238E27FC236}">
                <a16:creationId xmlns:a16="http://schemas.microsoft.com/office/drawing/2014/main" id="{CD8187FB-13A5-32BE-E06C-0D07F4C9ED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4947" y="2325126"/>
            <a:ext cx="4002105" cy="3001579"/>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083CE66F-A209-941D-F1BE-AC84A1354173}"/>
              </a:ext>
            </a:extLst>
          </p:cNvPr>
          <p:cNvSpPr txBox="1"/>
          <p:nvPr/>
        </p:nvSpPr>
        <p:spPr>
          <a:xfrm>
            <a:off x="765736" y="1388388"/>
            <a:ext cx="10207063" cy="369332"/>
          </a:xfrm>
          <a:prstGeom prst="rect">
            <a:avLst/>
          </a:prstGeom>
          <a:noFill/>
        </p:spPr>
        <p:txBody>
          <a:bodyPr wrap="square">
            <a:spAutoFit/>
          </a:bodyPr>
          <a:lstStyle/>
          <a:p>
            <a:pPr fontAlgn="base"/>
            <a:r>
              <a:rPr lang="fr-FR" b="1" noProof="0" dirty="0"/>
              <a:t>Identifiez les </a:t>
            </a:r>
            <a:r>
              <a:rPr lang="fr-FR" b="1" dirty="0"/>
              <a:t>paramètres de cette requête</a:t>
            </a:r>
            <a:r>
              <a:rPr lang="fr-FR" b="1" noProof="0" dirty="0"/>
              <a:t> : </a:t>
            </a:r>
            <a:endParaRPr lang="fr-FR" dirty="0"/>
          </a:p>
        </p:txBody>
      </p:sp>
      <p:sp>
        <p:nvSpPr>
          <p:cNvPr id="9" name="ZoneTexte 8">
            <a:extLst>
              <a:ext uri="{FF2B5EF4-FFF2-40B4-BE49-F238E27FC236}">
                <a16:creationId xmlns:a16="http://schemas.microsoft.com/office/drawing/2014/main" id="{BA038892-E896-FEA0-A837-107D357E6FB1}"/>
              </a:ext>
            </a:extLst>
          </p:cNvPr>
          <p:cNvSpPr txBox="1"/>
          <p:nvPr/>
        </p:nvSpPr>
        <p:spPr>
          <a:xfrm>
            <a:off x="765736" y="1927437"/>
            <a:ext cx="8768790" cy="4247317"/>
          </a:xfrm>
          <a:prstGeom prst="rect">
            <a:avLst/>
          </a:prstGeom>
          <a:noFill/>
          <a:ln>
            <a:solidFill>
              <a:schemeClr val="tx1"/>
            </a:solidFill>
          </a:ln>
        </p:spPr>
        <p:txBody>
          <a:bodyPr wrap="square">
            <a:spAutoFit/>
          </a:bodyPr>
          <a:lstStyle/>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GET /</a:t>
            </a:r>
            <a:r>
              <a:rPr lang="fr-FR" altLang="fr-FR" b="1" dirty="0" err="1">
                <a:latin typeface="Courier New" panose="02070309020205020404" pitchFamily="49" charset="0"/>
                <a:cs typeface="Courier New" panose="02070309020205020404" pitchFamily="49" charset="0"/>
              </a:rPr>
              <a:t>users</a:t>
            </a:r>
            <a:r>
              <a:rPr lang="fr-FR" altLang="fr-FR" b="1" dirty="0">
                <a:latin typeface="Courier New" panose="02070309020205020404" pitchFamily="49" charset="0"/>
                <a:cs typeface="Courier New" panose="02070309020205020404" pitchFamily="49" charset="0"/>
              </a:rPr>
              <a:t>/42/</a:t>
            </a:r>
            <a:r>
              <a:rPr lang="fr-FR" altLang="fr-FR" b="1" dirty="0" err="1">
                <a:latin typeface="Courier New" panose="02070309020205020404" pitchFamily="49" charset="0"/>
                <a:cs typeface="Courier New" panose="02070309020205020404" pitchFamily="49" charset="0"/>
              </a:rPr>
              <a:t>orders?status</a:t>
            </a:r>
            <a:r>
              <a:rPr lang="fr-FR" altLang="fr-FR" b="1" dirty="0">
                <a:latin typeface="Courier New" panose="02070309020205020404" pitchFamily="49" charset="0"/>
                <a:cs typeface="Courier New" panose="02070309020205020404" pitchFamily="49" charset="0"/>
              </a:rPr>
              <a:t>=</a:t>
            </a:r>
            <a:r>
              <a:rPr lang="fr-FR" altLang="fr-FR" b="1" dirty="0" err="1">
                <a:latin typeface="Courier New" panose="02070309020205020404" pitchFamily="49" charset="0"/>
                <a:cs typeface="Courier New" panose="02070309020205020404" pitchFamily="49" charset="0"/>
              </a:rPr>
              <a:t>open&amp;limit</a:t>
            </a:r>
            <a:r>
              <a:rPr lang="fr-FR" altLang="fr-FR" b="1" dirty="0">
                <a:latin typeface="Courier New" panose="02070309020205020404" pitchFamily="49" charset="0"/>
                <a:cs typeface="Courier New" panose="02070309020205020404" pitchFamily="49" charset="0"/>
              </a:rPr>
              <a:t>=20 HTTP/1.1</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Host: api.exemple.com</a:t>
            </a:r>
          </a:p>
          <a:p>
            <a:pPr lvl="0" eaLnBrk="0" fontAlgn="base" hangingPunct="0">
              <a:spcBef>
                <a:spcPct val="0"/>
              </a:spcBef>
              <a:spcAft>
                <a:spcPct val="0"/>
              </a:spcAft>
            </a:pPr>
            <a:r>
              <a:rPr lang="fr-FR" altLang="fr-FR" b="1" dirty="0" err="1">
                <a:latin typeface="Courier New" panose="02070309020205020404" pitchFamily="49" charset="0"/>
                <a:cs typeface="Courier New" panose="02070309020205020404" pitchFamily="49" charset="0"/>
              </a:rPr>
              <a:t>Authorization</a:t>
            </a:r>
            <a:r>
              <a:rPr lang="fr-FR" altLang="fr-FR" b="1" dirty="0">
                <a:latin typeface="Courier New" panose="02070309020205020404" pitchFamily="49" charset="0"/>
                <a:cs typeface="Courier New" panose="02070309020205020404" pitchFamily="49" charset="0"/>
              </a:rPr>
              <a:t>: </a:t>
            </a:r>
            <a:r>
              <a:rPr lang="fr-FR" altLang="fr-FR" b="1" dirty="0" err="1">
                <a:latin typeface="Courier New" panose="02070309020205020404" pitchFamily="49" charset="0"/>
                <a:cs typeface="Courier New" panose="02070309020205020404" pitchFamily="49" charset="0"/>
              </a:rPr>
              <a:t>Bearer</a:t>
            </a:r>
            <a:r>
              <a:rPr lang="fr-FR" altLang="fr-FR" b="1" dirty="0">
                <a:latin typeface="Courier New" panose="02070309020205020404" pitchFamily="49" charset="0"/>
                <a:cs typeface="Courier New" panose="02070309020205020404" pitchFamily="49" charset="0"/>
              </a:rPr>
              <a:t> eyJhbGciOiJIUzI1NiIsInR5cCI6IkpXVCJ9...</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Content-Type: application/</a:t>
            </a:r>
            <a:r>
              <a:rPr lang="fr-FR" altLang="fr-FR" b="1" dirty="0" err="1">
                <a:latin typeface="Courier New" panose="02070309020205020404" pitchFamily="49" charset="0"/>
                <a:cs typeface="Courier New" panose="02070309020205020404" pitchFamily="49" charset="0"/>
              </a:rPr>
              <a:t>json</a:t>
            </a:r>
            <a:endParaRPr lang="fr-FR" altLang="fr-FR"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fr-FR" altLang="fr-FR" b="1" dirty="0" err="1">
                <a:latin typeface="Courier New" panose="02070309020205020404" pitchFamily="49" charset="0"/>
                <a:cs typeface="Courier New" panose="02070309020205020404" pitchFamily="49" charset="0"/>
              </a:rPr>
              <a:t>Accept</a:t>
            </a:r>
            <a:r>
              <a:rPr lang="fr-FR" altLang="fr-FR" b="1" dirty="0">
                <a:latin typeface="Courier New" panose="02070309020205020404" pitchFamily="49" charset="0"/>
                <a:cs typeface="Courier New" panose="02070309020205020404" pitchFamily="49" charset="0"/>
              </a:rPr>
              <a:t>: application/</a:t>
            </a:r>
            <a:r>
              <a:rPr lang="fr-FR" altLang="fr-FR" b="1" dirty="0" err="1">
                <a:latin typeface="Courier New" panose="02070309020205020404" pitchFamily="49" charset="0"/>
                <a:cs typeface="Courier New" panose="02070309020205020404" pitchFamily="49" charset="0"/>
              </a:rPr>
              <a:t>json</a:t>
            </a:r>
            <a:endParaRPr lang="fr-FR" altLang="fr-FR"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X-</a:t>
            </a:r>
            <a:r>
              <a:rPr lang="fr-FR" altLang="fr-FR" b="1" dirty="0" err="1">
                <a:latin typeface="Courier New" panose="02070309020205020404" pitchFamily="49" charset="0"/>
                <a:cs typeface="Courier New" panose="02070309020205020404" pitchFamily="49" charset="0"/>
              </a:rPr>
              <a:t>Request</a:t>
            </a:r>
            <a:r>
              <a:rPr lang="fr-FR" altLang="fr-FR" b="1" dirty="0">
                <a:latin typeface="Courier New" panose="02070309020205020404" pitchFamily="49" charset="0"/>
                <a:cs typeface="Courier New" panose="02070309020205020404" pitchFamily="49" charset="0"/>
              </a:rPr>
              <a:t>-Id: 6b0f2c8a-1c36-4f1b-9d4a-4c0c4a1f9f90</a:t>
            </a:r>
          </a:p>
          <a:p>
            <a:pPr lvl="0" eaLnBrk="0" fontAlgn="base" hangingPunct="0">
              <a:spcBef>
                <a:spcPct val="0"/>
              </a:spcBef>
              <a:spcAft>
                <a:spcPct val="0"/>
              </a:spcAft>
            </a:pPr>
            <a:endParaRPr lang="fr-FR" altLang="fr-FR" b="1" dirty="0">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"items": [</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 "</a:t>
            </a:r>
            <a:r>
              <a:rPr lang="fr-FR" altLang="fr-FR" b="1" dirty="0" err="1">
                <a:latin typeface="Courier New" panose="02070309020205020404" pitchFamily="49" charset="0"/>
                <a:cs typeface="Courier New" panose="02070309020205020404" pitchFamily="49" charset="0"/>
              </a:rPr>
              <a:t>productId</a:t>
            </a:r>
            <a:r>
              <a:rPr lang="fr-FR" altLang="fr-FR" b="1" dirty="0">
                <a:latin typeface="Courier New" panose="02070309020205020404" pitchFamily="49" charset="0"/>
                <a:cs typeface="Courier New" panose="02070309020205020404" pitchFamily="49" charset="0"/>
              </a:rPr>
              <a:t>": 123, "</a:t>
            </a:r>
            <a:r>
              <a:rPr lang="fr-FR" altLang="fr-FR" b="1" dirty="0" err="1">
                <a:latin typeface="Courier New" panose="02070309020205020404" pitchFamily="49" charset="0"/>
                <a:cs typeface="Courier New" panose="02070309020205020404" pitchFamily="49" charset="0"/>
              </a:rPr>
              <a:t>qty</a:t>
            </a:r>
            <a:r>
              <a:rPr lang="fr-FR" altLang="fr-FR" b="1" dirty="0">
                <a:latin typeface="Courier New" panose="02070309020205020404" pitchFamily="49" charset="0"/>
                <a:cs typeface="Courier New" panose="02070309020205020404" pitchFamily="49" charset="0"/>
              </a:rPr>
              <a:t>": 2 },</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 "</a:t>
            </a:r>
            <a:r>
              <a:rPr lang="fr-FR" altLang="fr-FR" b="1" dirty="0" err="1">
                <a:latin typeface="Courier New" panose="02070309020205020404" pitchFamily="49" charset="0"/>
                <a:cs typeface="Courier New" panose="02070309020205020404" pitchFamily="49" charset="0"/>
              </a:rPr>
              <a:t>productId</a:t>
            </a:r>
            <a:r>
              <a:rPr lang="fr-FR" altLang="fr-FR" b="1" dirty="0">
                <a:latin typeface="Courier New" panose="02070309020205020404" pitchFamily="49" charset="0"/>
                <a:cs typeface="Courier New" panose="02070309020205020404" pitchFamily="49" charset="0"/>
              </a:rPr>
              <a:t>": 456, "</a:t>
            </a:r>
            <a:r>
              <a:rPr lang="fr-FR" altLang="fr-FR" b="1" dirty="0" err="1">
                <a:latin typeface="Courier New" panose="02070309020205020404" pitchFamily="49" charset="0"/>
                <a:cs typeface="Courier New" panose="02070309020205020404" pitchFamily="49" charset="0"/>
              </a:rPr>
              <a:t>qty</a:t>
            </a:r>
            <a:r>
              <a:rPr lang="fr-FR" altLang="fr-FR" b="1" dirty="0">
                <a:latin typeface="Courier New" panose="02070309020205020404" pitchFamily="49" charset="0"/>
                <a:cs typeface="Courier New" panose="02070309020205020404" pitchFamily="49" charset="0"/>
              </a:rPr>
              <a:t>": 1 }</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"notes": "Livraison rapide",</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  "</a:t>
            </a:r>
            <a:r>
              <a:rPr lang="fr-FR" altLang="fr-FR" b="1" dirty="0" err="1">
                <a:latin typeface="Courier New" panose="02070309020205020404" pitchFamily="49" charset="0"/>
                <a:cs typeface="Courier New" panose="02070309020205020404" pitchFamily="49" charset="0"/>
              </a:rPr>
              <a:t>giftWrap</a:t>
            </a:r>
            <a:r>
              <a:rPr lang="fr-FR" altLang="fr-FR" b="1" dirty="0">
                <a:latin typeface="Courier New" panose="02070309020205020404" pitchFamily="49" charset="0"/>
                <a:cs typeface="Courier New" panose="02070309020205020404" pitchFamily="49" charset="0"/>
              </a:rPr>
              <a:t>": false</a:t>
            </a:r>
          </a:p>
          <a:p>
            <a:pPr lvl="0" eaLnBrk="0" fontAlgn="base" hangingPunct="0">
              <a:spcBef>
                <a:spcPct val="0"/>
              </a:spcBef>
              <a:spcAft>
                <a:spcPct val="0"/>
              </a:spcAft>
            </a:pPr>
            <a:r>
              <a:rPr lang="fr-FR" altLang="fr-FR" b="1" dirty="0">
                <a:latin typeface="Courier New" panose="02070309020205020404" pitchFamily="49" charset="0"/>
                <a:cs typeface="Courier New" panose="02070309020205020404" pitchFamily="49" charset="0"/>
              </a:rPr>
              <a:t>}</a:t>
            </a:r>
          </a:p>
        </p:txBody>
      </p:sp>
      <p:sp>
        <p:nvSpPr>
          <p:cNvPr id="10" name="Rectangle 9">
            <a:extLst>
              <a:ext uri="{FF2B5EF4-FFF2-40B4-BE49-F238E27FC236}">
                <a16:creationId xmlns:a16="http://schemas.microsoft.com/office/drawing/2014/main" id="{A29A96F1-5F75-16C7-96FE-1579AB66370B}"/>
              </a:ext>
            </a:extLst>
          </p:cNvPr>
          <p:cNvSpPr/>
          <p:nvPr/>
        </p:nvSpPr>
        <p:spPr bwMode="gray">
          <a:xfrm>
            <a:off x="840413" y="3880866"/>
            <a:ext cx="8569400" cy="2224910"/>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4" name="Rectangle 13">
            <a:extLst>
              <a:ext uri="{FF2B5EF4-FFF2-40B4-BE49-F238E27FC236}">
                <a16:creationId xmlns:a16="http://schemas.microsoft.com/office/drawing/2014/main" id="{715D7E93-6A23-B20E-C4C1-24B068D6000D}"/>
              </a:ext>
            </a:extLst>
          </p:cNvPr>
          <p:cNvSpPr/>
          <p:nvPr/>
        </p:nvSpPr>
        <p:spPr bwMode="gray">
          <a:xfrm>
            <a:off x="840412" y="2282056"/>
            <a:ext cx="8569401" cy="1429093"/>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5" name="Rectangle 14">
            <a:extLst>
              <a:ext uri="{FF2B5EF4-FFF2-40B4-BE49-F238E27FC236}">
                <a16:creationId xmlns:a16="http://schemas.microsoft.com/office/drawing/2014/main" id="{2B2FD0A2-BE75-F1F6-251E-EAE85270D508}"/>
              </a:ext>
            </a:extLst>
          </p:cNvPr>
          <p:cNvSpPr/>
          <p:nvPr/>
        </p:nvSpPr>
        <p:spPr bwMode="gray">
          <a:xfrm>
            <a:off x="2370395" y="2005812"/>
            <a:ext cx="287079" cy="191386"/>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8" name="Rectangle 17">
            <a:extLst>
              <a:ext uri="{FF2B5EF4-FFF2-40B4-BE49-F238E27FC236}">
                <a16:creationId xmlns:a16="http://schemas.microsoft.com/office/drawing/2014/main" id="{21C1CD19-C238-84E6-0DDD-34FC55E8B0B8}"/>
              </a:ext>
            </a:extLst>
          </p:cNvPr>
          <p:cNvSpPr/>
          <p:nvPr/>
        </p:nvSpPr>
        <p:spPr bwMode="gray">
          <a:xfrm>
            <a:off x="3724940" y="2023730"/>
            <a:ext cx="1506279" cy="191386"/>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19" name="Rectangle 18">
            <a:extLst>
              <a:ext uri="{FF2B5EF4-FFF2-40B4-BE49-F238E27FC236}">
                <a16:creationId xmlns:a16="http://schemas.microsoft.com/office/drawing/2014/main" id="{745F529C-FEEB-326F-0191-2E14B19E37DF}"/>
              </a:ext>
            </a:extLst>
          </p:cNvPr>
          <p:cNvSpPr/>
          <p:nvPr/>
        </p:nvSpPr>
        <p:spPr bwMode="gray">
          <a:xfrm>
            <a:off x="5376531" y="2016641"/>
            <a:ext cx="1119963" cy="209107"/>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sp>
        <p:nvSpPr>
          <p:cNvPr id="21" name="ZoneTexte 20">
            <a:extLst>
              <a:ext uri="{FF2B5EF4-FFF2-40B4-BE49-F238E27FC236}">
                <a16:creationId xmlns:a16="http://schemas.microsoft.com/office/drawing/2014/main" id="{738D44ED-77D5-6F6F-4D94-73356EA2B521}"/>
              </a:ext>
            </a:extLst>
          </p:cNvPr>
          <p:cNvSpPr txBox="1"/>
          <p:nvPr/>
        </p:nvSpPr>
        <p:spPr>
          <a:xfrm>
            <a:off x="8234916" y="752224"/>
            <a:ext cx="2349794" cy="364652"/>
          </a:xfrm>
          <a:prstGeom prst="rect">
            <a:avLst/>
          </a:prstGeom>
        </p:spPr>
        <p:txBody>
          <a:bodyPr vert="horz" wrap="square" lIns="0" tIns="0" rIns="0" bIns="0" rtlCol="0" anchor="t" anchorCtr="0">
            <a:normAutofit fontScale="92500"/>
          </a:bodyPr>
          <a:lstStyle/>
          <a:p>
            <a:pPr algn="ctr"/>
            <a:r>
              <a:rPr lang="fr-FR" b="1" dirty="0">
                <a:solidFill>
                  <a:schemeClr val="accent3"/>
                </a:solidFill>
              </a:rPr>
              <a:t>MAUVAISE PRATIQUE</a:t>
            </a:r>
          </a:p>
        </p:txBody>
      </p:sp>
      <p:sp>
        <p:nvSpPr>
          <p:cNvPr id="22" name="Rectangle 21">
            <a:extLst>
              <a:ext uri="{FF2B5EF4-FFF2-40B4-BE49-F238E27FC236}">
                <a16:creationId xmlns:a16="http://schemas.microsoft.com/office/drawing/2014/main" id="{1E3229FC-8C81-4344-5DD3-7694B735B4D9}"/>
              </a:ext>
            </a:extLst>
          </p:cNvPr>
          <p:cNvSpPr/>
          <p:nvPr/>
        </p:nvSpPr>
        <p:spPr bwMode="gray">
          <a:xfrm>
            <a:off x="832218" y="2019988"/>
            <a:ext cx="470711" cy="205759"/>
          </a:xfrm>
          <a:prstGeom prst="rect">
            <a:avLst/>
          </a:prstGeom>
          <a:noFill/>
          <a:ln w="38100">
            <a:headEnd/>
            <a:tailEnd/>
          </a:ln>
        </p:spPr>
        <p:style>
          <a:lnRef idx="2">
            <a:schemeClr val="accent1"/>
          </a:lnRef>
          <a:fillRef idx="1">
            <a:schemeClr val="lt1"/>
          </a:fillRef>
          <a:effectRef idx="0">
            <a:schemeClr val="accent1"/>
          </a:effectRef>
          <a:fontRef idx="minor">
            <a:schemeClr val="dk1"/>
          </a:fontRef>
        </p:style>
        <p:txBody>
          <a:bodyPr lIns="63500" tIns="0" rIns="64800" bIns="0" rtlCol="0" anchor="ctr"/>
          <a:lstStyle/>
          <a:p>
            <a:pPr algn="ctr">
              <a:spcBef>
                <a:spcPct val="0"/>
              </a:spcBef>
              <a:buClrTx/>
              <a:buSzPct val="90000"/>
            </a:pPr>
            <a:endParaRPr lang="fr-FR" sz="1600" b="1" dirty="0">
              <a:solidFill>
                <a:schemeClr val="bg1"/>
              </a:solidFill>
              <a:cs typeface="Arial" pitchFamily="34" charset="0"/>
            </a:endParaRPr>
          </a:p>
        </p:txBody>
      </p:sp>
      <p:cxnSp>
        <p:nvCxnSpPr>
          <p:cNvPr id="24" name="Connecteur droit avec flèche 23">
            <a:extLst>
              <a:ext uri="{FF2B5EF4-FFF2-40B4-BE49-F238E27FC236}">
                <a16:creationId xmlns:a16="http://schemas.microsoft.com/office/drawing/2014/main" id="{9D2D14DA-DF8E-D57E-6D79-BF361B9F7D5A}"/>
              </a:ext>
            </a:extLst>
          </p:cNvPr>
          <p:cNvCxnSpPr>
            <a:cxnSpLocks/>
            <a:stCxn id="21" idx="2"/>
            <a:endCxn id="22" idx="3"/>
          </p:cNvCxnSpPr>
          <p:nvPr/>
        </p:nvCxnSpPr>
        <p:spPr bwMode="gray">
          <a:xfrm flipH="1">
            <a:off x="1302929" y="1116876"/>
            <a:ext cx="8106884" cy="1005992"/>
          </a:xfrm>
          <a:prstGeom prst="straightConnector1">
            <a:avLst/>
          </a:prstGeom>
          <a:noFill/>
          <a:ln w="38100">
            <a:solidFill>
              <a:schemeClr val="accent1"/>
            </a:solidFill>
            <a:round/>
            <a:headEnd/>
            <a:tailEnd type="triangle"/>
          </a:ln>
          <a:effectLst/>
        </p:spPr>
      </p:cxnSp>
      <p:cxnSp>
        <p:nvCxnSpPr>
          <p:cNvPr id="25" name="Connecteur droit avec flèche 24">
            <a:extLst>
              <a:ext uri="{FF2B5EF4-FFF2-40B4-BE49-F238E27FC236}">
                <a16:creationId xmlns:a16="http://schemas.microsoft.com/office/drawing/2014/main" id="{B1E0B2FC-6127-2234-68B0-EC67EA911920}"/>
              </a:ext>
            </a:extLst>
          </p:cNvPr>
          <p:cNvCxnSpPr>
            <a:cxnSpLocks/>
            <a:stCxn id="21" idx="2"/>
            <a:endCxn id="10" idx="0"/>
          </p:cNvCxnSpPr>
          <p:nvPr/>
        </p:nvCxnSpPr>
        <p:spPr bwMode="gray">
          <a:xfrm flipH="1">
            <a:off x="5125113" y="1116876"/>
            <a:ext cx="4284700" cy="2763990"/>
          </a:xfrm>
          <a:prstGeom prst="straightConnector1">
            <a:avLst/>
          </a:prstGeom>
          <a:noFill/>
          <a:ln w="38100">
            <a:solidFill>
              <a:schemeClr val="accent1"/>
            </a:solidFill>
            <a:round/>
            <a:headEnd/>
            <a:tailEnd type="triangle"/>
          </a:ln>
          <a:effectLst/>
        </p:spPr>
      </p:cxnSp>
    </p:spTree>
    <p:extLst>
      <p:ext uri="{BB962C8B-B14F-4D97-AF65-F5344CB8AC3E}">
        <p14:creationId xmlns:p14="http://schemas.microsoft.com/office/powerpoint/2010/main" val="2437554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subTnLst>
                                    <p:set>
                                      <p:cBhvr override="childStyle">
                                        <p:cTn dur="1" fill="hold" display="0" masterRel="nextClick" afterEffect="1"/>
                                        <p:tgtEl>
                                          <p:spTgt spid="3074"/>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15"/>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8"/>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9"/>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4"/>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4" grpId="1" animBg="1"/>
      <p:bldP spid="15" grpId="0" animBg="1"/>
      <p:bldP spid="15" grpId="1" animBg="1"/>
      <p:bldP spid="18" grpId="0" animBg="1"/>
      <p:bldP spid="18" grpId="1" animBg="1"/>
      <p:bldP spid="19" grpId="0" animBg="1"/>
      <p:bldP spid="19" grpId="1" animBg="1"/>
      <p:bldP spid="21" grpId="0"/>
      <p:bldP spid="2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E325C-AAB2-6CA7-C596-A23617310F79}"/>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A31541F3-1563-B2A9-A0CF-A8346704CD22}"/>
              </a:ext>
            </a:extLst>
          </p:cNvPr>
          <p:cNvSpPr>
            <a:spLocks noGrp="1"/>
          </p:cNvSpPr>
          <p:nvPr>
            <p:ph type="title"/>
          </p:nvPr>
        </p:nvSpPr>
        <p:spPr/>
        <p:txBody>
          <a:bodyPr/>
          <a:lstStyle/>
          <a:p>
            <a:r>
              <a:rPr lang="fr-FR" dirty="0"/>
              <a:t>Contrat d’API</a:t>
            </a:r>
            <a:endParaRPr lang="fr-FR" noProof="0" dirty="0"/>
          </a:p>
        </p:txBody>
      </p:sp>
      <p:sp>
        <p:nvSpPr>
          <p:cNvPr id="2" name="Espace réservé du numéro de diapositive 1">
            <a:extLst>
              <a:ext uri="{FF2B5EF4-FFF2-40B4-BE49-F238E27FC236}">
                <a16:creationId xmlns:a16="http://schemas.microsoft.com/office/drawing/2014/main" id="{A6EFD729-5D44-7A90-31AB-4F6D84A424B9}"/>
              </a:ext>
            </a:extLst>
          </p:cNvPr>
          <p:cNvSpPr>
            <a:spLocks noGrp="1"/>
          </p:cNvSpPr>
          <p:nvPr>
            <p:ph type="sldNum" sz="quarter" idx="4"/>
          </p:nvPr>
        </p:nvSpPr>
        <p:spPr/>
        <p:txBody>
          <a:bodyPr/>
          <a:lstStyle/>
          <a:p>
            <a:fld id="{525A3C56-E491-49B2-93F3-63532DF516BC}" type="slidenum">
              <a:rPr lang="en-CA" smtClean="0"/>
              <a:t>37</a:t>
            </a:fld>
            <a:endParaRPr lang="en-CA"/>
          </a:p>
        </p:txBody>
      </p:sp>
    </p:spTree>
    <p:extLst>
      <p:ext uri="{BB962C8B-B14F-4D97-AF65-F5344CB8AC3E}">
        <p14:creationId xmlns:p14="http://schemas.microsoft.com/office/powerpoint/2010/main" val="3194098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1AB01-D11A-A94C-E955-D277587EB455}"/>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ECB42D7-704E-B8BC-EF54-E42387079A3E}"/>
              </a:ext>
            </a:extLst>
          </p:cNvPr>
          <p:cNvSpPr>
            <a:spLocks noGrp="1"/>
          </p:cNvSpPr>
          <p:nvPr>
            <p:ph type="sldNum" sz="quarter" idx="10"/>
          </p:nvPr>
        </p:nvSpPr>
        <p:spPr/>
        <p:txBody>
          <a:bodyPr/>
          <a:lstStyle/>
          <a:p>
            <a:fld id="{525A3C56-E491-49B2-93F3-63532DF516BC}" type="slidenum">
              <a:rPr lang="en-CA" smtClean="0"/>
              <a:t>38</a:t>
            </a:fld>
            <a:endParaRPr lang="en-CA"/>
          </a:p>
        </p:txBody>
      </p:sp>
      <p:sp>
        <p:nvSpPr>
          <p:cNvPr id="2" name="Titre 1">
            <a:extLst>
              <a:ext uri="{FF2B5EF4-FFF2-40B4-BE49-F238E27FC236}">
                <a16:creationId xmlns:a16="http://schemas.microsoft.com/office/drawing/2014/main" id="{B488F245-2046-B1C2-AAE8-244100B5AB5D}"/>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Contrat d’API - Généralités</a:t>
            </a:r>
            <a:endParaRPr lang="fr-FR" sz="3600" noProof="0" dirty="0"/>
          </a:p>
        </p:txBody>
      </p:sp>
      <p:sp>
        <p:nvSpPr>
          <p:cNvPr id="4" name="TextBox 10">
            <a:extLst>
              <a:ext uri="{FF2B5EF4-FFF2-40B4-BE49-F238E27FC236}">
                <a16:creationId xmlns:a16="http://schemas.microsoft.com/office/drawing/2014/main" id="{209F9B86-4755-D99D-4983-80372B16CAC2}"/>
              </a:ext>
            </a:extLst>
          </p:cNvPr>
          <p:cNvSpPr txBox="1"/>
          <p:nvPr/>
        </p:nvSpPr>
        <p:spPr>
          <a:xfrm>
            <a:off x="765737" y="1633836"/>
            <a:ext cx="6789035" cy="426892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lnSpc>
                <a:spcPct val="200000"/>
              </a:lnSpc>
            </a:pPr>
            <a:r>
              <a:rPr lang="fr-FR" sz="1400" b="1" dirty="0"/>
              <a:t>Pourquoi et pour qui ?</a:t>
            </a:r>
          </a:p>
          <a:p>
            <a:pPr marL="285750" indent="-285750" fontAlgn="base">
              <a:lnSpc>
                <a:spcPct val="150000"/>
              </a:lnSpc>
              <a:buFont typeface="Arial" panose="020B0604020202020204" pitchFamily="34" charset="0"/>
              <a:buChar char="•"/>
            </a:pPr>
            <a:r>
              <a:rPr lang="fr-FR" sz="1400" dirty="0"/>
              <a:t>Un document </a:t>
            </a:r>
            <a:r>
              <a:rPr lang="fr-FR" sz="1400" b="1" dirty="0"/>
              <a:t>formel</a:t>
            </a:r>
            <a:r>
              <a:rPr lang="fr-FR" sz="1400" dirty="0"/>
              <a:t> décrivant précisément comment un client peut communiquer avec une API.</a:t>
            </a:r>
          </a:p>
          <a:p>
            <a:pPr marL="285750" indent="-285750" fontAlgn="base">
              <a:lnSpc>
                <a:spcPct val="150000"/>
              </a:lnSpc>
              <a:buFont typeface="Arial" panose="020B0604020202020204" pitchFamily="34" charset="0"/>
              <a:buChar char="•"/>
            </a:pPr>
            <a:r>
              <a:rPr lang="fr-FR" sz="1400" dirty="0"/>
              <a:t>C’est la source de vérité partagée entre les </a:t>
            </a:r>
            <a:r>
              <a:rPr lang="fr-FR" sz="1400" b="1" dirty="0"/>
              <a:t>ingénieurs logiciels </a:t>
            </a:r>
            <a:r>
              <a:rPr lang="fr-FR" sz="1400" dirty="0"/>
              <a:t>(dev, archi, …).</a:t>
            </a:r>
          </a:p>
          <a:p>
            <a:pPr marL="285750" indent="-285750" fontAlgn="base">
              <a:lnSpc>
                <a:spcPct val="150000"/>
              </a:lnSpc>
              <a:buFont typeface="Arial" panose="020B0604020202020204" pitchFamily="34" charset="0"/>
              <a:buChar char="•"/>
            </a:pPr>
            <a:r>
              <a:rPr lang="fr-FR" sz="1400" dirty="0"/>
              <a:t>Permet de travailler en parallèle.</a:t>
            </a:r>
          </a:p>
          <a:p>
            <a:pPr marL="285750" indent="-285750" fontAlgn="base">
              <a:lnSpc>
                <a:spcPct val="150000"/>
              </a:lnSpc>
              <a:buFont typeface="Arial" panose="020B0604020202020204" pitchFamily="34" charset="0"/>
              <a:buChar char="•"/>
            </a:pPr>
            <a:endParaRPr lang="fr-FR" sz="1400" dirty="0"/>
          </a:p>
          <a:p>
            <a:pPr fontAlgn="base">
              <a:lnSpc>
                <a:spcPct val="150000"/>
              </a:lnSpc>
            </a:pPr>
            <a:r>
              <a:rPr lang="fr-FR" sz="1400" dirty="0"/>
              <a:t>On y retrouve : </a:t>
            </a:r>
          </a:p>
          <a:p>
            <a:pPr marL="285750" indent="-285750" fontAlgn="base">
              <a:lnSpc>
                <a:spcPct val="150000"/>
              </a:lnSpc>
              <a:buFont typeface="Arial" panose="020B0604020202020204" pitchFamily="34" charset="0"/>
              <a:buChar char="•"/>
            </a:pPr>
            <a:r>
              <a:rPr lang="fr-FR" sz="1400" dirty="0"/>
              <a:t>Les </a:t>
            </a:r>
            <a:r>
              <a:rPr lang="fr-FR" sz="1400" dirty="0" err="1"/>
              <a:t>endpoints</a:t>
            </a:r>
            <a:endParaRPr lang="fr-FR" sz="1400" dirty="0"/>
          </a:p>
          <a:p>
            <a:pPr marL="285750" indent="-285750" fontAlgn="base">
              <a:lnSpc>
                <a:spcPct val="150000"/>
              </a:lnSpc>
              <a:buFont typeface="Arial" panose="020B0604020202020204" pitchFamily="34" charset="0"/>
              <a:buChar char="•"/>
            </a:pPr>
            <a:r>
              <a:rPr lang="fr-FR" sz="1400" dirty="0"/>
              <a:t>Les paramètres (</a:t>
            </a:r>
            <a:r>
              <a:rPr lang="fr-FR" sz="1400" dirty="0" err="1"/>
              <a:t>path</a:t>
            </a:r>
            <a:r>
              <a:rPr lang="fr-FR" sz="1400" dirty="0"/>
              <a:t>, </a:t>
            </a:r>
            <a:r>
              <a:rPr lang="fr-FR" sz="1400" dirty="0" err="1"/>
              <a:t>query</a:t>
            </a:r>
            <a:r>
              <a:rPr lang="fr-FR" sz="1400" dirty="0"/>
              <a:t>, header, body)</a:t>
            </a:r>
          </a:p>
          <a:p>
            <a:pPr marL="285750" indent="-285750" fontAlgn="base">
              <a:lnSpc>
                <a:spcPct val="150000"/>
              </a:lnSpc>
              <a:buFont typeface="Arial" panose="020B0604020202020204" pitchFamily="34" charset="0"/>
              <a:buChar char="•"/>
            </a:pPr>
            <a:r>
              <a:rPr lang="fr-FR" sz="1400" dirty="0"/>
              <a:t>Les réponses</a:t>
            </a:r>
          </a:p>
          <a:p>
            <a:pPr marL="285750" indent="-285750" fontAlgn="base">
              <a:lnSpc>
                <a:spcPct val="150000"/>
              </a:lnSpc>
              <a:buFont typeface="Arial" panose="020B0604020202020204" pitchFamily="34" charset="0"/>
              <a:buChar char="•"/>
            </a:pPr>
            <a:r>
              <a:rPr lang="fr-FR" sz="1400" dirty="0"/>
              <a:t>Les modèles de données (schémas JSON)</a:t>
            </a:r>
          </a:p>
          <a:p>
            <a:pPr marL="285750" indent="-285750" fontAlgn="base">
              <a:lnSpc>
                <a:spcPct val="150000"/>
              </a:lnSpc>
              <a:buFont typeface="Arial" panose="020B0604020202020204" pitchFamily="34" charset="0"/>
              <a:buChar char="•"/>
            </a:pPr>
            <a:r>
              <a:rPr lang="fr-FR" sz="1400" dirty="0"/>
              <a:t>Les réponses possibles (200, 400, 404…)</a:t>
            </a:r>
          </a:p>
          <a:p>
            <a:pPr marL="285750" indent="-285750" fontAlgn="base">
              <a:lnSpc>
                <a:spcPct val="150000"/>
              </a:lnSpc>
              <a:buFont typeface="Arial" panose="020B0604020202020204" pitchFamily="34" charset="0"/>
              <a:buChar char="•"/>
            </a:pPr>
            <a:r>
              <a:rPr lang="fr-FR" sz="1400" dirty="0"/>
              <a:t>Les contraintes (champs obligatoires, formats, valeurs attendues)</a:t>
            </a:r>
          </a:p>
        </p:txBody>
      </p:sp>
      <p:pic>
        <p:nvPicPr>
          <p:cNvPr id="5122" name="Picture 2" descr="POSTMAN for 'API CONTRACT'. Well, let's start with the definition. | by  Sigit Hadi Wibowo | Medium">
            <a:extLst>
              <a:ext uri="{FF2B5EF4-FFF2-40B4-BE49-F238E27FC236}">
                <a16:creationId xmlns:a16="http://schemas.microsoft.com/office/drawing/2014/main" id="{4CD008D4-235B-742A-AE18-141099FB6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4890" y="3189774"/>
            <a:ext cx="3676679" cy="2636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0933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BBC2A-AF72-3B21-E643-4ECB74EDEC37}"/>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AF07C11-6F74-9CD1-82BE-17E54A66E4DB}"/>
              </a:ext>
            </a:extLst>
          </p:cNvPr>
          <p:cNvSpPr>
            <a:spLocks noGrp="1"/>
          </p:cNvSpPr>
          <p:nvPr>
            <p:ph type="sldNum" sz="quarter" idx="10"/>
          </p:nvPr>
        </p:nvSpPr>
        <p:spPr/>
        <p:txBody>
          <a:bodyPr/>
          <a:lstStyle/>
          <a:p>
            <a:fld id="{525A3C56-E491-49B2-93F3-63532DF516BC}" type="slidenum">
              <a:rPr lang="en-CA" smtClean="0"/>
              <a:t>39</a:t>
            </a:fld>
            <a:endParaRPr lang="en-CA"/>
          </a:p>
        </p:txBody>
      </p:sp>
      <p:sp>
        <p:nvSpPr>
          <p:cNvPr id="2" name="Titre 1">
            <a:extLst>
              <a:ext uri="{FF2B5EF4-FFF2-40B4-BE49-F238E27FC236}">
                <a16:creationId xmlns:a16="http://schemas.microsoft.com/office/drawing/2014/main" id="{A12F0E98-5819-2166-99FC-13C99FD1F0C6}"/>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200" dirty="0"/>
              <a:t>Contrat d’API – YAML (YAML </a:t>
            </a:r>
            <a:r>
              <a:rPr lang="fr-FR" sz="3200" dirty="0" err="1"/>
              <a:t>Ain’t</a:t>
            </a:r>
            <a:r>
              <a:rPr lang="fr-FR" sz="3200" dirty="0"/>
              <a:t> Markup </a:t>
            </a:r>
            <a:r>
              <a:rPr lang="fr-FR" sz="3200" dirty="0" err="1"/>
              <a:t>Language</a:t>
            </a:r>
            <a:r>
              <a:rPr lang="fr-FR" sz="3200" dirty="0"/>
              <a:t>)</a:t>
            </a:r>
            <a:endParaRPr lang="fr-FR" sz="3200" noProof="0" dirty="0"/>
          </a:p>
        </p:txBody>
      </p:sp>
      <p:pic>
        <p:nvPicPr>
          <p:cNvPr id="9218" name="Picture 2" descr="Yaml - Icônes interface gratuites">
            <a:extLst>
              <a:ext uri="{FF2B5EF4-FFF2-40B4-BE49-F238E27FC236}">
                <a16:creationId xmlns:a16="http://schemas.microsoft.com/office/drawing/2014/main" id="{DE123EEE-A81B-205F-2E1D-1CBDDDC06F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6100" y="1558716"/>
            <a:ext cx="1573191" cy="157319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0">
            <a:extLst>
              <a:ext uri="{FF2B5EF4-FFF2-40B4-BE49-F238E27FC236}">
                <a16:creationId xmlns:a16="http://schemas.microsoft.com/office/drawing/2014/main" id="{E5AB8469-5B29-F172-0727-C5DEBDAFD950}"/>
              </a:ext>
            </a:extLst>
          </p:cNvPr>
          <p:cNvSpPr txBox="1"/>
          <p:nvPr/>
        </p:nvSpPr>
        <p:spPr>
          <a:xfrm>
            <a:off x="765737" y="1633836"/>
            <a:ext cx="7400363" cy="208755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fontAlgn="base">
              <a:lnSpc>
                <a:spcPct val="200000"/>
              </a:lnSpc>
              <a:buFont typeface="Arial" panose="020B0604020202020204" pitchFamily="34" charset="0"/>
              <a:buChar char="•"/>
            </a:pPr>
            <a:r>
              <a:rPr lang="fr-FR" sz="1400" dirty="0"/>
              <a:t>Format </a:t>
            </a:r>
            <a:r>
              <a:rPr lang="fr-FR" sz="1400" b="1" dirty="0"/>
              <a:t>texte</a:t>
            </a:r>
            <a:r>
              <a:rPr lang="fr-FR" sz="1400" dirty="0"/>
              <a:t>, </a:t>
            </a:r>
            <a:r>
              <a:rPr lang="fr-FR" sz="1400" b="1" dirty="0"/>
              <a:t>lisible</a:t>
            </a:r>
            <a:r>
              <a:rPr lang="fr-FR" sz="1400" dirty="0"/>
              <a:t> par l’humain, utilisé pour décrire des données structurées.</a:t>
            </a:r>
          </a:p>
          <a:p>
            <a:pPr marL="285750" indent="-285750" fontAlgn="base">
              <a:lnSpc>
                <a:spcPct val="200000"/>
              </a:lnSpc>
              <a:buFont typeface="Arial" panose="020B0604020202020204" pitchFamily="34" charset="0"/>
              <a:buChar char="•"/>
            </a:pPr>
            <a:r>
              <a:rPr lang="fr-FR" sz="1400" dirty="0"/>
              <a:t>Utilisé comme </a:t>
            </a:r>
            <a:r>
              <a:rPr lang="fr-FR" sz="1400" b="1" dirty="0"/>
              <a:t>fichier de configuration </a:t>
            </a:r>
            <a:r>
              <a:rPr lang="fr-FR" sz="1400" dirty="0"/>
              <a:t>ou </a:t>
            </a:r>
            <a:r>
              <a:rPr lang="fr-FR" sz="1400" b="1" dirty="0"/>
              <a:t>langage de spécification</a:t>
            </a:r>
            <a:r>
              <a:rPr lang="fr-FR" sz="1400" dirty="0"/>
              <a:t>.</a:t>
            </a:r>
          </a:p>
          <a:p>
            <a:pPr marL="285750" indent="-285750" fontAlgn="base">
              <a:lnSpc>
                <a:spcPct val="200000"/>
              </a:lnSpc>
              <a:buFont typeface="Arial" panose="020B0604020202020204" pitchFamily="34" charset="0"/>
              <a:buChar char="•"/>
            </a:pPr>
            <a:r>
              <a:rPr lang="fr-FR" sz="1400" dirty="0"/>
              <a:t>L’indentation est reine (pas d’accolades, pas de virgules) !</a:t>
            </a:r>
          </a:p>
          <a:p>
            <a:pPr marL="285750" indent="-285750" fontAlgn="base">
              <a:lnSpc>
                <a:spcPct val="200000"/>
              </a:lnSpc>
              <a:buFont typeface="Arial" panose="020B0604020202020204" pitchFamily="34" charset="0"/>
              <a:buChar char="•"/>
            </a:pPr>
            <a:r>
              <a:rPr lang="fr-FR" sz="1400" dirty="0"/>
              <a:t>Format privilégié pour la documentation </a:t>
            </a:r>
            <a:r>
              <a:rPr lang="fr-FR" sz="1400" dirty="0" err="1"/>
              <a:t>OpenAPI</a:t>
            </a:r>
            <a:r>
              <a:rPr lang="fr-FR" sz="1400" dirty="0"/>
              <a:t>.</a:t>
            </a:r>
          </a:p>
          <a:p>
            <a:pPr marL="285750" indent="-285750" fontAlgn="base">
              <a:lnSpc>
                <a:spcPct val="200000"/>
              </a:lnSpc>
              <a:buFont typeface="Arial" panose="020B0604020202020204" pitchFamily="34" charset="0"/>
              <a:buChar char="•"/>
            </a:pPr>
            <a:r>
              <a:rPr lang="fr-FR" sz="1400" dirty="0"/>
              <a:t>Extension = </a:t>
            </a:r>
            <a:r>
              <a:rPr lang="fr-FR" sz="1400" b="1" dirty="0"/>
              <a:t>.</a:t>
            </a:r>
            <a:r>
              <a:rPr lang="fr-FR" sz="1400" b="1" dirty="0" err="1"/>
              <a:t>yml</a:t>
            </a:r>
            <a:r>
              <a:rPr lang="fr-FR" sz="1400" b="1" dirty="0"/>
              <a:t> </a:t>
            </a:r>
            <a:r>
              <a:rPr lang="fr-FR" sz="1400" dirty="0"/>
              <a:t>ou .</a:t>
            </a:r>
            <a:r>
              <a:rPr lang="fr-FR" sz="1400" b="1" dirty="0" err="1"/>
              <a:t>yaml</a:t>
            </a:r>
            <a:endParaRPr lang="fr-FR" sz="1400" b="1" dirty="0"/>
          </a:p>
        </p:txBody>
      </p:sp>
      <p:pic>
        <p:nvPicPr>
          <p:cNvPr id="9229" name="Picture 13" descr="Use YAML if you want comment in JSON : r/ProgrammerHumor">
            <a:extLst>
              <a:ext uri="{FF2B5EF4-FFF2-40B4-BE49-F238E27FC236}">
                <a16:creationId xmlns:a16="http://schemas.microsoft.com/office/drawing/2014/main" id="{3B7234DF-F3C6-1FF8-2429-E1CA14E578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2307" y="3281940"/>
            <a:ext cx="3931720" cy="2943679"/>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0">
            <a:extLst>
              <a:ext uri="{FF2B5EF4-FFF2-40B4-BE49-F238E27FC236}">
                <a16:creationId xmlns:a16="http://schemas.microsoft.com/office/drawing/2014/main" id="{76C94B5B-4326-3363-DD38-2866255378DE}"/>
              </a:ext>
            </a:extLst>
          </p:cNvPr>
          <p:cNvSpPr txBox="1"/>
          <p:nvPr/>
        </p:nvSpPr>
        <p:spPr>
          <a:xfrm>
            <a:off x="765737" y="4140888"/>
            <a:ext cx="7400363" cy="122578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lnSpc>
                <a:spcPct val="200000"/>
              </a:lnSpc>
            </a:pPr>
            <a:r>
              <a:rPr lang="fr-FR" sz="1400" b="1" dirty="0"/>
              <a:t>Pourquoi YAML dans les contrats d’API ? </a:t>
            </a:r>
          </a:p>
          <a:p>
            <a:pPr marL="285750" indent="-285750" fontAlgn="base">
              <a:lnSpc>
                <a:spcPct val="200000"/>
              </a:lnSpc>
              <a:buFont typeface="Arial" panose="020B0604020202020204" pitchFamily="34" charset="0"/>
              <a:buChar char="•"/>
            </a:pPr>
            <a:r>
              <a:rPr lang="fr-FR" sz="1400" dirty="0"/>
              <a:t>Plus lisible et compact que JSON</a:t>
            </a:r>
          </a:p>
          <a:p>
            <a:pPr marL="285750" indent="-285750" fontAlgn="base">
              <a:lnSpc>
                <a:spcPct val="200000"/>
              </a:lnSpc>
              <a:buFont typeface="Arial" panose="020B0604020202020204" pitchFamily="34" charset="0"/>
              <a:buChar char="•"/>
            </a:pPr>
            <a:r>
              <a:rPr lang="fr-FR" sz="1400" dirty="0"/>
              <a:t>Supporte les commentaires</a:t>
            </a:r>
          </a:p>
        </p:txBody>
      </p:sp>
    </p:spTree>
    <p:extLst>
      <p:ext uri="{BB962C8B-B14F-4D97-AF65-F5344CB8AC3E}">
        <p14:creationId xmlns:p14="http://schemas.microsoft.com/office/powerpoint/2010/main" val="3702279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75EE3-F618-5E47-F811-DC533AA838C1}"/>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D8A88EDA-CCB1-4D1D-7216-E4901C74C5A5}"/>
              </a:ext>
            </a:extLst>
          </p:cNvPr>
          <p:cNvSpPr>
            <a:spLocks noGrp="1"/>
          </p:cNvSpPr>
          <p:nvPr>
            <p:ph type="sldNum" sz="quarter" idx="10"/>
          </p:nvPr>
        </p:nvSpPr>
        <p:spPr/>
        <p:txBody>
          <a:bodyPr/>
          <a:lstStyle/>
          <a:p>
            <a:fld id="{525A3C56-E491-49B2-93F3-63532DF516BC}" type="slidenum">
              <a:rPr lang="en-CA" smtClean="0"/>
              <a:t>40</a:t>
            </a:fld>
            <a:endParaRPr lang="en-CA"/>
          </a:p>
        </p:txBody>
      </p:sp>
      <p:sp>
        <p:nvSpPr>
          <p:cNvPr id="2" name="Titre 1">
            <a:extLst>
              <a:ext uri="{FF2B5EF4-FFF2-40B4-BE49-F238E27FC236}">
                <a16:creationId xmlns:a16="http://schemas.microsoft.com/office/drawing/2014/main" id="{76369BA9-A557-8125-F87C-3B3ACDC995FB}"/>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200" dirty="0"/>
              <a:t>Contrat d’API – JSON vs YAML</a:t>
            </a:r>
            <a:endParaRPr lang="fr-FR" sz="3200" noProof="0" dirty="0"/>
          </a:p>
        </p:txBody>
      </p:sp>
      <p:pic>
        <p:nvPicPr>
          <p:cNvPr id="9218" name="Picture 2" descr="Yaml - Icônes interface gratuites">
            <a:extLst>
              <a:ext uri="{FF2B5EF4-FFF2-40B4-BE49-F238E27FC236}">
                <a16:creationId xmlns:a16="http://schemas.microsoft.com/office/drawing/2014/main" id="{05CB8233-E746-C46D-D86B-2C1A38F101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28707" y="3571773"/>
            <a:ext cx="1573191" cy="157319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7">
            <a:extLst>
              <a:ext uri="{FF2B5EF4-FFF2-40B4-BE49-F238E27FC236}">
                <a16:creationId xmlns:a16="http://schemas.microsoft.com/office/drawing/2014/main" id="{4C68D51A-EB2F-D16A-88C5-E26B1CB5E68B}"/>
              </a:ext>
            </a:extLst>
          </p:cNvPr>
          <p:cNvSpPr>
            <a:spLocks noChangeArrowheads="1"/>
          </p:cNvSpPr>
          <p:nvPr/>
        </p:nvSpPr>
        <p:spPr bwMode="auto">
          <a:xfrm>
            <a:off x="6500121" y="1539861"/>
            <a:ext cx="4257550" cy="24929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paths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users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/{id}:</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get</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summary</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Récupérer un utilisateur</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parameters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 in: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path</a:t>
            </a:r>
            <a:endPar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name</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id</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required</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true</a:t>
            </a:r>
            <a:endPar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schema</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type: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integer</a:t>
            </a:r>
            <a:endPar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responses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'200':</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description: Utilisateur trouvé</a:t>
            </a:r>
          </a:p>
        </p:txBody>
      </p:sp>
      <p:sp>
        <p:nvSpPr>
          <p:cNvPr id="15" name="Rectangle 10">
            <a:extLst>
              <a:ext uri="{FF2B5EF4-FFF2-40B4-BE49-F238E27FC236}">
                <a16:creationId xmlns:a16="http://schemas.microsoft.com/office/drawing/2014/main" id="{3244B031-AA43-5746-EE25-D80EF2616946}"/>
              </a:ext>
            </a:extLst>
          </p:cNvPr>
          <p:cNvSpPr>
            <a:spLocks noChangeArrowheads="1"/>
          </p:cNvSpPr>
          <p:nvPr/>
        </p:nvSpPr>
        <p:spPr bwMode="auto">
          <a:xfrm>
            <a:off x="765737" y="1539861"/>
            <a:ext cx="5476752" cy="452431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paths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users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/{id}":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get</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summary</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"Récupérer un utilisateur",</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parameters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"in":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path</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name</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"id",</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required</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true</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schema</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"type":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integer</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r>
              <a:rPr kumimoji="0" lang="fr-FR" altLang="fr-FR" sz="1200" b="1"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responses</a:t>
            </a: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"200":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"description": "Utilisateur trouvé"</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p>
        </p:txBody>
      </p:sp>
      <p:pic>
        <p:nvPicPr>
          <p:cNvPr id="4" name="Picture 10" descr="Fichier json - Icônes interface gratuites">
            <a:extLst>
              <a:ext uri="{FF2B5EF4-FFF2-40B4-BE49-F238E27FC236}">
                <a16:creationId xmlns:a16="http://schemas.microsoft.com/office/drawing/2014/main" id="{92D96383-0D73-C484-567F-FF923090D4B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09554" y="4885209"/>
            <a:ext cx="1665870" cy="1665870"/>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881D7A05-DAD2-0260-AC59-56FE28716D5B}"/>
              </a:ext>
            </a:extLst>
          </p:cNvPr>
          <p:cNvSpPr txBox="1"/>
          <p:nvPr/>
        </p:nvSpPr>
        <p:spPr>
          <a:xfrm>
            <a:off x="7473321" y="5318139"/>
            <a:ext cx="3951373" cy="646331"/>
          </a:xfrm>
          <a:prstGeom prst="rect">
            <a:avLst/>
          </a:prstGeom>
          <a:noFill/>
        </p:spPr>
        <p:txBody>
          <a:bodyPr wrap="square">
            <a:spAutoFit/>
          </a:bodyPr>
          <a:lstStyle/>
          <a:p>
            <a:r>
              <a:rPr lang="fr-FR" b="1" dirty="0"/>
              <a:t>JSON = format de données</a:t>
            </a:r>
          </a:p>
          <a:p>
            <a:r>
              <a:rPr lang="fr-FR" b="1" dirty="0"/>
              <a:t>YAML = format de description</a:t>
            </a:r>
          </a:p>
        </p:txBody>
      </p:sp>
    </p:spTree>
    <p:extLst>
      <p:ext uri="{BB962C8B-B14F-4D97-AF65-F5344CB8AC3E}">
        <p14:creationId xmlns:p14="http://schemas.microsoft.com/office/powerpoint/2010/main" val="2068096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02980-9ED5-100E-1141-12467A5F61DC}"/>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2E8BEC95-84C5-B576-2CFE-B59F44EB8C50}"/>
              </a:ext>
            </a:extLst>
          </p:cNvPr>
          <p:cNvSpPr>
            <a:spLocks noGrp="1"/>
          </p:cNvSpPr>
          <p:nvPr>
            <p:ph type="sldNum" sz="quarter" idx="10"/>
          </p:nvPr>
        </p:nvSpPr>
        <p:spPr/>
        <p:txBody>
          <a:bodyPr/>
          <a:lstStyle/>
          <a:p>
            <a:fld id="{525A3C56-E491-49B2-93F3-63532DF516BC}" type="slidenum">
              <a:rPr lang="en-CA" smtClean="0"/>
              <a:t>41</a:t>
            </a:fld>
            <a:endParaRPr lang="en-CA"/>
          </a:p>
        </p:txBody>
      </p:sp>
      <p:sp>
        <p:nvSpPr>
          <p:cNvPr id="2" name="Titre 1">
            <a:extLst>
              <a:ext uri="{FF2B5EF4-FFF2-40B4-BE49-F238E27FC236}">
                <a16:creationId xmlns:a16="http://schemas.microsoft.com/office/drawing/2014/main" id="{AE4B80BE-BABB-6D78-FB3B-DE4C9416A447}"/>
              </a:ext>
            </a:extLst>
          </p:cNvPr>
          <p:cNvSpPr txBox="1">
            <a:spLocks/>
          </p:cNvSpPr>
          <p:nvPr/>
        </p:nvSpPr>
        <p:spPr>
          <a:xfrm>
            <a:off x="765737" y="683246"/>
            <a:ext cx="10676438" cy="531097"/>
          </a:xfrm>
          <a:prstGeom prst="rect">
            <a:avLst/>
          </a:prstGeom>
        </p:spPr>
        <p:txBody>
          <a:bodyPr/>
          <a:lstStyle>
            <a:lvl1pPr algn="l" defTabSz="914400" rtl="0" eaLnBrk="1" latinLnBrk="0" hangingPunct="1">
              <a:spcBef>
                <a:spcPct val="0"/>
              </a:spcBef>
              <a:buNone/>
              <a:defRPr sz="2800" kern="1200">
                <a:solidFill>
                  <a:schemeClr val="tx1"/>
                </a:solidFill>
                <a:latin typeface="Arial" pitchFamily="34" charset="0"/>
                <a:ea typeface="+mj-ea"/>
                <a:cs typeface="+mj-cs"/>
              </a:defRPr>
            </a:lvl1pPr>
          </a:lstStyle>
          <a:p>
            <a:r>
              <a:rPr lang="fr-FR" sz="3600" dirty="0"/>
              <a:t>Contrat d’API – Open API et Swagger</a:t>
            </a:r>
            <a:endParaRPr lang="fr-FR" sz="3600" noProof="0" dirty="0"/>
          </a:p>
        </p:txBody>
      </p:sp>
      <p:sp>
        <p:nvSpPr>
          <p:cNvPr id="5" name="TextBox 10">
            <a:extLst>
              <a:ext uri="{FF2B5EF4-FFF2-40B4-BE49-F238E27FC236}">
                <a16:creationId xmlns:a16="http://schemas.microsoft.com/office/drawing/2014/main" id="{EF4AA6E6-3509-4DF6-3792-77C624F62A43}"/>
              </a:ext>
            </a:extLst>
          </p:cNvPr>
          <p:cNvSpPr txBox="1"/>
          <p:nvPr/>
        </p:nvSpPr>
        <p:spPr>
          <a:xfrm>
            <a:off x="765737" y="1633836"/>
            <a:ext cx="7400363" cy="36225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fontAlgn="base">
              <a:lnSpc>
                <a:spcPct val="200000"/>
              </a:lnSpc>
            </a:pPr>
            <a:r>
              <a:rPr lang="fr-FR" sz="1400" b="1" dirty="0"/>
              <a:t>Un peu d’historique…</a:t>
            </a:r>
          </a:p>
          <a:p>
            <a:pPr marL="285750" indent="-285750" fontAlgn="base">
              <a:lnSpc>
                <a:spcPct val="150000"/>
              </a:lnSpc>
              <a:buFont typeface="Arial" panose="020B0604020202020204" pitchFamily="34" charset="0"/>
              <a:buChar char="•"/>
            </a:pPr>
            <a:r>
              <a:rPr lang="fr-FR" sz="1400" dirty="0"/>
              <a:t>2011 : Première version open-source de </a:t>
            </a:r>
            <a:r>
              <a:rPr lang="fr-FR" sz="1400" b="1" dirty="0"/>
              <a:t>Swagger</a:t>
            </a:r>
            <a:r>
              <a:rPr lang="fr-FR" sz="1400" dirty="0"/>
              <a:t> →</a:t>
            </a:r>
            <a:r>
              <a:rPr lang="fr-FR" sz="1400" dirty="0">
                <a:sym typeface="Wingdings" panose="05000000000000000000" pitchFamily="2" charset="2"/>
              </a:rPr>
              <a:t> premier outil majeur de documentation dynamique des API REST</a:t>
            </a:r>
          </a:p>
          <a:p>
            <a:pPr marL="285750" indent="-285750" fontAlgn="base">
              <a:lnSpc>
                <a:spcPct val="150000"/>
              </a:lnSpc>
              <a:buFont typeface="Arial" panose="020B0604020202020204" pitchFamily="34" charset="0"/>
              <a:buChar char="•"/>
            </a:pPr>
            <a:r>
              <a:rPr lang="fr-FR" sz="1400" dirty="0">
                <a:sym typeface="Wingdings" panose="05000000000000000000" pitchFamily="2" charset="2"/>
              </a:rPr>
              <a:t>2016 : </a:t>
            </a:r>
            <a:r>
              <a:rPr lang="fr-FR" sz="1400" b="1" dirty="0">
                <a:sym typeface="Wingdings" panose="05000000000000000000" pitchFamily="2" charset="2"/>
              </a:rPr>
              <a:t>Swagger</a:t>
            </a:r>
            <a:r>
              <a:rPr lang="fr-FR" sz="1400" dirty="0">
                <a:sym typeface="Wingdings" panose="05000000000000000000" pitchFamily="2" charset="2"/>
              </a:rPr>
              <a:t> devient </a:t>
            </a:r>
            <a:r>
              <a:rPr lang="fr-FR" sz="1400" b="1" dirty="0" err="1">
                <a:sym typeface="Wingdings" panose="05000000000000000000" pitchFamily="2" charset="2"/>
              </a:rPr>
              <a:t>OpenAPI</a:t>
            </a:r>
            <a:r>
              <a:rPr lang="fr-FR" sz="1400" b="1" dirty="0">
                <a:sym typeface="Wingdings" panose="05000000000000000000" pitchFamily="2" charset="2"/>
              </a:rPr>
              <a:t> </a:t>
            </a:r>
            <a:r>
              <a:rPr lang="fr-FR" sz="1400" b="1" dirty="0" err="1">
                <a:sym typeface="Wingdings" panose="05000000000000000000" pitchFamily="2" charset="2"/>
              </a:rPr>
              <a:t>Specification</a:t>
            </a:r>
            <a:r>
              <a:rPr lang="fr-FR" sz="1400" b="1" dirty="0">
                <a:sym typeface="Wingdings" panose="05000000000000000000" pitchFamily="2" charset="2"/>
              </a:rPr>
              <a:t> (OAS)</a:t>
            </a:r>
          </a:p>
          <a:p>
            <a:pPr fontAlgn="base">
              <a:lnSpc>
                <a:spcPct val="150000"/>
              </a:lnSpc>
            </a:pPr>
            <a:endParaRPr lang="fr-FR" sz="1400" b="1" dirty="0">
              <a:sym typeface="Wingdings" panose="05000000000000000000" pitchFamily="2" charset="2"/>
            </a:endParaRPr>
          </a:p>
          <a:p>
            <a:pPr fontAlgn="base">
              <a:lnSpc>
                <a:spcPct val="150000"/>
              </a:lnSpc>
            </a:pPr>
            <a:r>
              <a:rPr lang="fr-FR" sz="1400" b="1" dirty="0" err="1">
                <a:sym typeface="Wingdings" panose="05000000000000000000" pitchFamily="2" charset="2"/>
              </a:rPr>
              <a:t>OpenAPI</a:t>
            </a:r>
            <a:r>
              <a:rPr lang="fr-FR" sz="1400" dirty="0">
                <a:sym typeface="Wingdings" panose="05000000000000000000" pitchFamily="2" charset="2"/>
              </a:rPr>
              <a:t> est la norme officielle et </a:t>
            </a:r>
            <a:r>
              <a:rPr lang="fr-FR" sz="1400" b="1" dirty="0">
                <a:sym typeface="Wingdings" panose="05000000000000000000" pitchFamily="2" charset="2"/>
              </a:rPr>
              <a:t>Swagger</a:t>
            </a:r>
            <a:r>
              <a:rPr lang="fr-FR" sz="1400" dirty="0">
                <a:sym typeface="Wingdings" panose="05000000000000000000" pitchFamily="2" charset="2"/>
              </a:rPr>
              <a:t> est un ensemble d’outils implémentant </a:t>
            </a:r>
            <a:r>
              <a:rPr lang="fr-FR" sz="1400" b="1" dirty="0" err="1">
                <a:sym typeface="Wingdings" panose="05000000000000000000" pitchFamily="2" charset="2"/>
              </a:rPr>
              <a:t>OpenAPI</a:t>
            </a:r>
            <a:r>
              <a:rPr lang="fr-FR" sz="1400" dirty="0">
                <a:sym typeface="Wingdings" panose="05000000000000000000" pitchFamily="2" charset="2"/>
              </a:rPr>
              <a:t>.</a:t>
            </a:r>
          </a:p>
          <a:p>
            <a:pPr fontAlgn="base">
              <a:lnSpc>
                <a:spcPct val="150000"/>
              </a:lnSpc>
            </a:pPr>
            <a:endParaRPr lang="fr-FR" sz="1400" dirty="0">
              <a:sym typeface="Wingdings" panose="05000000000000000000" pitchFamily="2" charset="2"/>
            </a:endParaRPr>
          </a:p>
          <a:p>
            <a:pPr fontAlgn="base">
              <a:lnSpc>
                <a:spcPct val="150000"/>
              </a:lnSpc>
            </a:pPr>
            <a:r>
              <a:rPr lang="fr-FR" sz="1400" b="1" dirty="0">
                <a:sym typeface="Wingdings" panose="05000000000000000000" pitchFamily="2" charset="2"/>
              </a:rPr>
              <a:t>Quelques outils : </a:t>
            </a:r>
          </a:p>
          <a:p>
            <a:pPr fontAlgn="base">
              <a:lnSpc>
                <a:spcPct val="150000"/>
              </a:lnSpc>
            </a:pPr>
            <a:r>
              <a:rPr lang="fr-FR" sz="1400" dirty="0">
                <a:hlinkClick r:id="rId3"/>
              </a:rPr>
              <a:t>Swagger UI </a:t>
            </a:r>
            <a:r>
              <a:rPr lang="fr-FR" sz="1400" dirty="0"/>
              <a:t>→ documentation interactive, testable depuis le navigateur.</a:t>
            </a:r>
          </a:p>
          <a:p>
            <a:pPr fontAlgn="base">
              <a:lnSpc>
                <a:spcPct val="150000"/>
              </a:lnSpc>
            </a:pPr>
            <a:r>
              <a:rPr lang="fr-FR" sz="1400" dirty="0">
                <a:hlinkClick r:id="rId4"/>
              </a:rPr>
              <a:t>Swagger Editor </a:t>
            </a:r>
            <a:r>
              <a:rPr lang="fr-FR" sz="1400" dirty="0"/>
              <a:t>→ édition en direct du contrat (YAML/JSON).</a:t>
            </a:r>
          </a:p>
          <a:p>
            <a:pPr fontAlgn="base">
              <a:lnSpc>
                <a:spcPct val="150000"/>
              </a:lnSpc>
            </a:pPr>
            <a:r>
              <a:rPr lang="fr-FR" sz="1400" dirty="0"/>
              <a:t>Swagger </a:t>
            </a:r>
            <a:r>
              <a:rPr lang="fr-FR" sz="1400" dirty="0" err="1"/>
              <a:t>Codegen</a:t>
            </a:r>
            <a:r>
              <a:rPr lang="fr-FR" sz="1400" dirty="0"/>
              <a:t> / </a:t>
            </a:r>
            <a:r>
              <a:rPr lang="fr-FR" sz="1400" dirty="0" err="1"/>
              <a:t>OpenAPI</a:t>
            </a:r>
            <a:r>
              <a:rPr lang="fr-FR" sz="1400" dirty="0"/>
              <a:t> </a:t>
            </a:r>
            <a:r>
              <a:rPr lang="fr-FR" sz="1400" dirty="0" err="1"/>
              <a:t>Generator</a:t>
            </a:r>
            <a:r>
              <a:rPr lang="fr-FR" sz="1400" dirty="0"/>
              <a:t> → génération de code client/serveur.</a:t>
            </a:r>
          </a:p>
        </p:txBody>
      </p:sp>
      <p:pic>
        <p:nvPicPr>
          <p:cNvPr id="8196" name="Picture 4" descr="ASP.NET Core Swagger UI Authorization using IdentityServer4">
            <a:extLst>
              <a:ext uri="{FF2B5EF4-FFF2-40B4-BE49-F238E27FC236}">
                <a16:creationId xmlns:a16="http://schemas.microsoft.com/office/drawing/2014/main" id="{9B673FCA-824F-2278-76A1-F15DEACBFAD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463529" y="2385500"/>
            <a:ext cx="2425662" cy="679059"/>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01E388F3-F402-E940-CBF6-F7D6372466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07941" y="4170094"/>
            <a:ext cx="2381250" cy="647700"/>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59EAC4AD-8CB1-D644-4FAE-784B475F3385}"/>
              </a:ext>
            </a:extLst>
          </p:cNvPr>
          <p:cNvSpPr txBox="1"/>
          <p:nvPr/>
        </p:nvSpPr>
        <p:spPr>
          <a:xfrm>
            <a:off x="3048000" y="5593834"/>
            <a:ext cx="6096000" cy="923330"/>
          </a:xfrm>
          <a:prstGeom prst="rect">
            <a:avLst/>
          </a:prstGeom>
          <a:noFill/>
        </p:spPr>
        <p:txBody>
          <a:bodyPr wrap="square">
            <a:spAutoFit/>
          </a:bodyPr>
          <a:lstStyle/>
          <a:p>
            <a:pPr algn="ctr"/>
            <a:r>
              <a:rPr lang="fr-FR" dirty="0" err="1"/>
              <a:t>Demo</a:t>
            </a:r>
            <a:endParaRPr lang="fr-FR" dirty="0"/>
          </a:p>
          <a:p>
            <a:pPr algn="ctr"/>
            <a:r>
              <a:rPr lang="fr-FR" dirty="0">
                <a:hlinkClick r:id="rId7"/>
              </a:rPr>
              <a:t>https://swagger.io/tools/swagger-ui/</a:t>
            </a:r>
            <a:endParaRPr lang="fr-FR" dirty="0"/>
          </a:p>
          <a:p>
            <a:pPr algn="ctr"/>
            <a:r>
              <a:rPr lang="fr-FR" dirty="0">
                <a:hlinkClick r:id="rId4"/>
              </a:rPr>
              <a:t>https://editor.swagger.io/</a:t>
            </a:r>
            <a:endParaRPr lang="fr-FR" dirty="0"/>
          </a:p>
        </p:txBody>
      </p:sp>
    </p:spTree>
    <p:extLst>
      <p:ext uri="{BB962C8B-B14F-4D97-AF65-F5344CB8AC3E}">
        <p14:creationId xmlns:p14="http://schemas.microsoft.com/office/powerpoint/2010/main" val="3746486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38225-0CAF-7266-6EE7-8EDAA4B053F3}"/>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0F4C4E6C-155C-08F7-8B0C-F505EA87145C}"/>
              </a:ext>
            </a:extLst>
          </p:cNvPr>
          <p:cNvSpPr>
            <a:spLocks noGrp="1"/>
          </p:cNvSpPr>
          <p:nvPr>
            <p:ph type="title"/>
          </p:nvPr>
        </p:nvSpPr>
        <p:spPr>
          <a:xfrm>
            <a:off x="2915056" y="2780450"/>
            <a:ext cx="6139363" cy="2226506"/>
          </a:xfrm>
        </p:spPr>
        <p:txBody>
          <a:bodyPr/>
          <a:lstStyle/>
          <a:p>
            <a:pPr algn="ctr"/>
            <a:r>
              <a:rPr lang="fr-FR" dirty="0"/>
              <a:t>Fin CM 1</a:t>
            </a:r>
            <a:endParaRPr lang="fr-FR" noProof="0" dirty="0"/>
          </a:p>
        </p:txBody>
      </p:sp>
      <p:sp>
        <p:nvSpPr>
          <p:cNvPr id="2" name="Espace réservé du numéro de diapositive 1">
            <a:extLst>
              <a:ext uri="{FF2B5EF4-FFF2-40B4-BE49-F238E27FC236}">
                <a16:creationId xmlns:a16="http://schemas.microsoft.com/office/drawing/2014/main" id="{D774B91C-C474-92D7-7628-D69BD693C1ED}"/>
              </a:ext>
            </a:extLst>
          </p:cNvPr>
          <p:cNvSpPr>
            <a:spLocks noGrp="1"/>
          </p:cNvSpPr>
          <p:nvPr>
            <p:ph type="sldNum" sz="quarter" idx="4"/>
          </p:nvPr>
        </p:nvSpPr>
        <p:spPr/>
        <p:txBody>
          <a:bodyPr/>
          <a:lstStyle/>
          <a:p>
            <a:fld id="{525A3C56-E491-49B2-93F3-63532DF516BC}" type="slidenum">
              <a:rPr lang="en-CA" smtClean="0"/>
              <a:t>42</a:t>
            </a:fld>
            <a:endParaRPr lang="en-CA"/>
          </a:p>
        </p:txBody>
      </p:sp>
    </p:spTree>
    <p:extLst>
      <p:ext uri="{BB962C8B-B14F-4D97-AF65-F5344CB8AC3E}">
        <p14:creationId xmlns:p14="http://schemas.microsoft.com/office/powerpoint/2010/main" val="251614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3.9600.0"/>
  <p:tag name="AS_RELEASE_DATE" val="2021.02.14"/>
  <p:tag name="AS_TITLE" val="Aspose.Slides for .NET 4.0"/>
  <p:tag name="AS_VERSION" val="21.2"/>
</p:tagLst>
</file>

<file path=ppt/tags/tag2.xml><?xml version="1.0" encoding="utf-8"?>
<p:tagLst xmlns:a="http://schemas.openxmlformats.org/drawingml/2006/main" xmlns:r="http://schemas.openxmlformats.org/officeDocument/2006/relationships" xmlns:p="http://schemas.openxmlformats.org/presentationml/2006/main">
  <p:tag name="NUM" val="1"/>
</p:tagLst>
</file>

<file path=ppt/theme/theme1.xml><?xml version="1.0" encoding="utf-8"?>
<a:theme xmlns:a="http://schemas.openxmlformats.org/drawingml/2006/main" name="CGI Widescreen Beet">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Classic 2">
      <a:maj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9525" algn="ctr">
          <a:noFill/>
          <a:miter lim="800000"/>
          <a:headEnd/>
          <a:tailEnd/>
        </a:ln>
        <a:effectLst/>
      </a:spPr>
      <a:bodyPr lIns="63500" tIns="0" rIns="64800" bIns="0" rtlCol="0" anchor="ctr"/>
      <a:lstStyle>
        <a:defPPr algn="ctr">
          <a:spcBef>
            <a:spcPct val="0"/>
          </a:spcBef>
          <a:buClrTx/>
          <a:buSzPct val="90000"/>
          <a:defRPr sz="1600" b="1" dirty="0">
            <a:solidFill>
              <a:schemeClr val="bg1"/>
            </a:solidFill>
            <a:cs typeface="Arial" pitchFamily="34" charset="0"/>
          </a:defRPr>
        </a:defPPr>
      </a:lstStyle>
    </a:spDef>
    <a:lnDef>
      <a:spPr bwMode="gray">
        <a:noFill/>
        <a:ln w="12700">
          <a:solidFill>
            <a:schemeClr val="accent1"/>
          </a:solidFill>
          <a:round/>
          <a:headEnd/>
          <a:tailEnd/>
        </a:ln>
        <a:effectLst/>
      </a:spPr>
      <a:bodyPr/>
      <a:lstStyle/>
    </a:lnDef>
    <a:txDef>
      <a:spPr/>
      <a:bodyPr vert="horz" lIns="0" tIns="0" rIns="0" bIns="0" rtlCol="0" anchor="t" anchorCtr="0">
        <a:normAutofit/>
      </a:bodyPr>
      <a:lstStyle>
        <a:defPPr algn="l">
          <a:defRPr dirty="0" smtClean="0"/>
        </a:defPPr>
      </a:lstStyle>
    </a:txDef>
  </a:objectDefaults>
  <a:extraClrSchemeLst/>
  <a:custClrLst>
    <a:custClr name="White">
      <a:srgbClr val="FFFFFF"/>
    </a:custClr>
    <a:custClr name="White">
      <a:srgbClr val="FFFFFF"/>
    </a:custClr>
    <a:custClr name="R101 G10 B33">
      <a:srgbClr val="650A21"/>
    </a:custClr>
    <a:custClr name="White">
      <a:srgbClr val="FFFFFF"/>
    </a:custClr>
    <a:custClr name="R32 G10 B88">
      <a:srgbClr val="200A58"/>
    </a:custClr>
    <a:custClr name="White">
      <a:srgbClr val="FFFFFF"/>
    </a:custClr>
    <a:custClr name="White">
      <a:srgbClr val="FFFFFF"/>
    </a:custClr>
    <a:custClr name="White">
      <a:srgbClr val="FFFFFF"/>
    </a:custClr>
    <a:custClr name="White">
      <a:srgbClr val="FFFFFF"/>
    </a:custClr>
    <a:custClr name="White">
      <a:srgbClr val="FFFFFF"/>
    </a:custClr>
    <a:custClr name="CGI Orange">
      <a:srgbClr val="FF6A00"/>
    </a:custClr>
    <a:custClr name="CGI Red">
      <a:srgbClr val="E31937"/>
    </a:custClr>
    <a:custClr name="CGI Burgundy">
      <a:srgbClr val="991F3D"/>
    </a:custClr>
    <a:custClr name="CGI Magenta">
      <a:srgbClr val="A82465"/>
    </a:custClr>
    <a:custClr name="CGI Purple">
      <a:srgbClr val="5236AB"/>
    </a:custClr>
    <a:custClr name="Black">
      <a:srgbClr val="000000"/>
    </a:custClr>
    <a:custClr name="White">
      <a:srgbClr val="FFFFFF"/>
    </a:custClr>
    <a:custClr name="White">
      <a:srgbClr val="FFFFFF"/>
    </a:custClr>
    <a:custClr name="White">
      <a:srgbClr val="FFFFFF"/>
    </a:custClr>
    <a:custClr name="White">
      <a:srgbClr val="FFFFFF"/>
    </a:custClr>
    <a:custClr name="R255 G195 B153">
      <a:srgbClr val="FFC399"/>
    </a:custClr>
    <a:custClr name="CGI Peach">
      <a:srgbClr val="FFCDD2"/>
    </a:custClr>
    <a:custClr name="R214 G165 B177">
      <a:srgbClr val="D6A5B1"/>
    </a:custClr>
    <a:custClr name="R203 G124 B163">
      <a:srgbClr val="CB7CA3"/>
    </a:custClr>
    <a:custClr name="R203 G195 B230">
      <a:srgbClr val="CBC3E6"/>
    </a:custClr>
    <a:custClr name="R85 G85 B85">
      <a:srgbClr val="555555"/>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R179 G179 B1">
      <a:srgbClr val="B3B3B3"/>
    </a:custClr>
    <a:custClr name="White">
      <a:srgbClr val="FFFFFF"/>
    </a:custClr>
    <a:custClr name="White">
      <a:srgbClr val="FFFFFF"/>
    </a:custClr>
    <a:custClr name="White">
      <a:srgbClr val="FFFFFF"/>
    </a:custClr>
    <a:custClr name="White">
      <a:srgbClr val="FFFFFF"/>
    </a:custClr>
    <a:custClr name="CGI Red (Use these colors for heat maps only)">
      <a:srgbClr val="E31937"/>
    </a:custClr>
    <a:custClr name="R255 G172 B37  (Use these colors for heat maps only)">
      <a:srgbClr val="FFAC25"/>
    </a:custClr>
    <a:custClr name="R30 G93 B55  (Use these colors for heat maps only)">
      <a:srgbClr val="1E5D37"/>
    </a:custClr>
    <a:custClr name="White">
      <a:srgbClr val="FFFFFF"/>
    </a:custClr>
    <a:custClr name="White">
      <a:srgbClr val="FFFFFF"/>
    </a:custClr>
    <a:custClr name="R210 G210 B210">
      <a:srgbClr val="D2D2D2"/>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Présentation2" id="{BAF28E72-D762-FC44-9002-4436F9E0831D}" vid="{D5CE621D-C22D-E744-9D69-CA7394097242}"/>
    </a:ext>
  </a:extLst>
</a:theme>
</file>

<file path=ppt/theme/theme2.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ssier Administratif" ma:contentTypeID="0x0101009A52C5AAAFC23349B8BDB1B4A6E5BBA100BE7DAB2C58B328489915C63B8D980AC0" ma:contentTypeVersion="11" ma:contentTypeDescription="Crée un document." ma:contentTypeScope="" ma:versionID="7bbb76030f15e2b896280439ed7c7543">
  <xsd:schema xmlns:xsd="http://www.w3.org/2001/XMLSchema" xmlns:xs="http://www.w3.org/2001/XMLSchema" xmlns:p="http://schemas.microsoft.com/office/2006/metadata/properties" xmlns:ns1="http://schemas.microsoft.com/sharepoint/v3" xmlns:ns2="1467fb8b-7944-4202-8e80-6a5cf0d18287" xmlns:ns3="22d87773-e74c-4cbb-84cc-45cb2e9e9a01" targetNamespace="http://schemas.microsoft.com/office/2006/metadata/properties" ma:root="true" ma:fieldsID="35a237271d09c8f7fda9c2c1fcd6a1b2" ns1:_="" ns2:_="" ns3:_="">
    <xsd:import namespace="http://schemas.microsoft.com/sharepoint/v3"/>
    <xsd:import namespace="1467fb8b-7944-4202-8e80-6a5cf0d18287"/>
    <xsd:import namespace="22d87773-e74c-4cbb-84cc-45cb2e9e9a01"/>
    <xsd:element name="properties">
      <xsd:complexType>
        <xsd:sequence>
          <xsd:element name="documentManagement">
            <xsd:complexType>
              <xsd:all>
                <xsd:element ref="ns2:AuthorEnsemble" minOccurs="0"/>
                <xsd:element ref="ns1:PublishedDate" minOccurs="0"/>
                <xsd:element ref="ns2:DocumentAudience"/>
                <xsd:element ref="ns2:AdministrativeFileTopic" minOccurs="0"/>
                <xsd:element ref="ns2:AdministrativeFileDocumentType"/>
                <xsd:element ref="ns2:DocCTLanguage" minOccurs="0"/>
                <xsd:element ref="ns2:Classification"/>
                <xsd:element ref="ns2:ChangeRequestID" minOccurs="0"/>
                <xsd:element ref="ns2:d03104a6d34b444fb9971a4d8e41064a" minOccurs="0"/>
                <xsd:element ref="ns2:TaxCatchAll" minOccurs="0"/>
                <xsd:element ref="ns2:TaxCatchAllLabel" minOccurs="0"/>
                <xsd:element ref="ns2:TaxKeywordTaxHTField" minOccurs="0"/>
                <xsd:element ref="ns1:_dlc_Exempt" minOccurs="0"/>
                <xsd:element ref="ns3:DLCPolicyLabelValue" minOccurs="0"/>
                <xsd:element ref="ns3:DLCPolicyLabelClientValue" minOccurs="0"/>
                <xsd:element ref="ns3:DLCPolicyLabelLoc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edDate" ma:index="3" nillable="true" ma:displayName="Date de publication" ma:format="DateOnly" ma:internalName="PublishedDate" ma:readOnly="false">
      <xsd:simpleType>
        <xsd:restriction base="dms:DateTime"/>
      </xsd:simpleType>
    </xsd:element>
    <xsd:element name="_dlc_Exempt" ma:index="22" nillable="true" ma:displayName="Exempt de la stratégie" ma:hidden="true" ma:internalName="_dlc_Exempt"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467fb8b-7944-4202-8e80-6a5cf0d18287" elementFormDefault="qualified">
    <xsd:import namespace="http://schemas.microsoft.com/office/2006/documentManagement/types"/>
    <xsd:import namespace="http://schemas.microsoft.com/office/infopath/2007/PartnerControls"/>
    <xsd:element name="AuthorEnsemble" ma:index="2" nillable="true" ma:displayName="Auteur" ma:description="" ma:internalName="AuthorEnsemble" ma:readOnly="false">
      <xsd:simpleType>
        <xsd:restriction base="dms:Text"/>
      </xsd:simpleType>
    </xsd:element>
    <xsd:element name="DocumentAudience" ma:index="5" ma:displayName="Destinataire du document" ma:default="CGI seulement" ma:description="" ma:internalName="DocumentAudience" ma:readOnly="false">
      <xsd:simpleType>
        <xsd:restriction base="dms:Choice">
          <xsd:enumeration value="CGI seulement"/>
          <xsd:enumeration value="Approuvé pour être communiqué au client"/>
        </xsd:restriction>
      </xsd:simpleType>
    </xsd:element>
    <xsd:element name="AdministrativeFileTopic" ma:index="6" nillable="true" ma:displayName="Sujet" ma:default="N/A" ma:description="" ma:internalName="AdministrativeFileTopic" ma:readOnly="false">
      <xsd:simpleType>
        <xsd:restriction base="dms:Choice">
          <xsd:enumeration value="N/A"/>
          <xsd:enumeration value="Gestion"/>
          <xsd:enumeration value="Stratégie"/>
          <xsd:enumeration value="Développement"/>
          <xsd:enumeration value="Formation"/>
          <xsd:enumeration value="Delivery"/>
        </xsd:restriction>
      </xsd:simpleType>
    </xsd:element>
    <xsd:element name="AdministrativeFileDocumentType" ma:index="7" ma:displayName="Type de document" ma:default="Documentation" ma:description="" ma:internalName="AdministrativeFileDocumentType" ma:readOnly="false">
      <xsd:simpleType>
        <xsd:restriction base="dms:Choice">
          <xsd:enumeration value=""/>
          <xsd:enumeration value="Approbations"/>
          <xsd:enumeration value="Documentation"/>
          <xsd:enumeration value="Communication"/>
          <xsd:enumeration value="Contrat"/>
          <xsd:enumeration value="Finance"/>
          <xsd:enumeration value="Guides et manuels"/>
          <xsd:enumeration value="Compte-rendu de réunion"/>
          <xsd:enumeration value="Politiques et procédures"/>
          <xsd:enumeration value="Présentations"/>
          <xsd:enumeration value="Procédure et instructions de travail"/>
          <xsd:enumeration value="Processus"/>
          <xsd:enumeration value="Rapport"/>
          <xsd:enumeration value="Révision"/>
          <xsd:enumeration value="Gabarits et formulaires"/>
        </xsd:restriction>
      </xsd:simpleType>
    </xsd:element>
    <xsd:element name="DocCTLanguage" ma:index="8" nillable="true" ma:displayName="Langue" ma:default="Anglais" ma:description="" ma:internalName="DocCTLanguage" ma:readOnly="false">
      <xsd:simpleType>
        <xsd:restriction base="dms:Choice">
          <xsd:enumeration value="Anglais"/>
          <xsd:enumeration value="Français"/>
        </xsd:restriction>
      </xsd:simpleType>
    </xsd:element>
    <xsd:element name="Classification" ma:index="9" ma:displayName="Classification" ma:default="Interne" ma:description="Selon la politique de classification." ma:internalName="Classification" ma:readOnly="false">
      <xsd:simpleType>
        <xsd:restriction base="dms:Choice">
          <xsd:enumeration value="Interne"/>
          <xsd:enumeration value="Public"/>
          <xsd:enumeration value="Confidentiel"/>
          <xsd:enumeration value="Hautement Confidentiel"/>
        </xsd:restriction>
      </xsd:simpleType>
    </xsd:element>
    <xsd:element name="ChangeRequestID" ma:index="11" nillable="true" ma:displayName="No demande de changement" ma:description="" ma:internalName="ChangeRequestID" ma:readOnly="false">
      <xsd:simpleType>
        <xsd:restriction base="dms:Text"/>
      </xsd:simpleType>
    </xsd:element>
    <xsd:element name="d03104a6d34b444fb9971a4d8e41064a" ma:index="15" nillable="true" ma:taxonomy="true" ma:internalName="d03104a6d34b444fb9971a4d8e41064a" ma:taxonomyFieldName="SBUBUContentOwner" ma:displayName="UAS/UA Propriétaire du contenu" ma:readOnly="false" ma:fieldId="{d03104a6-d34b-444f-b997-1a4d8e41064a}" ma:sspId="204c783a-96cf-4a0f-a0fc-232f03230527" ma:termSetId="d99e8ed4-fc5d-43fa-94ab-5d6ef9c16d49" ma:anchorId="00000000-0000-0000-0000-000000000000" ma:open="false" ma:isKeyword="false">
      <xsd:complexType>
        <xsd:sequence>
          <xsd:element ref="pc:Terms" minOccurs="0" maxOccurs="1"/>
        </xsd:sequence>
      </xsd:complexType>
    </xsd:element>
    <xsd:element name="TaxCatchAll" ma:index="16" nillable="true" ma:displayName="Taxonomy Catch All Column" ma:hidden="true" ma:list="{51f25e93-a1be-4688-b5df-3ac64482b9a1}" ma:internalName="TaxCatchAll" ma:showField="CatchAllData" ma:web="d51d8a65-6b9b-49c3-bf6d-d7b6f4cec44a">
      <xsd:complexType>
        <xsd:complexContent>
          <xsd:extension base="dms:MultiChoiceLookup">
            <xsd:sequence>
              <xsd:element name="Value" type="dms:Lookup" maxOccurs="unbounded" minOccurs="0" nillable="true"/>
            </xsd:sequence>
          </xsd:extension>
        </xsd:complexContent>
      </xsd:complexType>
    </xsd:element>
    <xsd:element name="TaxCatchAllLabel" ma:index="17" nillable="true" ma:displayName="Taxonomy Catch All Column1" ma:hidden="true" ma:list="{51f25e93-a1be-4688-b5df-3ac64482b9a1}" ma:internalName="TaxCatchAllLabel" ma:readOnly="true" ma:showField="CatchAllDataLabel" ma:web="d51d8a65-6b9b-49c3-bf6d-d7b6f4cec44a">
      <xsd:complexType>
        <xsd:complexContent>
          <xsd:extension base="dms:MultiChoiceLookup">
            <xsd:sequence>
              <xsd:element name="Value" type="dms:Lookup" maxOccurs="unbounded" minOccurs="0" nillable="true"/>
            </xsd:sequence>
          </xsd:extension>
        </xsd:complexContent>
      </xsd:complexType>
    </xsd:element>
    <xsd:element name="TaxKeywordTaxHTField" ma:index="20" nillable="true" ma:taxonomy="true" ma:internalName="TaxKeywordTaxHTField" ma:taxonomyFieldName="TaxKeyword" ma:displayName="Mots-clés d’entreprise" ma:readOnly="false" ma:fieldId="{23f27201-bee3-471e-b2e7-b64fd8b7ca38}" ma:taxonomyMulti="true" ma:sspId="204c783a-96cf-4a0f-a0fc-232f03230527" ma:termSetId="00000000-0000-0000-0000-000000000000" ma:anchorId="00000000-0000-0000-0000-000000000000" ma:open="true" ma:isKeyword="tru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2d87773-e74c-4cbb-84cc-45cb2e9e9a01" elementFormDefault="qualified">
    <xsd:import namespace="http://schemas.microsoft.com/office/2006/documentManagement/types"/>
    <xsd:import namespace="http://schemas.microsoft.com/office/infopath/2007/PartnerControls"/>
    <xsd:element name="DLCPolicyLabelValue" ma:index="23" nillable="true" ma:displayName="Étiquette" ma:description="Stocke la valeur actuelle de l’intitulé." ma:internalName="DLCPolicyLabelValue" ma:readOnly="true">
      <xsd:simpleType>
        <xsd:restriction base="dms:Note">
          <xsd:maxLength value="255"/>
        </xsd:restriction>
      </xsd:simpleType>
    </xsd:element>
    <xsd:element name="DLCPolicyLabelClientValue" ma:index="24" nillable="true" ma:displayName="Client Label Value" ma:description="Stores the last label value computed on the client." ma:hidden="true" ma:internalName="DLCPolicyLabelClientValue" ma:readOnly="false">
      <xsd:simpleType>
        <xsd:restriction base="dms:Note"/>
      </xsd:simpleType>
    </xsd:element>
    <xsd:element name="DLCPolicyLabelLock" ma:index="25" nillable="true" ma:displayName="Label Locked" ma:description="Indicates whether the label should be updated when item properties are modified." ma:hidden="true" ma:internalName="DLCPolicyLabelLock"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3" ma:displayName="Type de contenu"/>
        <xsd:element ref="dc:title" minOccurs="0" maxOccurs="1" ma:index="1"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haredContentType xmlns="Microsoft.SharePoint.Taxonomy.ContentTypeSync" SourceId="204c783a-96cf-4a0f-a0fc-232f03230527" ContentTypeId="0x0101009A52C5AAAFC23349B8BDB1B4A6E5BBA1" PreviousValue="false"/>
</file>

<file path=customXml/item4.xml><?xml version="1.0" encoding="utf-8"?>
<p:properties xmlns:p="http://schemas.microsoft.com/office/2006/metadata/properties" xmlns:xsi="http://www.w3.org/2001/XMLSchema-instance">
  <documentManagement>
    <DocCTLanguage xmlns="1467fb8b-7944-4202-8e80-6a5cf0d18287">Anglais</DocCTLanguage>
    <TaxKeywordTaxHTField xmlns="1467fb8b-7944-4202-8e80-6a5cf0d18287">
      <Terms xmlns="http://schemas.microsoft.com/office/infopath/2007/PartnerControls"/>
    </TaxKeywordTaxHTField>
    <DocumentAudience xmlns="1467fb8b-7944-4202-8e80-6a5cf0d18287">CGI seulement</DocumentAudience>
    <Classification xmlns="1467fb8b-7944-4202-8e80-6a5cf0d18287">Interne</Classification>
    <AdministrativeFileTopic xmlns="1467fb8b-7944-4202-8e80-6a5cf0d18287">N/A</AdministrativeFileTopic>
    <d03104a6d34b444fb9971a4d8e41064a xmlns="1467fb8b-7944-4202-8e80-6a5cf0d18287">
      <Terms xmlns="http://schemas.microsoft.com/office/infopath/2007/PartnerControls"/>
    </d03104a6d34b444fb9971a4d8e41064a>
    <TaxCatchAll xmlns="1467fb8b-7944-4202-8e80-6a5cf0d18287"/>
    <AuthorEnsemble xmlns="1467fb8b-7944-4202-8e80-6a5cf0d18287" xsi:nil="true"/>
    <PublishedDate xmlns="http://schemas.microsoft.com/sharepoint/v3" xsi:nil="true"/>
    <AdministrativeFileDocumentType xmlns="1467fb8b-7944-4202-8e80-6a5cf0d18287">Documentation</AdministrativeFileDocumentType>
    <ChangeRequestID xmlns="1467fb8b-7944-4202-8e80-6a5cf0d18287" xsi:nil="true"/>
    <TaxCatchAllLabel xmlns="1467fb8b-7944-4202-8e80-6a5cf0d18287"/>
    <_dlc_Exempt xmlns="http://schemas.microsoft.com/sharepoint/v3" xsi:nil="true"/>
    <DLCPolicyLabelClientValue xmlns="22d87773-e74c-4cbb-84cc-45cb2e9e9a01" xsi:nil="true"/>
    <DLCPolicyLabelLock xmlns="22d87773-e74c-4cbb-84cc-45cb2e9e9a01" xsi:nil="true"/>
    <DLCPolicyLabelValue xmlns="22d87773-e74c-4cbb-84cc-45cb2e9e9a01">0.1</DLCPolicyLabelValue>
  </documentManagement>
</p:properties>
</file>

<file path=customXml/item5.xml><?xml version="1.0" encoding="utf-8"?>
<?mso-contentType ?>
<p:Policy xmlns:p="office.server.policy" id="" local="true">
  <p:Name>Dossier Administratif Info Policy</p:Name>
  <p:Description>Dossier Administratif Info Policy</p:Description>
  <p:Statement>Dossier Administratif Info Policy</p:Statement>
  <p:PolicyItems>
    <p:PolicyItem featureId="Microsoft.Office.RecordsManagement.PolicyFeatures.PolicyLabel" staticId="0x0101009A52C5AAAFC23349B8BDB1B4A6E5BBA100BE7DAB2C58B328489915C63B8D980AC0|801092262" UniqueId="c9fe96b4-252f-4cd4-b06b-87f80ac09546">
      <p:Name>Labels</p:Name>
      <p:Description>Generates labels that can be inserted in Microsoft Office documents to ensure that document properties or other important information are included when documents are printed. Labels can also be used to search for documents.</p:Description>
      <p:CustomData>
        <label>
          <segment type="metadata">_UIVersionString</segment>
        </label>
      </p:CustomData>
    </p:PolicyItem>
  </p:PolicyItems>
</p:Policy>
</file>

<file path=customXml/itemProps1.xml><?xml version="1.0" encoding="utf-8"?>
<ds:datastoreItem xmlns:ds="http://schemas.openxmlformats.org/officeDocument/2006/customXml" ds:itemID="{ADA5D674-9920-4D2F-B065-BC24FD29F86D}">
  <ds:schemaRefs>
    <ds:schemaRef ds:uri="http://schemas.microsoft.com/sharepoint/v3/contenttype/forms"/>
  </ds:schemaRefs>
</ds:datastoreItem>
</file>

<file path=customXml/itemProps2.xml><?xml version="1.0" encoding="utf-8"?>
<ds:datastoreItem xmlns:ds="http://schemas.openxmlformats.org/officeDocument/2006/customXml" ds:itemID="{07578963-F6A3-4D9B-917F-D20BFBBF4949}">
  <ds:schemaRefs>
    <ds:schemaRef ds:uri="1467fb8b-7944-4202-8e80-6a5cf0d18287"/>
    <ds:schemaRef ds:uri="22d87773-e74c-4cbb-84cc-45cb2e9e9a0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57F5D7A-96FD-4145-BBEE-1CFD1405758E}">
  <ds:schemaRefs>
    <ds:schemaRef ds:uri="Microsoft.SharePoint.Taxonomy.ContentTypeSync"/>
  </ds:schemaRefs>
</ds:datastoreItem>
</file>

<file path=customXml/itemProps4.xml><?xml version="1.0" encoding="utf-8"?>
<ds:datastoreItem xmlns:ds="http://schemas.openxmlformats.org/officeDocument/2006/customXml" ds:itemID="{2F4C4F6A-F6A5-45C8-BAAA-52FB70E387C7}">
  <ds:schemaRefs>
    <ds:schemaRef ds:uri="1467fb8b-7944-4202-8e80-6a5cf0d18287"/>
    <ds:schemaRef ds:uri="http://purl.org/dc/terms/"/>
    <ds:schemaRef ds:uri="http://schemas.microsoft.com/office/2006/metadata/properties"/>
    <ds:schemaRef ds:uri="http://schemas.microsoft.com/office/2006/documentManagement/types"/>
    <ds:schemaRef ds:uri="http://purl.org/dc/dcmitype/"/>
    <ds:schemaRef ds:uri="http://purl.org/dc/elements/1.1/"/>
    <ds:schemaRef ds:uri="http://schemas.microsoft.com/office/infopath/2007/PartnerControls"/>
    <ds:schemaRef ds:uri="http://schemas.openxmlformats.org/package/2006/metadata/core-properties"/>
    <ds:schemaRef ds:uri="22d87773-e74c-4cbb-84cc-45cb2e9e9a01"/>
    <ds:schemaRef ds:uri="http://schemas.microsoft.com/sharepoint/v3"/>
    <ds:schemaRef ds:uri="http://www.w3.org/XML/1998/namespace"/>
  </ds:schemaRefs>
</ds:datastoreItem>
</file>

<file path=customXml/itemProps5.xml><?xml version="1.0" encoding="utf-8"?>
<ds:datastoreItem xmlns:ds="http://schemas.openxmlformats.org/officeDocument/2006/customXml" ds:itemID="{9AAC4EDA-821D-42CA-898C-BF5EBD2F1030}">
  <ds:schemaRefs>
    <ds:schemaRef ds:uri="office.server.policy"/>
  </ds:schemaRefs>
</ds:datastoreItem>
</file>

<file path=docMetadata/LabelInfo.xml><?xml version="1.0" encoding="utf-8"?>
<clbl:labelList xmlns:clbl="http://schemas.microsoft.com/office/2020/mipLabelMetadata">
  <clbl:label id="{d9290083-bd2f-48a2-8ac5-09a524b17d15}" enabled="1" method="Privileged" siteId="{b9fec68c-c92d-461e-9a97-3d03a0f18b82}" contentBits="1" removed="0"/>
</clbl:labelList>
</file>

<file path=docProps/app.xml><?xml version="1.0" encoding="utf-8"?>
<Properties xmlns="http://schemas.openxmlformats.org/officeDocument/2006/extended-properties" xmlns:vt="http://schemas.openxmlformats.org/officeDocument/2006/docPropsVTypes">
  <Template>CGI Widescreen Beet</Template>
  <TotalTime>1377</TotalTime>
  <Words>4111</Words>
  <Application>Microsoft Office PowerPoint</Application>
  <PresentationFormat>Grand écran</PresentationFormat>
  <Paragraphs>733</Paragraphs>
  <Slides>42</Slides>
  <Notes>42</Notes>
  <HiddenSlides>2</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42</vt:i4>
      </vt:variant>
    </vt:vector>
  </HeadingPairs>
  <TitlesOfParts>
    <vt:vector size="48" baseType="lpstr">
      <vt:lpstr>Arial</vt:lpstr>
      <vt:lpstr>Calibri</vt:lpstr>
      <vt:lpstr>Courier New</vt:lpstr>
      <vt:lpstr>Verdana</vt:lpstr>
      <vt:lpstr>Wingdings</vt:lpstr>
      <vt:lpstr>CGI Widescreen Beet</vt:lpstr>
      <vt:lpstr>Polytech Nancy  CM 1 - Web, HTTP &amp; outils côté serveur</vt:lpstr>
      <vt:lpstr>Qui sommes-nous ?</vt:lpstr>
      <vt:lpstr>CGI en bref </vt:lpstr>
      <vt:lpstr>Focus sur CGI au Luxembourg</vt:lpstr>
      <vt:lpstr>Présentation PowerPoint</vt:lpstr>
      <vt:lpstr>Présentation PowerPoint</vt:lpstr>
      <vt:lpstr>Objectifs de cours</vt:lpstr>
      <vt:lpstr>Présentation PowerPoint</vt:lpstr>
      <vt:lpstr>Présentation PowerPoint</vt:lpstr>
      <vt:lpstr>Architecture client - serveur</vt:lpstr>
      <vt:lpstr>Présentation PowerPoint</vt:lpstr>
      <vt:lpstr>Présentation PowerPoint</vt:lpstr>
      <vt:lpstr>Présentation PowerPoint</vt:lpstr>
      <vt:lpstr>Frontend et backend</vt:lpstr>
      <vt:lpstr>Présentation PowerPoint</vt:lpstr>
      <vt:lpstr>Présentation PowerPoint</vt:lpstr>
      <vt:lpstr>Présentation PowerPoint</vt:lpstr>
      <vt:lpstr>Présentation PowerPoint</vt:lpstr>
      <vt:lpstr>Présentation PowerPoint</vt:lpstr>
      <vt:lpstr>Protocole HTTP</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API REST</vt:lpstr>
      <vt:lpstr>Présentation PowerPoint</vt:lpstr>
      <vt:lpstr>Présentation PowerPoint</vt:lpstr>
      <vt:lpstr>Présentation PowerPoint</vt:lpstr>
      <vt:lpstr>Présentation PowerPoint</vt:lpstr>
      <vt:lpstr>Contrat d’API</vt:lpstr>
      <vt:lpstr>Présentation PowerPoint</vt:lpstr>
      <vt:lpstr>Présentation PowerPoint</vt:lpstr>
      <vt:lpstr>Présentation PowerPoint</vt:lpstr>
      <vt:lpstr>Présentation PowerPoint</vt:lpstr>
      <vt:lpstr>Fin CM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Copier et coller des diapositives dans ce nouveau gabarit</dc:title>
  <dc:creator>Audit-St-Cyr, Sarah</dc:creator>
  <cp:lastModifiedBy>MILLER, Florian</cp:lastModifiedBy>
  <cp:revision>546</cp:revision>
  <dcterms:created xsi:type="dcterms:W3CDTF">2021-03-18T18:48:16Z</dcterms:created>
  <dcterms:modified xsi:type="dcterms:W3CDTF">2026-04-26T19:00:38Z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usiness Practice">
    <vt:lpwstr/>
  </property>
  <property fmtid="{D5CDD505-2E9C-101B-9397-08002B2CF9AE}" pid="3" name="Business theme">
    <vt:lpwstr/>
  </property>
  <property fmtid="{D5CDD505-2E9C-101B-9397-08002B2CF9AE}" pid="4" name="Content Format">
    <vt:lpwstr/>
  </property>
  <property fmtid="{D5CDD505-2E9C-101B-9397-08002B2CF9AE}" pid="5" name="ContentTypeId">
    <vt:lpwstr>0x0101009A52C5AAAFC23349B8BDB1B4A6E5BBA100BE7DAB2C58B328489915C63B8D980AC0</vt:lpwstr>
  </property>
  <property fmtid="{D5CDD505-2E9C-101B-9397-08002B2CF9AE}" pid="6" name="Functions">
    <vt:lpwstr/>
  </property>
  <property fmtid="{D5CDD505-2E9C-101B-9397-08002B2CF9AE}" pid="7" name="Geography">
    <vt:lpwstr/>
  </property>
  <property fmtid="{D5CDD505-2E9C-101B-9397-08002B2CF9AE}" pid="8" name="Intellectual Property">
    <vt:lpwstr/>
  </property>
  <property fmtid="{D5CDD505-2E9C-101B-9397-08002B2CF9AE}" pid="9" name="Organisation">
    <vt:lpwstr>260;#Group|43ac7042-3752-4f1b-8a93-43b36e65d3e5</vt:lpwstr>
  </property>
  <property fmtid="{D5CDD505-2E9C-101B-9397-08002B2CF9AE}" pid="10" name="Sector">
    <vt:lpwstr/>
  </property>
  <property fmtid="{D5CDD505-2E9C-101B-9397-08002B2CF9AE}" pid="11" name="Service line">
    <vt:lpwstr/>
  </property>
  <property fmtid="{D5CDD505-2E9C-101B-9397-08002B2CF9AE}" pid="12" name="WizKit Template inter.">
    <vt:i4>1</vt:i4>
  </property>
  <property fmtid="{D5CDD505-2E9C-101B-9397-08002B2CF9AE}" pid="13" name="WizKit Template Type">
    <vt:lpwstr>Widescreen</vt:lpwstr>
  </property>
  <property fmtid="{D5CDD505-2E9C-101B-9397-08002B2CF9AE}" pid="14" name="WizKit Template Version">
    <vt:i4>5</vt:i4>
  </property>
  <property fmtid="{D5CDD505-2E9C-101B-9397-08002B2CF9AE}" pid="15" name="TaxKeyword">
    <vt:lpwstr/>
  </property>
  <property fmtid="{D5CDD505-2E9C-101B-9397-08002B2CF9AE}" pid="16" name="SBUBUContentOwner">
    <vt:lpwstr/>
  </property>
</Properties>
</file>